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9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8E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-384" y="-5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B27820-A2DF-48B4-98E9-C872C0EF2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00A00B1-2CFC-4C77-95F0-1E57D9DB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5DF02C-7697-46F9-B378-A47D65D9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F7F46E-4EB2-430B-95D1-DB77C91D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F08252-7162-442A-A3DF-5E5E3B19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291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5E740B-BB67-414C-8786-8FCB600C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17BA44-A6AE-4FDA-9301-08A3A784F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65A3D6-54E5-4ABE-A2DA-82B740AB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43375D-99CE-448F-AA3F-C0B1AEA4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180CCA-1A6E-4412-A1B2-67E3979B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3580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3CEC70-DDF3-4087-BAB8-AED3AB65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1B84FC-FE92-4D3D-A344-697DEBFC2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B0D8D7-4438-4C3A-9F43-8B89B7EB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12583A-FB96-4F21-9C9B-3640641C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9B0D56-C892-4855-8DB1-BE3813FD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511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C9786-9E40-4008-8ACD-DAE40201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EF2C80-D0E3-4F1F-B912-1226F7236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EBCA7D4-AA79-49F9-9AC3-CD7959127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8736E5F-9F7D-4FB3-94DF-7694C269E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31E5227-AAC4-4710-B499-BAA67E6F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7EFC6D-0B72-4C76-A029-93092E2F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482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8B131A-4005-4754-909F-AE67F484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E11220A-B623-4924-83CE-27D024691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8C61E3A-E88A-42F3-AEEC-E3C214EDB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D4EA1E2-6F5D-4C77-9AAF-52CE85974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FE900A-0BA6-4895-A83C-8341B4B6C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756E99C-F21E-4875-A884-6D1EF9F9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632DEC3-9747-4EB2-9946-7CD3FB0B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8AAA5F4-7CEB-4D72-8AA1-C4C5E246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208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88AC83-C639-4B06-BE45-78A52C16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FE55E20-552F-4893-B146-77B892CD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E66E800-01BA-4A5F-907D-8B411DF0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626F7B-CDBE-4867-98E6-53B25A60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859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00FA0DC-53B2-49A9-9F30-D274E096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DAEAF6-050E-439F-A1DF-246AF70B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3FE9D41-C3A1-4199-BD0D-47A54DA6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926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C6CA13-DA98-439A-B2A1-F2A2F3AF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BF1BF4-E533-4479-BF73-1F9E50D4E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45853C6-C06C-4736-B7B3-44884D971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09A5597-BCF3-4B50-9FBC-D895C8086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1D7AAB-42A2-4A87-8D57-AE774FDA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FF0FB9E-5A8B-4A10-9860-09C2EECE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20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BF7E72-A371-41A9-8353-68B3A3EB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56A8619-47EC-478F-9060-7C9F43DF3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A59F0C9-BBF0-4E88-AC85-FA89807BF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28906D0-2B38-4E66-B8C5-FE1CC2E3E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BD442B7-BFCD-44F0-9859-3CAC59914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FAFECE-0946-4B91-82DD-DEF0A8CC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119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4C029D-421D-456A-897F-86217001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04E46F7-C257-4EB9-B7ED-E30A94715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E1632D-4A5F-4A23-8041-69E41638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BD341A-164B-47BF-9326-923EAA12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B2F7C3-6C7C-450A-9381-AEF4D665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648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A9D8FA0-B614-4994-8C69-197620F7D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5278945-09AC-4851-9A08-4769A83EE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4C33A44-132E-440D-B962-25ED6C78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14CB47C-9F98-4113-A64E-B553B974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62FC5B-9EE5-4CCC-9D76-4A86DABC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877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330622F-1062-4885-B225-4C5AC2EC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F5D2C9-AA6B-4F4E-8461-5CDE12344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6AD92D-2EBF-4737-8B31-D655FCB87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E2907-2108-42A2-A48B-6D32A3AC7BDC}" type="datetimeFigureOut">
              <a:rPr lang="en-US" smtClean="0"/>
              <a:pPr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0E3D76-18CC-4166-B123-062CA68F8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D5670E-B2EA-4419-AD6F-13311FDA5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1E0C-EBD2-4FAC-A1FA-57EC49732E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725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saveslides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saveslides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saveslides.com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saveslides.com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saveslides.com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saveslides.com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saveslides.com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1.svg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34" Type="http://schemas.openxmlformats.org/officeDocument/2006/relationships/image" Target="../media/image26.png"/><Relationship Id="rId7" Type="http://schemas.openxmlformats.org/officeDocument/2006/relationships/image" Target="../media/image15.svg"/><Relationship Id="rId12" Type="http://schemas.openxmlformats.org/officeDocument/2006/relationships/image" Target="../media/image15.png"/><Relationship Id="rId17" Type="http://schemas.openxmlformats.org/officeDocument/2006/relationships/image" Target="../media/image25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image" Target="../media/image45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7.svg"/><Relationship Id="rId31" Type="http://schemas.openxmlformats.org/officeDocument/2006/relationships/image" Target="../media/image39.svg"/><Relationship Id="rId4" Type="http://schemas.openxmlformats.org/officeDocument/2006/relationships/image" Target="../media/image11.png"/><Relationship Id="rId9" Type="http://schemas.openxmlformats.org/officeDocument/2006/relationships/image" Target="../media/image17.svg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image" Target="../media/image35.svg"/><Relationship Id="rId30" Type="http://schemas.openxmlformats.org/officeDocument/2006/relationships/image" Target="../media/image24.png"/><Relationship Id="rId35" Type="http://schemas.openxmlformats.org/officeDocument/2006/relationships/image" Target="../media/image4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57.svg"/><Relationship Id="rId18" Type="http://schemas.openxmlformats.org/officeDocument/2006/relationships/image" Target="../media/image36.png"/><Relationship Id="rId3" Type="http://schemas.openxmlformats.org/officeDocument/2006/relationships/image" Target="../media/image47.svg"/><Relationship Id="rId21" Type="http://schemas.openxmlformats.org/officeDocument/2006/relationships/image" Target="../media/image65.svg"/><Relationship Id="rId7" Type="http://schemas.openxmlformats.org/officeDocument/2006/relationships/image" Target="../media/image51.svg"/><Relationship Id="rId12" Type="http://schemas.openxmlformats.org/officeDocument/2006/relationships/image" Target="../media/image33.png"/><Relationship Id="rId17" Type="http://schemas.openxmlformats.org/officeDocument/2006/relationships/image" Target="../media/image61.svg"/><Relationship Id="rId25" Type="http://schemas.openxmlformats.org/officeDocument/2006/relationships/image" Target="../media/image69.svg"/><Relationship Id="rId2" Type="http://schemas.openxmlformats.org/officeDocument/2006/relationships/image" Target="../media/image28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55.svg"/><Relationship Id="rId24" Type="http://schemas.openxmlformats.org/officeDocument/2006/relationships/image" Target="../media/image39.png"/><Relationship Id="rId5" Type="http://schemas.openxmlformats.org/officeDocument/2006/relationships/image" Target="../media/image49.svg"/><Relationship Id="rId15" Type="http://schemas.openxmlformats.org/officeDocument/2006/relationships/image" Target="../media/image59.svg"/><Relationship Id="rId23" Type="http://schemas.openxmlformats.org/officeDocument/2006/relationships/image" Target="../media/image67.svg"/><Relationship Id="rId10" Type="http://schemas.openxmlformats.org/officeDocument/2006/relationships/image" Target="../media/image32.png"/><Relationship Id="rId19" Type="http://schemas.openxmlformats.org/officeDocument/2006/relationships/image" Target="../media/image63.svg"/><Relationship Id="rId4" Type="http://schemas.openxmlformats.org/officeDocument/2006/relationships/image" Target="../media/image29.png"/><Relationship Id="rId9" Type="http://schemas.openxmlformats.org/officeDocument/2006/relationships/image" Target="../media/image53.svg"/><Relationship Id="rId14" Type="http://schemas.openxmlformats.org/officeDocument/2006/relationships/image" Target="../media/image34.png"/><Relationship Id="rId22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89EF9E5-F544-414D-B378-2B6C431F070F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82071AD-F91F-42E7-9A9B-D175AE400ECB}"/>
              </a:ext>
            </a:extLst>
          </p:cNvPr>
          <p:cNvSpPr/>
          <p:nvPr/>
        </p:nvSpPr>
        <p:spPr>
          <a:xfrm>
            <a:off x="905069" y="0"/>
            <a:ext cx="1128693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D6E4E31-FB1C-4942-9C59-0D7E15A9D278}"/>
              </a:ext>
            </a:extLst>
          </p:cNvPr>
          <p:cNvSpPr txBox="1"/>
          <p:nvPr/>
        </p:nvSpPr>
        <p:spPr>
          <a:xfrm>
            <a:off x="1847850" y="3189952"/>
            <a:ext cx="819647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spc="300" dirty="0">
                <a:solidFill>
                  <a:schemeClr val="bg1"/>
                </a:solidFill>
                <a:latin typeface="Fredoka one" panose="02000000000000000000" pitchFamily="2" charset="0"/>
                <a:ea typeface="Dela gothic one" panose="00000500000000000000" pitchFamily="2" charset="-128"/>
              </a:rPr>
              <a:t>NEW MEDICAL </a:t>
            </a:r>
          </a:p>
          <a:p>
            <a:r>
              <a:rPr lang="en-US" sz="6600" spc="300" dirty="0">
                <a:solidFill>
                  <a:schemeClr val="bg1"/>
                </a:solidFill>
                <a:latin typeface="Fredoka one" panose="02000000000000000000" pitchFamily="2" charset="0"/>
                <a:ea typeface="Dela gothic one" panose="00000500000000000000" pitchFamily="2" charset="-128"/>
              </a:rPr>
              <a:t>BREAKTHROUGHS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83E619-EAB2-41F4-9E94-19F4F40624E3}"/>
              </a:ext>
            </a:extLst>
          </p:cNvPr>
          <p:cNvSpPr txBox="1"/>
          <p:nvPr/>
        </p:nvSpPr>
        <p:spPr>
          <a:xfrm>
            <a:off x="1885950" y="1011599"/>
            <a:ext cx="437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POWERPOINT HEALTHY CARE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4E6B45F-840C-4CA3-80C5-50EEFC5ACF74}"/>
              </a:ext>
            </a:extLst>
          </p:cNvPr>
          <p:cNvSpPr txBox="1"/>
          <p:nvPr/>
        </p:nvSpPr>
        <p:spPr>
          <a:xfrm rot="5400000">
            <a:off x="9852082" y="3872984"/>
            <a:ext cx="250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azslides.com </a:t>
            </a:r>
            <a:r>
              <a:rPr lang="en-US" dirty="0">
                <a:solidFill>
                  <a:schemeClr val="bg1"/>
                </a:solidFill>
              </a:rPr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xmlns="" val="678251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AE1950F-ED77-4270-A8DD-520CFF284B34}"/>
              </a:ext>
            </a:extLst>
          </p:cNvPr>
          <p:cNvSpPr/>
          <p:nvPr/>
        </p:nvSpPr>
        <p:spPr>
          <a:xfrm>
            <a:off x="3171825" y="0"/>
            <a:ext cx="902017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xmlns="" id="{47F4CBA4-2BBB-4DD7-AF00-820883F2282E}"/>
              </a:ext>
            </a:extLst>
          </p:cNvPr>
          <p:cNvSpPr txBox="1"/>
          <p:nvPr/>
        </p:nvSpPr>
        <p:spPr>
          <a:xfrm rot="16200000">
            <a:off x="-408314" y="2611417"/>
            <a:ext cx="3966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4000" b="1" spc="300" dirty="0">
                <a:latin typeface="Fredoka one" panose="02000000000000000000" pitchFamily="2" charset="0"/>
                <a:cs typeface="Secular one" panose="00000500000000000000" pitchFamily="2" charset="-79"/>
              </a:rPr>
              <a:t>Content of this template</a:t>
            </a:r>
            <a:endParaRPr lang="en-US" sz="4000" b="1" spc="300" dirty="0"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xmlns="" id="{218C295A-A5B4-4365-83FC-95D020EC62FA}"/>
              </a:ext>
            </a:extLst>
          </p:cNvPr>
          <p:cNvSpPr txBox="1"/>
          <p:nvPr/>
        </p:nvSpPr>
        <p:spPr>
          <a:xfrm>
            <a:off x="3550119" y="1289952"/>
            <a:ext cx="854508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Below you will find a summary of the </a:t>
            </a:r>
            <a:r>
              <a:rPr lang="en-US" sz="1600" dirty="0" err="1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Saveslides</a:t>
            </a: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 example.</a:t>
            </a:r>
          </a:p>
          <a:p>
            <a:endParaRPr lang="en-US"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PowerPoint and google slide examples are mainly used for students.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These works are also used by professionals in various fields such as businesses, organizations, institutions.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These works are easily editable in Microsoft PowerPoint and Google Slides.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A variety of slides to enable an easier and more flexible presentation for users.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change the font by selecting any font you want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will find a large number of easily variable infographic resources.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Here you will find PowerPoint works and google slides of different categories such as educational, nature, business, arts, marketing, and many general works.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will also have a list of personalized icons that you can use in the presentations that you will build.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easily delete or add any slide.</a:t>
            </a:r>
          </a:p>
          <a:p>
            <a:endParaRPr lang="en-US"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  <a:p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6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presentation. If you want to thank us for the work done please share this website on social media.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6F7DC0D-AA60-48E3-A1E7-F773AE80DD8F}"/>
              </a:ext>
            </a:extLst>
          </p:cNvPr>
          <p:cNvSpPr txBox="1"/>
          <p:nvPr/>
        </p:nvSpPr>
        <p:spPr>
          <a:xfrm>
            <a:off x="109310" y="6469618"/>
            <a:ext cx="250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azslides.com </a:t>
            </a:r>
            <a:r>
              <a:rPr lang="en-US" dirty="0"/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xmlns="" val="303113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4FE24AC-B8CF-4686-A1BF-81C4C5E781A8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98B37BD-EB63-42F2-BECC-ED7D16395DF5}"/>
              </a:ext>
            </a:extLst>
          </p:cNvPr>
          <p:cNvSpPr/>
          <p:nvPr/>
        </p:nvSpPr>
        <p:spPr>
          <a:xfrm>
            <a:off x="4743450" y="0"/>
            <a:ext cx="744855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8C0E700-64C6-4808-9D05-858AC6BAB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116" r="26580"/>
          <a:stretch>
            <a:fillRect/>
          </a:stretch>
        </p:blipFill>
        <p:spPr>
          <a:xfrm>
            <a:off x="905069" y="0"/>
            <a:ext cx="3838381" cy="6858000"/>
          </a:xfrm>
          <a:custGeom>
            <a:avLst/>
            <a:gdLst>
              <a:gd name="connsiteX0" fmla="*/ 0 w 3838381"/>
              <a:gd name="connsiteY0" fmla="*/ 0 h 6858000"/>
              <a:gd name="connsiteX1" fmla="*/ 3838381 w 3838381"/>
              <a:gd name="connsiteY1" fmla="*/ 0 h 6858000"/>
              <a:gd name="connsiteX2" fmla="*/ 3838381 w 3838381"/>
              <a:gd name="connsiteY2" fmla="*/ 6858000 h 6858000"/>
              <a:gd name="connsiteX3" fmla="*/ 0 w 3838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8381" h="6858000">
                <a:moveTo>
                  <a:pt x="0" y="0"/>
                </a:moveTo>
                <a:lnTo>
                  <a:pt x="3838381" y="0"/>
                </a:lnTo>
                <a:lnTo>
                  <a:pt x="383838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xmlns="" id="{12F4499C-C6F7-4641-87CA-E62561C9CFD5}"/>
              </a:ext>
            </a:extLst>
          </p:cNvPr>
          <p:cNvSpPr txBox="1"/>
          <p:nvPr/>
        </p:nvSpPr>
        <p:spPr>
          <a:xfrm>
            <a:off x="6561201" y="2113250"/>
            <a:ext cx="38130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8800" b="1" spc="300" dirty="0">
                <a:solidFill>
                  <a:schemeClr val="bg1"/>
                </a:solidFill>
                <a:latin typeface="Fredoka one" panose="02000000000000000000" pitchFamily="2" charset="0"/>
                <a:cs typeface="Aldhabi" panose="01000000000000000000" pitchFamily="2" charset="-78"/>
              </a:rPr>
              <a:t>Whoa!</a:t>
            </a:r>
            <a:endParaRPr lang="en-US" sz="8800" b="1" spc="300" dirty="0">
              <a:solidFill>
                <a:schemeClr val="bg1"/>
              </a:solidFill>
              <a:latin typeface="Fredoka one" panose="02000000000000000000" pitchFamily="2" charset="0"/>
              <a:cs typeface="Aldhabi" panose="01000000000000000000" pitchFamily="2" charset="-78"/>
            </a:endParaRPr>
          </a:p>
        </p:txBody>
      </p:sp>
      <p:sp>
        <p:nvSpPr>
          <p:cNvPr id="10" name="Google Shape;1320;p54">
            <a:extLst>
              <a:ext uri="{FF2B5EF4-FFF2-40B4-BE49-F238E27FC236}">
                <a16:creationId xmlns:a16="http://schemas.microsoft.com/office/drawing/2014/main" xmlns="" id="{42FEA465-8A02-478E-8A34-58F2DF9D566D}"/>
              </a:ext>
            </a:extLst>
          </p:cNvPr>
          <p:cNvSpPr txBox="1">
            <a:spLocks noGrp="1"/>
          </p:cNvSpPr>
          <p:nvPr/>
        </p:nvSpPr>
        <p:spPr>
          <a:xfrm>
            <a:off x="5287001" y="3787775"/>
            <a:ext cx="6361447" cy="777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600" b="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600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presentation. If you want to thank us for the work done please share this website on social media.</a:t>
            </a:r>
          </a:p>
        </p:txBody>
      </p:sp>
    </p:spTree>
    <p:extLst>
      <p:ext uri="{BB962C8B-B14F-4D97-AF65-F5344CB8AC3E}">
        <p14:creationId xmlns:p14="http://schemas.microsoft.com/office/powerpoint/2010/main" xmlns="" val="193256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B5AE614-B368-43C7-A36B-FC435DC3C3B6}"/>
              </a:ext>
            </a:extLst>
          </p:cNvPr>
          <p:cNvSpPr/>
          <p:nvPr/>
        </p:nvSpPr>
        <p:spPr>
          <a:xfrm>
            <a:off x="0" y="0"/>
            <a:ext cx="2801923" cy="6858000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20286C5D-41CE-4A9A-AB82-CEB0C3C98178}"/>
              </a:ext>
            </a:extLst>
          </p:cNvPr>
          <p:cNvGrpSpPr/>
          <p:nvPr/>
        </p:nvGrpSpPr>
        <p:grpSpPr>
          <a:xfrm>
            <a:off x="465074" y="353200"/>
            <a:ext cx="1654780" cy="4508927"/>
            <a:chOff x="416470" y="532661"/>
            <a:chExt cx="1654780" cy="45089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776D6885-FED3-43EC-95A1-975D0F600643}"/>
                </a:ext>
              </a:extLst>
            </p:cNvPr>
            <p:cNvSpPr txBox="1"/>
            <p:nvPr/>
          </p:nvSpPr>
          <p:spPr>
            <a:xfrm>
              <a:off x="416470" y="532661"/>
              <a:ext cx="1103187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700" dirty="0"/>
                <a:t>‘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48C3F743-D99D-406B-ADE9-FF1941C6BA74}"/>
                </a:ext>
              </a:extLst>
            </p:cNvPr>
            <p:cNvSpPr txBox="1"/>
            <p:nvPr/>
          </p:nvSpPr>
          <p:spPr>
            <a:xfrm>
              <a:off x="968063" y="532661"/>
              <a:ext cx="1103187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700" dirty="0"/>
                <a:t>‘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583C00F-9FD1-45C4-BB46-0AB98740BF74}"/>
              </a:ext>
            </a:extLst>
          </p:cNvPr>
          <p:cNvSpPr/>
          <p:nvPr/>
        </p:nvSpPr>
        <p:spPr>
          <a:xfrm>
            <a:off x="2801923" y="0"/>
            <a:ext cx="9390077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1320;p54">
            <a:extLst>
              <a:ext uri="{FF2B5EF4-FFF2-40B4-BE49-F238E27FC236}">
                <a16:creationId xmlns:a16="http://schemas.microsoft.com/office/drawing/2014/main" xmlns="" id="{FDE801F8-A5D6-45EE-A052-29357D6DFA2D}"/>
              </a:ext>
            </a:extLst>
          </p:cNvPr>
          <p:cNvSpPr txBox="1">
            <a:spLocks noGrp="1"/>
          </p:cNvSpPr>
          <p:nvPr/>
        </p:nvSpPr>
        <p:spPr>
          <a:xfrm>
            <a:off x="4016838" y="2744235"/>
            <a:ext cx="7294845" cy="95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i="1" dirty="0">
                <a:solidFill>
                  <a:schemeClr val="bg1"/>
                </a:solidFill>
                <a:effectLst/>
                <a:latin typeface="Berlin Sans FB" panose="020E0602020502020306" pitchFamily="34" charset="0"/>
              </a:rPr>
              <a:t>"A lot of people have the misconception that I decided to become an actor when Lily became famous and have accused me of jumping on her bandwagon. But that's completely untrue."</a:t>
            </a:r>
            <a:endParaRPr lang="en-US" sz="1800" b="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2D08C911-1DDB-46D3-B82D-7CF90ADE0234}"/>
              </a:ext>
            </a:extLst>
          </p:cNvPr>
          <p:cNvSpPr txBox="1"/>
          <p:nvPr/>
        </p:nvSpPr>
        <p:spPr>
          <a:xfrm>
            <a:off x="1568261" y="3899192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24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Someone Famous</a:t>
            </a:r>
            <a:endParaRPr lang="en-US" sz="2400" b="1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079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B390917-C270-4546-83E1-3279EF0C23E3}"/>
              </a:ext>
            </a:extLst>
          </p:cNvPr>
          <p:cNvSpPr/>
          <p:nvPr/>
        </p:nvSpPr>
        <p:spPr>
          <a:xfrm>
            <a:off x="0" y="0"/>
            <a:ext cx="2801923" cy="6858000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10544DC-9A19-4AC4-A6CD-0EB78B3C0B6D}"/>
              </a:ext>
            </a:extLst>
          </p:cNvPr>
          <p:cNvSpPr/>
          <p:nvPr/>
        </p:nvSpPr>
        <p:spPr>
          <a:xfrm>
            <a:off x="2801923" y="0"/>
            <a:ext cx="9390077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912DD09E-3E74-4999-8D23-05C6EBE8BA96}"/>
              </a:ext>
            </a:extLst>
          </p:cNvPr>
          <p:cNvSpPr txBox="1"/>
          <p:nvPr/>
        </p:nvSpPr>
        <p:spPr>
          <a:xfrm rot="16200000">
            <a:off x="-4742109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20B0604020202020204" pitchFamily="2" charset="-79"/>
              </a:rPr>
              <a:t>Six Content Summary</a:t>
            </a:r>
          </a:p>
        </p:txBody>
      </p:sp>
      <p:sp>
        <p:nvSpPr>
          <p:cNvPr id="7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CF6E3DCC-0D22-4812-BF87-314129A4F28D}"/>
              </a:ext>
            </a:extLst>
          </p:cNvPr>
          <p:cNvSpPr txBox="1">
            <a:spLocks noGrp="1"/>
          </p:cNvSpPr>
          <p:nvPr/>
        </p:nvSpPr>
        <p:spPr>
          <a:xfrm>
            <a:off x="8036652" y="1471900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02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8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1234B2C4-B5BA-42E5-B874-943D44F9A8D9}"/>
              </a:ext>
            </a:extLst>
          </p:cNvPr>
          <p:cNvSpPr txBox="1">
            <a:spLocks noGrp="1"/>
          </p:cNvSpPr>
          <p:nvPr/>
        </p:nvSpPr>
        <p:spPr>
          <a:xfrm>
            <a:off x="8891279" y="1497440"/>
            <a:ext cx="2866771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Antractida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9" name="Google Shape;1339;p56">
            <a:extLst>
              <a:ext uri="{FF2B5EF4-FFF2-40B4-BE49-F238E27FC236}">
                <a16:creationId xmlns:a16="http://schemas.microsoft.com/office/drawing/2014/main" xmlns="" id="{FC50BFCA-9B80-4FC2-8566-62BCEA3CC021}"/>
              </a:ext>
            </a:extLst>
          </p:cNvPr>
          <p:cNvSpPr txBox="1">
            <a:spLocks noGrp="1"/>
          </p:cNvSpPr>
          <p:nvPr/>
        </p:nvSpPr>
        <p:spPr>
          <a:xfrm>
            <a:off x="8961591" y="5660455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0" name="Google Shape;1339;p56">
            <a:extLst>
              <a:ext uri="{FF2B5EF4-FFF2-40B4-BE49-F238E27FC236}">
                <a16:creationId xmlns:a16="http://schemas.microsoft.com/office/drawing/2014/main" xmlns="" id="{630DEAB6-A2DF-433F-87B2-9012306E9921}"/>
              </a:ext>
            </a:extLst>
          </p:cNvPr>
          <p:cNvSpPr txBox="1">
            <a:spLocks noGrp="1"/>
          </p:cNvSpPr>
          <p:nvPr/>
        </p:nvSpPr>
        <p:spPr>
          <a:xfrm>
            <a:off x="8922603" y="2080684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1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490B5993-3D38-4158-BC0C-00F2FC4B967C}"/>
              </a:ext>
            </a:extLst>
          </p:cNvPr>
          <p:cNvSpPr txBox="1">
            <a:spLocks noGrp="1"/>
          </p:cNvSpPr>
          <p:nvPr/>
        </p:nvSpPr>
        <p:spPr>
          <a:xfrm>
            <a:off x="8935303" y="5076802"/>
            <a:ext cx="2866771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Africa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2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0C670228-249A-4B2C-9364-E0E3E4215073}"/>
              </a:ext>
            </a:extLst>
          </p:cNvPr>
          <p:cNvSpPr txBox="1">
            <a:spLocks noGrp="1"/>
          </p:cNvSpPr>
          <p:nvPr/>
        </p:nvSpPr>
        <p:spPr>
          <a:xfrm>
            <a:off x="8068161" y="5025477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06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3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51360950-67A4-4FE7-89CD-B6AEFC6DD7FD}"/>
              </a:ext>
            </a:extLst>
          </p:cNvPr>
          <p:cNvSpPr txBox="1">
            <a:spLocks noGrp="1"/>
          </p:cNvSpPr>
          <p:nvPr/>
        </p:nvSpPr>
        <p:spPr>
          <a:xfrm>
            <a:off x="4827547" y="5051541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Asia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4" name="Google Shape;1339;p56">
            <a:extLst>
              <a:ext uri="{FF2B5EF4-FFF2-40B4-BE49-F238E27FC236}">
                <a16:creationId xmlns:a16="http://schemas.microsoft.com/office/drawing/2014/main" xmlns="" id="{EF60E402-AB1B-402E-8C2D-A1160DB9024A}"/>
              </a:ext>
            </a:extLst>
          </p:cNvPr>
          <p:cNvSpPr txBox="1">
            <a:spLocks noGrp="1"/>
          </p:cNvSpPr>
          <p:nvPr/>
        </p:nvSpPr>
        <p:spPr>
          <a:xfrm>
            <a:off x="4827547" y="5597821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5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AF1A07CF-5637-4239-86C4-A89DAEE4FE5B}"/>
              </a:ext>
            </a:extLst>
          </p:cNvPr>
          <p:cNvSpPr txBox="1">
            <a:spLocks noGrp="1"/>
          </p:cNvSpPr>
          <p:nvPr/>
        </p:nvSpPr>
        <p:spPr>
          <a:xfrm>
            <a:off x="4888368" y="1523608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Europe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6" name="Google Shape;1339;p56">
            <a:extLst>
              <a:ext uri="{FF2B5EF4-FFF2-40B4-BE49-F238E27FC236}">
                <a16:creationId xmlns:a16="http://schemas.microsoft.com/office/drawing/2014/main" xmlns="" id="{D6B3C516-7E0C-412A-98D8-C82D03A10E76}"/>
              </a:ext>
            </a:extLst>
          </p:cNvPr>
          <p:cNvSpPr txBox="1">
            <a:spLocks noGrp="1"/>
          </p:cNvSpPr>
          <p:nvPr/>
        </p:nvSpPr>
        <p:spPr>
          <a:xfrm>
            <a:off x="4910706" y="2074659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7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5E5B95C5-21B6-47FE-9DA3-B7621B831CAC}"/>
              </a:ext>
            </a:extLst>
          </p:cNvPr>
          <p:cNvSpPr txBox="1">
            <a:spLocks noGrp="1"/>
          </p:cNvSpPr>
          <p:nvPr/>
        </p:nvSpPr>
        <p:spPr>
          <a:xfrm>
            <a:off x="3977152" y="3254234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03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8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39A89598-68EA-4448-A251-04F530D25434}"/>
              </a:ext>
            </a:extLst>
          </p:cNvPr>
          <p:cNvSpPr txBox="1">
            <a:spLocks noGrp="1"/>
          </p:cNvSpPr>
          <p:nvPr/>
        </p:nvSpPr>
        <p:spPr>
          <a:xfrm>
            <a:off x="4875870" y="3280367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America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9" name="Google Shape;1339;p56">
            <a:extLst>
              <a:ext uri="{FF2B5EF4-FFF2-40B4-BE49-F238E27FC236}">
                <a16:creationId xmlns:a16="http://schemas.microsoft.com/office/drawing/2014/main" xmlns="" id="{530BE7D6-70CA-40F5-8E33-6DD3AECAEEB7}"/>
              </a:ext>
            </a:extLst>
          </p:cNvPr>
          <p:cNvSpPr txBox="1">
            <a:spLocks noGrp="1"/>
          </p:cNvSpPr>
          <p:nvPr/>
        </p:nvSpPr>
        <p:spPr>
          <a:xfrm>
            <a:off x="4882131" y="3839620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20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A22BD8A8-A341-478D-BC19-EFAB6045A461}"/>
              </a:ext>
            </a:extLst>
          </p:cNvPr>
          <p:cNvSpPr txBox="1">
            <a:spLocks noGrp="1"/>
          </p:cNvSpPr>
          <p:nvPr/>
        </p:nvSpPr>
        <p:spPr>
          <a:xfrm>
            <a:off x="8035273" y="3228096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04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21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38E43D2A-B5A9-48CD-86B4-5B95AD8752B9}"/>
              </a:ext>
            </a:extLst>
          </p:cNvPr>
          <p:cNvSpPr txBox="1">
            <a:spLocks noGrp="1"/>
          </p:cNvSpPr>
          <p:nvPr/>
        </p:nvSpPr>
        <p:spPr>
          <a:xfrm>
            <a:off x="8876182" y="3287121"/>
            <a:ext cx="2866771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Australia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22" name="Google Shape;1339;p56">
            <a:extLst>
              <a:ext uri="{FF2B5EF4-FFF2-40B4-BE49-F238E27FC236}">
                <a16:creationId xmlns:a16="http://schemas.microsoft.com/office/drawing/2014/main" xmlns="" id="{87D3CA81-C0DC-4FD3-A4D3-DE43705B4872}"/>
              </a:ext>
            </a:extLst>
          </p:cNvPr>
          <p:cNvSpPr txBox="1">
            <a:spLocks noGrp="1"/>
          </p:cNvSpPr>
          <p:nvPr/>
        </p:nvSpPr>
        <p:spPr>
          <a:xfrm>
            <a:off x="8888429" y="3845645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23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D254AC38-8A02-4483-9629-105E8330984C}"/>
              </a:ext>
            </a:extLst>
          </p:cNvPr>
          <p:cNvSpPr txBox="1">
            <a:spLocks noGrp="1"/>
          </p:cNvSpPr>
          <p:nvPr/>
        </p:nvSpPr>
        <p:spPr>
          <a:xfrm>
            <a:off x="3998827" y="1502464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01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24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26E26254-B25F-47D6-9E09-7EBFD7650424}"/>
              </a:ext>
            </a:extLst>
          </p:cNvPr>
          <p:cNvSpPr txBox="1">
            <a:spLocks noGrp="1"/>
          </p:cNvSpPr>
          <p:nvPr/>
        </p:nvSpPr>
        <p:spPr>
          <a:xfrm>
            <a:off x="3998827" y="5003632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05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194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51527DB-4E80-44CE-9E55-1CAD37C6BF3E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C68F348-5B5F-4473-AB7D-898CC061432F}"/>
              </a:ext>
            </a:extLst>
          </p:cNvPr>
          <p:cNvSpPr/>
          <p:nvPr/>
        </p:nvSpPr>
        <p:spPr>
          <a:xfrm>
            <a:off x="905069" y="0"/>
            <a:ext cx="1128693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0FD561-58DD-4FFF-BEDF-194C01A85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549115" y="762995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4C29473-4FDA-4C6B-9D94-67FD2AEE4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07785" y="762995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1957377-2228-4BEA-B94F-5EE703481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67720" y="762995"/>
            <a:ext cx="12192000" cy="68580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5FD53D34-6AA6-486C-9C2F-F0767DB808D3}"/>
              </a:ext>
            </a:extLst>
          </p:cNvPr>
          <p:cNvSpPr txBox="1"/>
          <p:nvPr/>
        </p:nvSpPr>
        <p:spPr>
          <a:xfrm>
            <a:off x="2786473" y="645661"/>
            <a:ext cx="7524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Three Content Summary</a:t>
            </a:r>
          </a:p>
        </p:txBody>
      </p:sp>
      <p:sp>
        <p:nvSpPr>
          <p:cNvPr id="9" name="Google Shape;1321;p54">
            <a:extLst>
              <a:ext uri="{FF2B5EF4-FFF2-40B4-BE49-F238E27FC236}">
                <a16:creationId xmlns:a16="http://schemas.microsoft.com/office/drawing/2014/main" xmlns="" id="{C28D8873-5D61-45D3-9338-0D1707C216ED}"/>
              </a:ext>
            </a:extLst>
          </p:cNvPr>
          <p:cNvSpPr txBox="1">
            <a:spLocks noGrp="1"/>
          </p:cNvSpPr>
          <p:nvPr/>
        </p:nvSpPr>
        <p:spPr>
          <a:xfrm>
            <a:off x="4203098" y="1937653"/>
            <a:ext cx="4690872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bg1"/>
                </a:solidFill>
                <a:latin typeface="Ibm plex serif" panose="02060503050406000203" pitchFamily="18" charset="0"/>
              </a:rPr>
              <a:t>Here is where your presentation begins</a:t>
            </a:r>
            <a:endParaRPr b="1" dirty="0">
              <a:solidFill>
                <a:schemeClr val="bg1"/>
              </a:solidFill>
              <a:latin typeface="Ibm plex serif" panose="02060503050406000203" pitchFamily="18" charset="0"/>
            </a:endParaRPr>
          </a:p>
        </p:txBody>
      </p:sp>
      <p:sp>
        <p:nvSpPr>
          <p:cNvPr id="10" name="Google Shape;1339;p56">
            <a:extLst>
              <a:ext uri="{FF2B5EF4-FFF2-40B4-BE49-F238E27FC236}">
                <a16:creationId xmlns:a16="http://schemas.microsoft.com/office/drawing/2014/main" xmlns="" id="{165586BC-8CB6-4008-91CB-2D2753ACAFB0}"/>
              </a:ext>
            </a:extLst>
          </p:cNvPr>
          <p:cNvSpPr txBox="1">
            <a:spLocks noGrp="1"/>
          </p:cNvSpPr>
          <p:nvPr/>
        </p:nvSpPr>
        <p:spPr>
          <a:xfrm>
            <a:off x="4723839" y="5183039"/>
            <a:ext cx="3179751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1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47220438-BBFF-478E-827A-A16F74FABB37}"/>
              </a:ext>
            </a:extLst>
          </p:cNvPr>
          <p:cNvSpPr txBox="1">
            <a:spLocks noGrp="1"/>
          </p:cNvSpPr>
          <p:nvPr/>
        </p:nvSpPr>
        <p:spPr>
          <a:xfrm>
            <a:off x="5512593" y="4191995"/>
            <a:ext cx="2091192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Europe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2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5420CF92-0D72-4DA8-8663-A64D4794C433}"/>
              </a:ext>
            </a:extLst>
          </p:cNvPr>
          <p:cNvSpPr txBox="1">
            <a:spLocks noGrp="1"/>
          </p:cNvSpPr>
          <p:nvPr/>
        </p:nvSpPr>
        <p:spPr>
          <a:xfrm>
            <a:off x="8835806" y="4191995"/>
            <a:ext cx="2275863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Antractida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3" name="Google Shape;1339;p56">
            <a:extLst>
              <a:ext uri="{FF2B5EF4-FFF2-40B4-BE49-F238E27FC236}">
                <a16:creationId xmlns:a16="http://schemas.microsoft.com/office/drawing/2014/main" xmlns="" id="{08C23D04-9F48-480C-AC7F-D5EF4AC806A0}"/>
              </a:ext>
            </a:extLst>
          </p:cNvPr>
          <p:cNvSpPr txBox="1">
            <a:spLocks noGrp="1"/>
          </p:cNvSpPr>
          <p:nvPr/>
        </p:nvSpPr>
        <p:spPr>
          <a:xfrm>
            <a:off x="8383864" y="5183039"/>
            <a:ext cx="3179751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4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7A388796-7F12-40E0-AC6B-9C37A4CF8823}"/>
              </a:ext>
            </a:extLst>
          </p:cNvPr>
          <p:cNvSpPr txBox="1">
            <a:spLocks noGrp="1"/>
          </p:cNvSpPr>
          <p:nvPr/>
        </p:nvSpPr>
        <p:spPr>
          <a:xfrm>
            <a:off x="1947584" y="4193281"/>
            <a:ext cx="1412214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Asia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5" name="Google Shape;1339;p56">
            <a:extLst>
              <a:ext uri="{FF2B5EF4-FFF2-40B4-BE49-F238E27FC236}">
                <a16:creationId xmlns:a16="http://schemas.microsoft.com/office/drawing/2014/main" xmlns="" id="{9B5E2659-113C-4608-876A-8306272E4979}"/>
              </a:ext>
            </a:extLst>
          </p:cNvPr>
          <p:cNvSpPr txBox="1">
            <a:spLocks noGrp="1"/>
          </p:cNvSpPr>
          <p:nvPr/>
        </p:nvSpPr>
        <p:spPr>
          <a:xfrm>
            <a:off x="1063816" y="5174670"/>
            <a:ext cx="3179751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0462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792BFE8-6F13-4008-9744-8DBBAAF612A1}"/>
              </a:ext>
            </a:extLst>
          </p:cNvPr>
          <p:cNvSpPr/>
          <p:nvPr/>
        </p:nvSpPr>
        <p:spPr>
          <a:xfrm>
            <a:off x="0" y="0"/>
            <a:ext cx="2801923" cy="6858000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A852483-486C-40EF-AF4C-D22ED42AC583}"/>
              </a:ext>
            </a:extLst>
          </p:cNvPr>
          <p:cNvSpPr/>
          <p:nvPr/>
        </p:nvSpPr>
        <p:spPr>
          <a:xfrm>
            <a:off x="2801923" y="0"/>
            <a:ext cx="9390077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="" id="{3DA1A906-EF3C-4E24-9C5D-50860828BE70}"/>
              </a:ext>
            </a:extLst>
          </p:cNvPr>
          <p:cNvSpPr txBox="1"/>
          <p:nvPr/>
        </p:nvSpPr>
        <p:spPr>
          <a:xfrm rot="16200000">
            <a:off x="-4695854" y="3165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Four Content Summary</a:t>
            </a:r>
          </a:p>
        </p:txBody>
      </p:sp>
      <p:sp>
        <p:nvSpPr>
          <p:cNvPr id="5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F7F7BCE2-5941-4115-8634-DA324785AB9E}"/>
              </a:ext>
            </a:extLst>
          </p:cNvPr>
          <p:cNvSpPr txBox="1">
            <a:spLocks noGrp="1"/>
          </p:cNvSpPr>
          <p:nvPr/>
        </p:nvSpPr>
        <p:spPr>
          <a:xfrm>
            <a:off x="3965183" y="3800626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05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6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FEDEEDFD-3603-4D78-9CB4-114DF9FEF581}"/>
              </a:ext>
            </a:extLst>
          </p:cNvPr>
          <p:cNvSpPr txBox="1">
            <a:spLocks noGrp="1"/>
          </p:cNvSpPr>
          <p:nvPr/>
        </p:nvSpPr>
        <p:spPr>
          <a:xfrm>
            <a:off x="4909062" y="3835747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America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7" name="Google Shape;1339;p56">
            <a:extLst>
              <a:ext uri="{FF2B5EF4-FFF2-40B4-BE49-F238E27FC236}">
                <a16:creationId xmlns:a16="http://schemas.microsoft.com/office/drawing/2014/main" xmlns="" id="{4AB06C9C-B91B-4E2C-8D7F-236F93412E63}"/>
              </a:ext>
            </a:extLst>
          </p:cNvPr>
          <p:cNvSpPr txBox="1">
            <a:spLocks noGrp="1"/>
          </p:cNvSpPr>
          <p:nvPr/>
        </p:nvSpPr>
        <p:spPr>
          <a:xfrm>
            <a:off x="4909062" y="4501747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8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1AE80FEE-B834-4866-A1F5-3E02343595A1}"/>
              </a:ext>
            </a:extLst>
          </p:cNvPr>
          <p:cNvSpPr txBox="1">
            <a:spLocks noGrp="1"/>
          </p:cNvSpPr>
          <p:nvPr/>
        </p:nvSpPr>
        <p:spPr>
          <a:xfrm>
            <a:off x="4896621" y="1823885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Europe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9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6C721BF2-4D1B-4D26-99EC-25B9BEFE27CE}"/>
              </a:ext>
            </a:extLst>
          </p:cNvPr>
          <p:cNvSpPr txBox="1">
            <a:spLocks noGrp="1"/>
          </p:cNvSpPr>
          <p:nvPr/>
        </p:nvSpPr>
        <p:spPr>
          <a:xfrm>
            <a:off x="3987245" y="1765851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02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0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5FA335DC-1066-4703-8B00-9DCEF6AF9537}"/>
              </a:ext>
            </a:extLst>
          </p:cNvPr>
          <p:cNvSpPr txBox="1">
            <a:spLocks noGrp="1"/>
          </p:cNvSpPr>
          <p:nvPr/>
        </p:nvSpPr>
        <p:spPr>
          <a:xfrm>
            <a:off x="8148416" y="1745190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03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1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A6843653-7CA1-4B91-AC79-3A9EB5A38BAC}"/>
              </a:ext>
            </a:extLst>
          </p:cNvPr>
          <p:cNvSpPr txBox="1">
            <a:spLocks noGrp="1"/>
          </p:cNvSpPr>
          <p:nvPr/>
        </p:nvSpPr>
        <p:spPr>
          <a:xfrm>
            <a:off x="9059157" y="1783290"/>
            <a:ext cx="2993143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Antractida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2" name="Google Shape;1339;p56">
            <a:extLst>
              <a:ext uri="{FF2B5EF4-FFF2-40B4-BE49-F238E27FC236}">
                <a16:creationId xmlns:a16="http://schemas.microsoft.com/office/drawing/2014/main" xmlns="" id="{98B760DC-5831-4365-9A82-22131656A3CD}"/>
              </a:ext>
            </a:extLst>
          </p:cNvPr>
          <p:cNvSpPr txBox="1">
            <a:spLocks noGrp="1"/>
          </p:cNvSpPr>
          <p:nvPr/>
        </p:nvSpPr>
        <p:spPr>
          <a:xfrm>
            <a:off x="9048881" y="2465710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3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3D0D7724-3454-4ED3-963D-FD70A745960F}"/>
              </a:ext>
            </a:extLst>
          </p:cNvPr>
          <p:cNvSpPr txBox="1">
            <a:spLocks noGrp="1"/>
          </p:cNvSpPr>
          <p:nvPr/>
        </p:nvSpPr>
        <p:spPr>
          <a:xfrm>
            <a:off x="8148416" y="3843806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06</a:t>
            </a:r>
            <a:endParaRPr sz="40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4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176C90EF-7D0B-4E77-9AD9-B663C9B86A2F}"/>
              </a:ext>
            </a:extLst>
          </p:cNvPr>
          <p:cNvSpPr txBox="1">
            <a:spLocks noGrp="1"/>
          </p:cNvSpPr>
          <p:nvPr/>
        </p:nvSpPr>
        <p:spPr>
          <a:xfrm>
            <a:off x="9044643" y="3843801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Africa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5" name="Google Shape;1339;p56">
            <a:extLst>
              <a:ext uri="{FF2B5EF4-FFF2-40B4-BE49-F238E27FC236}">
                <a16:creationId xmlns:a16="http://schemas.microsoft.com/office/drawing/2014/main" xmlns="" id="{D03427BC-D51D-4796-B075-34A3AE9D49D6}"/>
              </a:ext>
            </a:extLst>
          </p:cNvPr>
          <p:cNvSpPr txBox="1">
            <a:spLocks noGrp="1"/>
          </p:cNvSpPr>
          <p:nvPr/>
        </p:nvSpPr>
        <p:spPr>
          <a:xfrm>
            <a:off x="9044643" y="4491923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6" name="Google Shape;1339;p56">
            <a:extLst>
              <a:ext uri="{FF2B5EF4-FFF2-40B4-BE49-F238E27FC236}">
                <a16:creationId xmlns:a16="http://schemas.microsoft.com/office/drawing/2014/main" xmlns="" id="{2F6445F0-4BBE-4AD4-810E-6C240B722E95}"/>
              </a:ext>
            </a:extLst>
          </p:cNvPr>
          <p:cNvSpPr txBox="1">
            <a:spLocks noGrp="1"/>
          </p:cNvSpPr>
          <p:nvPr/>
        </p:nvSpPr>
        <p:spPr>
          <a:xfrm>
            <a:off x="4898371" y="2475534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6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8BADD46-3E8F-481A-A4E2-44DC86CA4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2798" y="645715"/>
            <a:ext cx="5805046" cy="32653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E1E82657-4E8D-4AEF-9AC6-61676D0E3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06759" y="2724374"/>
            <a:ext cx="5805046" cy="326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8241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6E5A348-122C-43B2-880B-79A47733FFB5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8DCED3B-ADCB-445A-BB51-ECC900F55B7B}"/>
              </a:ext>
            </a:extLst>
          </p:cNvPr>
          <p:cNvSpPr/>
          <p:nvPr/>
        </p:nvSpPr>
        <p:spPr>
          <a:xfrm>
            <a:off x="4743450" y="0"/>
            <a:ext cx="744855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85A512F-1AF9-4F4B-9BA8-817BD20F5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9744" r="22960"/>
          <a:stretch>
            <a:fillRect/>
          </a:stretch>
        </p:blipFill>
        <p:spPr>
          <a:xfrm>
            <a:off x="905070" y="0"/>
            <a:ext cx="3838381" cy="6858000"/>
          </a:xfrm>
          <a:custGeom>
            <a:avLst/>
            <a:gdLst>
              <a:gd name="connsiteX0" fmla="*/ 0 w 3838381"/>
              <a:gd name="connsiteY0" fmla="*/ 0 h 6858000"/>
              <a:gd name="connsiteX1" fmla="*/ 3838381 w 3838381"/>
              <a:gd name="connsiteY1" fmla="*/ 0 h 6858000"/>
              <a:gd name="connsiteX2" fmla="*/ 3838381 w 3838381"/>
              <a:gd name="connsiteY2" fmla="*/ 6858000 h 6858000"/>
              <a:gd name="connsiteX3" fmla="*/ 0 w 3838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8381" h="6858000">
                <a:moveTo>
                  <a:pt x="0" y="0"/>
                </a:moveTo>
                <a:lnTo>
                  <a:pt x="3838381" y="0"/>
                </a:lnTo>
                <a:lnTo>
                  <a:pt x="383838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Google Shape;1320;p54">
            <a:extLst>
              <a:ext uri="{FF2B5EF4-FFF2-40B4-BE49-F238E27FC236}">
                <a16:creationId xmlns:a16="http://schemas.microsoft.com/office/drawing/2014/main" xmlns="" id="{D5439D26-FE89-4634-9DE4-852551490C4B}"/>
              </a:ext>
            </a:extLst>
          </p:cNvPr>
          <p:cNvSpPr txBox="1">
            <a:spLocks noGrp="1"/>
          </p:cNvSpPr>
          <p:nvPr/>
        </p:nvSpPr>
        <p:spPr>
          <a:xfrm>
            <a:off x="5813230" y="4503761"/>
            <a:ext cx="4954491" cy="43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6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6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D9D5979-46D3-4080-A88D-F5BCFE36CCA1}"/>
              </a:ext>
            </a:extLst>
          </p:cNvPr>
          <p:cNvSpPr txBox="1"/>
          <p:nvPr/>
        </p:nvSpPr>
        <p:spPr>
          <a:xfrm>
            <a:off x="5641780" y="2424029"/>
            <a:ext cx="56518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This is the main </a:t>
            </a:r>
            <a:br>
              <a:rPr lang="en-US" sz="48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</a:br>
            <a:r>
              <a:rPr lang="en-US" sz="48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title!</a:t>
            </a:r>
          </a:p>
        </p:txBody>
      </p:sp>
    </p:spTree>
    <p:extLst>
      <p:ext uri="{BB962C8B-B14F-4D97-AF65-F5344CB8AC3E}">
        <p14:creationId xmlns:p14="http://schemas.microsoft.com/office/powerpoint/2010/main" xmlns="" val="359163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B9A7396-14EC-4DFA-BE8C-E24931942B45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AF291DE-86C4-4163-B662-E365D8B8D0FA}"/>
              </a:ext>
            </a:extLst>
          </p:cNvPr>
          <p:cNvSpPr/>
          <p:nvPr/>
        </p:nvSpPr>
        <p:spPr>
          <a:xfrm>
            <a:off x="4743450" y="0"/>
            <a:ext cx="744855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6623ED0-394D-412C-93F7-BF4852AC3E0D}"/>
              </a:ext>
            </a:extLst>
          </p:cNvPr>
          <p:cNvSpPr txBox="1"/>
          <p:nvPr/>
        </p:nvSpPr>
        <p:spPr>
          <a:xfrm>
            <a:off x="5648519" y="1380931"/>
            <a:ext cx="5676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This is the main </a:t>
            </a:r>
            <a:br>
              <a:rPr lang="en-US" sz="48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</a:br>
            <a:r>
              <a:rPr lang="en-US" sz="48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title!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5F604E4-8578-4399-B6CB-811812CA2055}"/>
              </a:ext>
            </a:extLst>
          </p:cNvPr>
          <p:cNvSpPr txBox="1"/>
          <p:nvPr/>
        </p:nvSpPr>
        <p:spPr>
          <a:xfrm>
            <a:off x="4953894" y="3374154"/>
            <a:ext cx="72762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b="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-Europe, second smallest of the world's continents</a:t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-Europe, second smallest of the world's continents</a:t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-Europe, second smallest of the world's continents</a:t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-Europe, second smallest of the world's continents</a:t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-Europe, second smallest of the world's continents</a:t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</a:br>
            <a:r>
              <a:rPr lang="en-US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b="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endParaRPr lang="en-US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25D99FC-E810-4C43-A0CD-8B9425983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0091" r="29052"/>
          <a:stretch>
            <a:fillRect/>
          </a:stretch>
        </p:blipFill>
        <p:spPr>
          <a:xfrm>
            <a:off x="905069" y="0"/>
            <a:ext cx="3838381" cy="6858000"/>
          </a:xfrm>
          <a:custGeom>
            <a:avLst/>
            <a:gdLst>
              <a:gd name="connsiteX0" fmla="*/ 0 w 3838381"/>
              <a:gd name="connsiteY0" fmla="*/ 0 h 6858000"/>
              <a:gd name="connsiteX1" fmla="*/ 3838381 w 3838381"/>
              <a:gd name="connsiteY1" fmla="*/ 0 h 6858000"/>
              <a:gd name="connsiteX2" fmla="*/ 3838381 w 3838381"/>
              <a:gd name="connsiteY2" fmla="*/ 6858000 h 6858000"/>
              <a:gd name="connsiteX3" fmla="*/ 0 w 3838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8381" h="6858000">
                <a:moveTo>
                  <a:pt x="0" y="0"/>
                </a:moveTo>
                <a:lnTo>
                  <a:pt x="3838381" y="0"/>
                </a:lnTo>
                <a:lnTo>
                  <a:pt x="3838381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xmlns="" val="33257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4AED276-14EA-4C9B-8D2D-5FF9F3E71F29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30C758C-E763-4612-9891-16A9E684E342}"/>
              </a:ext>
            </a:extLst>
          </p:cNvPr>
          <p:cNvSpPr/>
          <p:nvPr/>
        </p:nvSpPr>
        <p:spPr>
          <a:xfrm>
            <a:off x="8610600" y="1997436"/>
            <a:ext cx="3111500" cy="2457927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9F292C6-09A1-46D4-A95C-E586C26ADA23}"/>
              </a:ext>
            </a:extLst>
          </p:cNvPr>
          <p:cNvSpPr/>
          <p:nvPr/>
        </p:nvSpPr>
        <p:spPr>
          <a:xfrm>
            <a:off x="4540250" y="2505907"/>
            <a:ext cx="3111500" cy="2457927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475F4D5-EF0A-4A7E-95D8-E1F5850281F7}"/>
              </a:ext>
            </a:extLst>
          </p:cNvPr>
          <p:cNvSpPr/>
          <p:nvPr/>
        </p:nvSpPr>
        <p:spPr>
          <a:xfrm>
            <a:off x="482600" y="2959221"/>
            <a:ext cx="3111500" cy="2457927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xmlns="" id="{BF7908AC-6DAF-415E-8968-4428662EFECF}"/>
              </a:ext>
            </a:extLst>
          </p:cNvPr>
          <p:cNvSpPr txBox="1"/>
          <p:nvPr/>
        </p:nvSpPr>
        <p:spPr>
          <a:xfrm>
            <a:off x="0" y="4445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latin typeface="Fredoka one" panose="02000000000000000000" pitchFamily="2" charset="0"/>
                <a:cs typeface="Secular one" panose="00000500000000000000" pitchFamily="2" charset="-79"/>
              </a:rPr>
              <a:t>Infographics Preview!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884628D2-EA1D-4634-B691-72D86EA3BF72}"/>
              </a:ext>
            </a:extLst>
          </p:cNvPr>
          <p:cNvSpPr txBox="1"/>
          <p:nvPr/>
        </p:nvSpPr>
        <p:spPr>
          <a:xfrm>
            <a:off x="549521" y="4258352"/>
            <a:ext cx="29776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6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6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9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EF969E58-50A3-4AD0-99B7-00008C75EFAC}"/>
              </a:ext>
            </a:extLst>
          </p:cNvPr>
          <p:cNvSpPr txBox="1">
            <a:spLocks noGrp="1"/>
          </p:cNvSpPr>
          <p:nvPr/>
        </p:nvSpPr>
        <p:spPr>
          <a:xfrm>
            <a:off x="1471313" y="3306366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1"/>
                </a:solidFill>
                <a:latin typeface="Secular one" panose="00000500000000000000" pitchFamily="2" charset="-79"/>
                <a:ea typeface="Kozuka Gothic Pro B" panose="020B0800000000000000" pitchFamily="34" charset="-128"/>
                <a:cs typeface="Secular one" panose="00000500000000000000" pitchFamily="2" charset="-79"/>
              </a:rPr>
              <a:t>01</a:t>
            </a:r>
            <a:endParaRPr sz="4400" dirty="0">
              <a:solidFill>
                <a:schemeClr val="bg1"/>
              </a:solidFill>
              <a:latin typeface="Secular one" panose="00000500000000000000" pitchFamily="2" charset="-79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B9D584C-B9B2-49B0-9443-019345C364AF}"/>
              </a:ext>
            </a:extLst>
          </p:cNvPr>
          <p:cNvSpPr txBox="1"/>
          <p:nvPr/>
        </p:nvSpPr>
        <p:spPr>
          <a:xfrm>
            <a:off x="4651333" y="3779482"/>
            <a:ext cx="29776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600" b="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600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1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47EE8619-7C75-446E-A596-6F0D091D77A8}"/>
              </a:ext>
            </a:extLst>
          </p:cNvPr>
          <p:cNvSpPr txBox="1">
            <a:spLocks noGrp="1"/>
          </p:cNvSpPr>
          <p:nvPr/>
        </p:nvSpPr>
        <p:spPr>
          <a:xfrm>
            <a:off x="5584924" y="2757800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1"/>
                </a:solidFill>
                <a:latin typeface="Secular one" panose="00000500000000000000" pitchFamily="2" charset="-79"/>
                <a:ea typeface="Kozuka Gothic Pro B" panose="020B0800000000000000" pitchFamily="34" charset="-128"/>
                <a:cs typeface="Secular one" panose="00000500000000000000" pitchFamily="2" charset="-79"/>
              </a:rPr>
              <a:t>02</a:t>
            </a:r>
            <a:endParaRPr sz="4400" dirty="0">
              <a:solidFill>
                <a:schemeClr val="bg1"/>
              </a:solidFill>
              <a:latin typeface="Secular one" panose="00000500000000000000" pitchFamily="2" charset="-79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2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457A9CA1-A5A4-4FE3-9FD2-62A9EC1D0FAB}"/>
              </a:ext>
            </a:extLst>
          </p:cNvPr>
          <p:cNvSpPr txBox="1">
            <a:spLocks noGrp="1"/>
          </p:cNvSpPr>
          <p:nvPr/>
        </p:nvSpPr>
        <p:spPr>
          <a:xfrm>
            <a:off x="9647584" y="2257383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1"/>
                </a:solidFill>
                <a:latin typeface="Secular one" panose="00000500000000000000" pitchFamily="2" charset="-79"/>
                <a:ea typeface="Kozuka Gothic Pro B" panose="020B0800000000000000" pitchFamily="34" charset="-128"/>
                <a:cs typeface="Secular one" panose="00000500000000000000" pitchFamily="2" charset="-79"/>
              </a:rPr>
              <a:t>03</a:t>
            </a:r>
            <a:endParaRPr sz="4400" dirty="0">
              <a:solidFill>
                <a:schemeClr val="bg1"/>
              </a:solidFill>
              <a:latin typeface="Secular one" panose="00000500000000000000" pitchFamily="2" charset="-79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xmlns="" id="{FB04B7E1-B8EF-4AF3-BA8F-15CF8777A09F}"/>
              </a:ext>
            </a:extLst>
          </p:cNvPr>
          <p:cNvSpPr txBox="1"/>
          <p:nvPr/>
        </p:nvSpPr>
        <p:spPr>
          <a:xfrm>
            <a:off x="8673668" y="3320573"/>
            <a:ext cx="29776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600" b="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600" b="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49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62CA9A8-36BC-4711-8543-C38DBE7641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33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7906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B43FA4-FC6E-4576-BFE6-DC38DC22EB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33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3894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A3DC5F9-D515-4273-9822-20763124E7A4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redoka one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894101B-05EB-4848-B86E-84A6E3C2635E}"/>
              </a:ext>
            </a:extLst>
          </p:cNvPr>
          <p:cNvSpPr/>
          <p:nvPr/>
        </p:nvSpPr>
        <p:spPr>
          <a:xfrm>
            <a:off x="905069" y="0"/>
            <a:ext cx="1128693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edoka one" panose="02000000000000000000" pitchFamily="2" charset="0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xmlns="" id="{CB63D404-93EF-4E4E-B3D7-6E93E43BB118}"/>
              </a:ext>
            </a:extLst>
          </p:cNvPr>
          <p:cNvSpPr txBox="1"/>
          <p:nvPr/>
        </p:nvSpPr>
        <p:spPr>
          <a:xfrm>
            <a:off x="452535" y="734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Another Infographics Preview!</a:t>
            </a:r>
          </a:p>
        </p:txBody>
      </p:sp>
      <p:sp>
        <p:nvSpPr>
          <p:cNvPr id="5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4FE329EC-B8A3-4F17-8363-3B0A66EBEE9B}"/>
              </a:ext>
            </a:extLst>
          </p:cNvPr>
          <p:cNvSpPr txBox="1">
            <a:spLocks noGrp="1"/>
          </p:cNvSpPr>
          <p:nvPr/>
        </p:nvSpPr>
        <p:spPr>
          <a:xfrm>
            <a:off x="4279376" y="2005436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01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8CFE763-2BAD-4C9C-83FE-A12FBBF47F1A}"/>
              </a:ext>
            </a:extLst>
          </p:cNvPr>
          <p:cNvSpPr txBox="1"/>
          <p:nvPr/>
        </p:nvSpPr>
        <p:spPr>
          <a:xfrm>
            <a:off x="7067829" y="2051588"/>
            <a:ext cx="285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4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4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xmlns="" id="{AB017041-06C5-48B8-8357-DA4D0A57C765}"/>
              </a:ext>
            </a:extLst>
          </p:cNvPr>
          <p:cNvSpPr txBox="1"/>
          <p:nvPr/>
        </p:nvSpPr>
        <p:spPr>
          <a:xfrm>
            <a:off x="1533305" y="2005948"/>
            <a:ext cx="285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4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endParaRPr lang="en-US" sz="14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8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2B589A89-F8D6-4CA9-B6A0-154112E44A8A}"/>
              </a:ext>
            </a:extLst>
          </p:cNvPr>
          <p:cNvSpPr txBox="1">
            <a:spLocks noGrp="1"/>
          </p:cNvSpPr>
          <p:nvPr/>
        </p:nvSpPr>
        <p:spPr>
          <a:xfrm>
            <a:off x="9814118" y="2029568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03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7C68F9F-41E5-4458-A3D9-8E23BF70D011}"/>
              </a:ext>
            </a:extLst>
          </p:cNvPr>
          <p:cNvSpPr txBox="1"/>
          <p:nvPr/>
        </p:nvSpPr>
        <p:spPr>
          <a:xfrm>
            <a:off x="1538716" y="3579111"/>
            <a:ext cx="285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4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4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8D728644-FC91-488D-98A5-CD08F1E938B2}"/>
              </a:ext>
            </a:extLst>
          </p:cNvPr>
          <p:cNvSpPr txBox="1"/>
          <p:nvPr/>
        </p:nvSpPr>
        <p:spPr>
          <a:xfrm>
            <a:off x="7110671" y="3595152"/>
            <a:ext cx="285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4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4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1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DD396B61-7EC0-4BD4-97D6-0F58676A4F49}"/>
              </a:ext>
            </a:extLst>
          </p:cNvPr>
          <p:cNvSpPr txBox="1">
            <a:spLocks noGrp="1"/>
          </p:cNvSpPr>
          <p:nvPr/>
        </p:nvSpPr>
        <p:spPr>
          <a:xfrm>
            <a:off x="9886988" y="3590660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04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2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24F597B8-973E-415A-8320-0B9EAB680443}"/>
              </a:ext>
            </a:extLst>
          </p:cNvPr>
          <p:cNvSpPr txBox="1">
            <a:spLocks noGrp="1"/>
          </p:cNvSpPr>
          <p:nvPr/>
        </p:nvSpPr>
        <p:spPr>
          <a:xfrm>
            <a:off x="4278302" y="3566881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02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xmlns="" id="{C82281A6-C1F3-4185-BBE0-44A2C8A8677B}"/>
              </a:ext>
            </a:extLst>
          </p:cNvPr>
          <p:cNvSpPr txBox="1"/>
          <p:nvPr/>
        </p:nvSpPr>
        <p:spPr>
          <a:xfrm>
            <a:off x="1533305" y="5246362"/>
            <a:ext cx="2857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4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4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4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DC8163B6-F553-4D18-B81A-4571308B165B}"/>
              </a:ext>
            </a:extLst>
          </p:cNvPr>
          <p:cNvSpPr txBox="1">
            <a:spLocks noGrp="1"/>
          </p:cNvSpPr>
          <p:nvPr/>
        </p:nvSpPr>
        <p:spPr>
          <a:xfrm>
            <a:off x="4296284" y="5220332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05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xmlns="" id="{B6934CC3-2E89-495F-999F-09D88C30BBA0}"/>
              </a:ext>
            </a:extLst>
          </p:cNvPr>
          <p:cNvSpPr txBox="1"/>
          <p:nvPr/>
        </p:nvSpPr>
        <p:spPr>
          <a:xfrm>
            <a:off x="6988808" y="5246362"/>
            <a:ext cx="2993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400" b="1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400" b="1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400" b="1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6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6E3DCB14-862C-421E-BCB7-691F9AC20100}"/>
              </a:ext>
            </a:extLst>
          </p:cNvPr>
          <p:cNvSpPr txBox="1">
            <a:spLocks noGrp="1"/>
          </p:cNvSpPr>
          <p:nvPr/>
        </p:nvSpPr>
        <p:spPr>
          <a:xfrm>
            <a:off x="9846464" y="5241908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06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EBC2D339-6202-4205-8E6F-1A80BEEA3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452535" y="-1377412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D14821A6-E0BE-4D70-8518-65E31372A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87206" y="-1377412"/>
            <a:ext cx="12192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885832E7-3704-4DB0-8B81-CBB609F47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05120" y="161660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8A89A51D-ED3A-4367-84C3-DDDC92240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46163" y="1812908"/>
            <a:ext cx="12192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AAB9F625-2D3F-4CAE-BB88-63E36164A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81829" y="1872968"/>
            <a:ext cx="12192000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E8D83F5F-E26C-4051-9F52-1BE783A32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34621" y="24262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330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DF97871-38D9-40EC-80C8-750F49A22FFF}"/>
              </a:ext>
            </a:extLst>
          </p:cNvPr>
          <p:cNvSpPr/>
          <p:nvPr/>
        </p:nvSpPr>
        <p:spPr>
          <a:xfrm>
            <a:off x="905069" y="0"/>
            <a:ext cx="1128693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69B7E968-AB97-456E-8F03-B38B5C2BACA9}"/>
              </a:ext>
            </a:extLst>
          </p:cNvPr>
          <p:cNvSpPr/>
          <p:nvPr/>
        </p:nvSpPr>
        <p:spPr>
          <a:xfrm>
            <a:off x="1727796" y="4261222"/>
            <a:ext cx="868860" cy="868860"/>
          </a:xfrm>
          <a:prstGeom prst="ellipse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4C653BB0-39F0-4197-83D0-377242B9E54A}"/>
              </a:ext>
            </a:extLst>
          </p:cNvPr>
          <p:cNvSpPr/>
          <p:nvPr/>
        </p:nvSpPr>
        <p:spPr>
          <a:xfrm>
            <a:off x="3902663" y="4258500"/>
            <a:ext cx="868860" cy="868860"/>
          </a:xfrm>
          <a:prstGeom prst="ellipse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6D94A1DF-A266-4FB8-938F-356F7BA7F789}"/>
              </a:ext>
            </a:extLst>
          </p:cNvPr>
          <p:cNvSpPr/>
          <p:nvPr/>
        </p:nvSpPr>
        <p:spPr>
          <a:xfrm>
            <a:off x="6159229" y="4255876"/>
            <a:ext cx="868860" cy="868860"/>
          </a:xfrm>
          <a:prstGeom prst="ellipse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9CB43DC2-E331-4D9F-AFC5-E9A140BCE32A}"/>
              </a:ext>
            </a:extLst>
          </p:cNvPr>
          <p:cNvSpPr/>
          <p:nvPr/>
        </p:nvSpPr>
        <p:spPr>
          <a:xfrm>
            <a:off x="10433251" y="4286457"/>
            <a:ext cx="868860" cy="868860"/>
          </a:xfrm>
          <a:prstGeom prst="ellipse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120D02E0-BAE9-43A6-BFB6-FD72C3B758AF}"/>
              </a:ext>
            </a:extLst>
          </p:cNvPr>
          <p:cNvSpPr/>
          <p:nvPr/>
        </p:nvSpPr>
        <p:spPr>
          <a:xfrm>
            <a:off x="8259517" y="4283531"/>
            <a:ext cx="868860" cy="868860"/>
          </a:xfrm>
          <a:prstGeom prst="ellipse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F63C6C6-23E6-4EFB-9513-A5E596FF8D03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69CADCE0-9B3B-4765-B148-8D484AA23EBD}"/>
              </a:ext>
            </a:extLst>
          </p:cNvPr>
          <p:cNvSpPr txBox="1">
            <a:spLocks noGrp="1"/>
          </p:cNvSpPr>
          <p:nvPr/>
        </p:nvSpPr>
        <p:spPr>
          <a:xfrm>
            <a:off x="1647686" y="4307192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01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8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64D4FBB4-52A1-42A1-BB32-8CBC941B6670}"/>
              </a:ext>
            </a:extLst>
          </p:cNvPr>
          <p:cNvSpPr txBox="1">
            <a:spLocks noGrp="1"/>
          </p:cNvSpPr>
          <p:nvPr/>
        </p:nvSpPr>
        <p:spPr>
          <a:xfrm>
            <a:off x="1701872" y="5030772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Aldhabi" panose="01000000000000000000" pitchFamily="2" charset="-78"/>
              </a:rPr>
              <a:t>Asia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Aldhabi" panose="01000000000000000000" pitchFamily="2" charset="-78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xmlns="" id="{C7C4050A-6A2D-4038-A8CA-41E443EC2F3A}"/>
              </a:ext>
            </a:extLst>
          </p:cNvPr>
          <p:cNvSpPr txBox="1"/>
          <p:nvPr/>
        </p:nvSpPr>
        <p:spPr>
          <a:xfrm>
            <a:off x="962219" y="3597717"/>
            <a:ext cx="2342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2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2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xmlns="" id="{FAFBDDA2-C611-4FF9-9F37-D7A520AC7DFD}"/>
              </a:ext>
            </a:extLst>
          </p:cNvPr>
          <p:cNvSpPr txBox="1"/>
          <p:nvPr/>
        </p:nvSpPr>
        <p:spPr>
          <a:xfrm>
            <a:off x="3190619" y="3606810"/>
            <a:ext cx="2342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2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2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1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C8DA656B-79C4-4625-AE53-A978535EEBE4}"/>
              </a:ext>
            </a:extLst>
          </p:cNvPr>
          <p:cNvSpPr txBox="1">
            <a:spLocks noGrp="1"/>
          </p:cNvSpPr>
          <p:nvPr/>
        </p:nvSpPr>
        <p:spPr>
          <a:xfrm>
            <a:off x="3828530" y="4313996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02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2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F0D9FBA2-0D06-4799-BCDB-08BAF08DECC6}"/>
              </a:ext>
            </a:extLst>
          </p:cNvPr>
          <p:cNvSpPr txBox="1">
            <a:spLocks noGrp="1"/>
          </p:cNvSpPr>
          <p:nvPr/>
        </p:nvSpPr>
        <p:spPr>
          <a:xfrm>
            <a:off x="3663787" y="5035813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Aldhabi" panose="01000000000000000000" pitchFamily="2" charset="-78"/>
              </a:rPr>
              <a:t>Africa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Aldhabi" panose="01000000000000000000" pitchFamily="2" charset="-78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xmlns="" id="{C8CE8602-D1C8-4668-8E4F-27E806286F4A}"/>
              </a:ext>
            </a:extLst>
          </p:cNvPr>
          <p:cNvSpPr txBox="1"/>
          <p:nvPr/>
        </p:nvSpPr>
        <p:spPr>
          <a:xfrm>
            <a:off x="5413726" y="3621771"/>
            <a:ext cx="2342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2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2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5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88860DF1-843C-4E05-9A33-2E44D9A3DDED}"/>
              </a:ext>
            </a:extLst>
          </p:cNvPr>
          <p:cNvSpPr txBox="1">
            <a:spLocks noGrp="1"/>
          </p:cNvSpPr>
          <p:nvPr/>
        </p:nvSpPr>
        <p:spPr>
          <a:xfrm>
            <a:off x="6082398" y="4292019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03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6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9E0DB602-1BF2-42BA-AC0F-8E7DE493D0F4}"/>
              </a:ext>
            </a:extLst>
          </p:cNvPr>
          <p:cNvSpPr txBox="1">
            <a:spLocks noGrp="1"/>
          </p:cNvSpPr>
          <p:nvPr/>
        </p:nvSpPr>
        <p:spPr>
          <a:xfrm>
            <a:off x="5849658" y="5030772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Aldhabi" panose="01000000000000000000" pitchFamily="2" charset="-78"/>
              </a:rPr>
              <a:t>Europe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Aldhabi" panose="01000000000000000000" pitchFamily="2" charset="-78"/>
            </a:endParaRPr>
          </a:p>
        </p:txBody>
      </p:sp>
      <p:sp>
        <p:nvSpPr>
          <p:cNvPr id="17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35C9ABF0-03CD-4E42-8B08-36D9FBE5D625}"/>
              </a:ext>
            </a:extLst>
          </p:cNvPr>
          <p:cNvSpPr txBox="1">
            <a:spLocks noGrp="1"/>
          </p:cNvSpPr>
          <p:nvPr/>
        </p:nvSpPr>
        <p:spPr>
          <a:xfrm>
            <a:off x="8188244" y="4319290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04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xmlns="" id="{1501A550-AEBC-4041-9C14-D8840CFCB399}"/>
              </a:ext>
            </a:extLst>
          </p:cNvPr>
          <p:cNvSpPr txBox="1"/>
          <p:nvPr/>
        </p:nvSpPr>
        <p:spPr>
          <a:xfrm>
            <a:off x="7522540" y="3624032"/>
            <a:ext cx="2342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2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2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9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F2A703CE-E7C3-4894-B45B-AD7B578A50D3}"/>
              </a:ext>
            </a:extLst>
          </p:cNvPr>
          <p:cNvSpPr txBox="1">
            <a:spLocks noGrp="1"/>
          </p:cNvSpPr>
          <p:nvPr/>
        </p:nvSpPr>
        <p:spPr>
          <a:xfrm>
            <a:off x="7832486" y="5024730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Aldhabi" panose="01000000000000000000" pitchFamily="2" charset="-78"/>
              </a:rPr>
              <a:t>America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Aldhabi" panose="01000000000000000000" pitchFamily="2" charset="-78"/>
            </a:endParaRPr>
          </a:p>
        </p:txBody>
      </p:sp>
      <p:sp>
        <p:nvSpPr>
          <p:cNvPr id="21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DF6D80ED-E760-4BE2-8A17-565EFCDE69FF}"/>
              </a:ext>
            </a:extLst>
          </p:cNvPr>
          <p:cNvSpPr txBox="1">
            <a:spLocks noGrp="1"/>
          </p:cNvSpPr>
          <p:nvPr/>
        </p:nvSpPr>
        <p:spPr>
          <a:xfrm>
            <a:off x="9988893" y="5007437"/>
            <a:ext cx="2079586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Aldhabi" panose="01000000000000000000" pitchFamily="2" charset="-78"/>
              </a:rPr>
              <a:t>Oceania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Aldhabi" panose="01000000000000000000" pitchFamily="2" charset="-78"/>
            </a:endParaRPr>
          </a:p>
        </p:txBody>
      </p:sp>
      <p:sp>
        <p:nvSpPr>
          <p:cNvPr id="22" name="Google Shape;1341;p56">
            <a:hlinkClick r:id="" action="ppaction://noaction"/>
            <a:extLst>
              <a:ext uri="{FF2B5EF4-FFF2-40B4-BE49-F238E27FC236}">
                <a16:creationId xmlns:a16="http://schemas.microsoft.com/office/drawing/2014/main" xmlns="" id="{CB20EE89-469F-4D95-ADA0-101D11F6AF0E}"/>
              </a:ext>
            </a:extLst>
          </p:cNvPr>
          <p:cNvSpPr txBox="1">
            <a:spLocks noGrp="1"/>
          </p:cNvSpPr>
          <p:nvPr/>
        </p:nvSpPr>
        <p:spPr>
          <a:xfrm>
            <a:off x="10374380" y="4338539"/>
            <a:ext cx="1022152" cy="76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18850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  <a:latin typeface="Fredoka one" panose="02000000000000000000" pitchFamily="2" charset="0"/>
                <a:ea typeface="Kozuka Gothic Pro B" panose="020B0800000000000000" pitchFamily="34" charset="-128"/>
                <a:cs typeface="Secular one" panose="00000500000000000000" pitchFamily="2" charset="-79"/>
              </a:rPr>
              <a:t>05</a:t>
            </a:r>
            <a:endParaRPr sz="3600" dirty="0">
              <a:solidFill>
                <a:schemeClr val="bg1"/>
              </a:solidFill>
              <a:latin typeface="Fredoka one" panose="02000000000000000000" pitchFamily="2" charset="0"/>
              <a:ea typeface="Kozuka Gothic Pro B" panose="020B0800000000000000" pitchFamily="34" charset="-128"/>
              <a:cs typeface="Secular one" panose="00000500000000000000" pitchFamily="2" charset="-79"/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xmlns="" id="{33BEC9AF-176B-49C5-AA3A-5B138E521C19}"/>
              </a:ext>
            </a:extLst>
          </p:cNvPr>
          <p:cNvSpPr txBox="1"/>
          <p:nvPr/>
        </p:nvSpPr>
        <p:spPr>
          <a:xfrm>
            <a:off x="9642423" y="3633176"/>
            <a:ext cx="2342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We thank you for choosing </a:t>
            </a:r>
            <a:r>
              <a:rPr lang="en-US" sz="1200" dirty="0" smtClean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azslides.com </a:t>
            </a:r>
            <a:r>
              <a:rPr lang="en-US" sz="12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for your presentation</a:t>
            </a:r>
          </a:p>
          <a:p>
            <a:pPr algn="ctr"/>
            <a:endParaRPr lang="en-US" sz="12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xmlns="" id="{80AA7D3E-2FFB-49CF-AC34-B9B19BF90104}"/>
              </a:ext>
            </a:extLst>
          </p:cNvPr>
          <p:cNvSpPr txBox="1"/>
          <p:nvPr/>
        </p:nvSpPr>
        <p:spPr>
          <a:xfrm>
            <a:off x="462059" y="153167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 Timeline…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D5AC5837-F96C-46FA-B1C3-03DC83F3C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926983">
            <a:off x="-1633016" y="-1681532"/>
            <a:ext cx="15240000" cy="85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773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5AD4A1B-02D1-4C92-84F0-F9A68A714D9B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redoka one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AC1B948-52FA-4475-A609-6132C982AE1F}"/>
              </a:ext>
            </a:extLst>
          </p:cNvPr>
          <p:cNvSpPr/>
          <p:nvPr/>
        </p:nvSpPr>
        <p:spPr>
          <a:xfrm>
            <a:off x="905069" y="0"/>
            <a:ext cx="1128693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edoka one" panose="02000000000000000000" pitchFamily="2" charset="0"/>
            </a:endParaRPr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xmlns="" id="{B4EEF7A2-8BE5-4FA8-A254-B34EA458470B}"/>
              </a:ext>
            </a:extLst>
          </p:cNvPr>
          <p:cNvSpPr txBox="1"/>
          <p:nvPr/>
        </p:nvSpPr>
        <p:spPr>
          <a:xfrm>
            <a:off x="3594101" y="561989"/>
            <a:ext cx="5841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Reviewing Concepts!</a:t>
            </a:r>
          </a:p>
        </p:txBody>
      </p:sp>
      <p:sp>
        <p:nvSpPr>
          <p:cNvPr id="5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4730F75B-F549-4498-A669-F77664671245}"/>
              </a:ext>
            </a:extLst>
          </p:cNvPr>
          <p:cNvSpPr txBox="1">
            <a:spLocks noGrp="1"/>
          </p:cNvSpPr>
          <p:nvPr/>
        </p:nvSpPr>
        <p:spPr>
          <a:xfrm>
            <a:off x="3001975" y="1626286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Asia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6" name="Google Shape;1339;p56">
            <a:extLst>
              <a:ext uri="{FF2B5EF4-FFF2-40B4-BE49-F238E27FC236}">
                <a16:creationId xmlns:a16="http://schemas.microsoft.com/office/drawing/2014/main" xmlns="" id="{A476ADF3-7BBC-4FB1-84BD-8FADCCCE5F70}"/>
              </a:ext>
            </a:extLst>
          </p:cNvPr>
          <p:cNvSpPr txBox="1">
            <a:spLocks noGrp="1"/>
          </p:cNvSpPr>
          <p:nvPr/>
        </p:nvSpPr>
        <p:spPr>
          <a:xfrm>
            <a:off x="2972392" y="2170405"/>
            <a:ext cx="2155807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4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7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7740F4CF-6228-42EC-A070-795B3044587E}"/>
              </a:ext>
            </a:extLst>
          </p:cNvPr>
          <p:cNvSpPr txBox="1">
            <a:spLocks noGrp="1"/>
          </p:cNvSpPr>
          <p:nvPr/>
        </p:nvSpPr>
        <p:spPr>
          <a:xfrm>
            <a:off x="2972391" y="3255130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Africa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8" name="Google Shape;1339;p56">
            <a:extLst>
              <a:ext uri="{FF2B5EF4-FFF2-40B4-BE49-F238E27FC236}">
                <a16:creationId xmlns:a16="http://schemas.microsoft.com/office/drawing/2014/main" xmlns="" id="{5C859634-F428-4111-9B1C-5F7A8F8EEA00}"/>
              </a:ext>
            </a:extLst>
          </p:cNvPr>
          <p:cNvSpPr txBox="1">
            <a:spLocks noGrp="1"/>
          </p:cNvSpPr>
          <p:nvPr/>
        </p:nvSpPr>
        <p:spPr>
          <a:xfrm>
            <a:off x="2972392" y="3846361"/>
            <a:ext cx="2125858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4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9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7276B999-6683-41AC-BCB2-A1163A1AB956}"/>
              </a:ext>
            </a:extLst>
          </p:cNvPr>
          <p:cNvSpPr txBox="1">
            <a:spLocks noGrp="1"/>
          </p:cNvSpPr>
          <p:nvPr/>
        </p:nvSpPr>
        <p:spPr>
          <a:xfrm>
            <a:off x="7963642" y="3285454"/>
            <a:ext cx="232891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America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0" name="Google Shape;1339;p56">
            <a:extLst>
              <a:ext uri="{FF2B5EF4-FFF2-40B4-BE49-F238E27FC236}">
                <a16:creationId xmlns:a16="http://schemas.microsoft.com/office/drawing/2014/main" xmlns="" id="{2698B061-240C-4720-9D9F-E2C5110C473A}"/>
              </a:ext>
            </a:extLst>
          </p:cNvPr>
          <p:cNvSpPr txBox="1">
            <a:spLocks noGrp="1"/>
          </p:cNvSpPr>
          <p:nvPr/>
        </p:nvSpPr>
        <p:spPr>
          <a:xfrm>
            <a:off x="7691734" y="2170405"/>
            <a:ext cx="2155814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4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1" name="Google Shape;1339;p56">
            <a:extLst>
              <a:ext uri="{FF2B5EF4-FFF2-40B4-BE49-F238E27FC236}">
                <a16:creationId xmlns:a16="http://schemas.microsoft.com/office/drawing/2014/main" xmlns="" id="{A278B58D-408A-497E-9A4C-565E26F281FC}"/>
              </a:ext>
            </a:extLst>
          </p:cNvPr>
          <p:cNvSpPr txBox="1">
            <a:spLocks noGrp="1"/>
          </p:cNvSpPr>
          <p:nvPr/>
        </p:nvSpPr>
        <p:spPr>
          <a:xfrm>
            <a:off x="7644919" y="3886334"/>
            <a:ext cx="2155813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4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2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3CD9AD5E-1479-4E62-8807-B79FA77153B9}"/>
              </a:ext>
            </a:extLst>
          </p:cNvPr>
          <p:cNvSpPr txBox="1">
            <a:spLocks noGrp="1"/>
          </p:cNvSpPr>
          <p:nvPr/>
        </p:nvSpPr>
        <p:spPr>
          <a:xfrm>
            <a:off x="8348783" y="1653717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Europe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3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5C40510D-612F-40FE-A972-F0FBEDCE63AC}"/>
              </a:ext>
            </a:extLst>
          </p:cNvPr>
          <p:cNvSpPr txBox="1">
            <a:spLocks noGrp="1"/>
          </p:cNvSpPr>
          <p:nvPr/>
        </p:nvSpPr>
        <p:spPr>
          <a:xfrm>
            <a:off x="2946991" y="4936649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Antractida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4" name="Google Shape;1339;p56">
            <a:extLst>
              <a:ext uri="{FF2B5EF4-FFF2-40B4-BE49-F238E27FC236}">
                <a16:creationId xmlns:a16="http://schemas.microsoft.com/office/drawing/2014/main" xmlns="" id="{E431D9FD-F7B9-4627-995F-6EDB2830A756}"/>
              </a:ext>
            </a:extLst>
          </p:cNvPr>
          <p:cNvSpPr txBox="1">
            <a:spLocks noGrp="1"/>
          </p:cNvSpPr>
          <p:nvPr/>
        </p:nvSpPr>
        <p:spPr>
          <a:xfrm>
            <a:off x="2967407" y="5504611"/>
            <a:ext cx="2125867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4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sp>
        <p:nvSpPr>
          <p:cNvPr id="15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1FD697A9-4E24-4191-B3D8-1F1DEA3F5532}"/>
              </a:ext>
            </a:extLst>
          </p:cNvPr>
          <p:cNvSpPr txBox="1">
            <a:spLocks noGrp="1"/>
          </p:cNvSpPr>
          <p:nvPr/>
        </p:nvSpPr>
        <p:spPr>
          <a:xfrm>
            <a:off x="8037203" y="4907349"/>
            <a:ext cx="1924161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 dirty="0">
                <a:solidFill>
                  <a:schemeClr val="bg1"/>
                </a:solidFill>
                <a:latin typeface="Fredoka one" panose="02000000000000000000" pitchFamily="2" charset="0"/>
                <a:cs typeface="Secular one" panose="00000500000000000000" pitchFamily="2" charset="-79"/>
              </a:rPr>
              <a:t>Oceania</a:t>
            </a:r>
            <a:endParaRPr sz="3200" dirty="0">
              <a:solidFill>
                <a:schemeClr val="bg1"/>
              </a:solidFill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sp>
        <p:nvSpPr>
          <p:cNvPr id="16" name="Google Shape;1339;p56">
            <a:extLst>
              <a:ext uri="{FF2B5EF4-FFF2-40B4-BE49-F238E27FC236}">
                <a16:creationId xmlns:a16="http://schemas.microsoft.com/office/drawing/2014/main" xmlns="" id="{A99B2E7D-EDC4-4AF1-8C8B-51810E340B9D}"/>
              </a:ext>
            </a:extLst>
          </p:cNvPr>
          <p:cNvSpPr txBox="1">
            <a:spLocks noGrp="1"/>
          </p:cNvSpPr>
          <p:nvPr/>
        </p:nvSpPr>
        <p:spPr>
          <a:xfrm>
            <a:off x="7675857" y="5474563"/>
            <a:ext cx="2125859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1"/>
                </a:solidFill>
                <a:latin typeface="Ibm plex serif" panose="02060503050406000203" pitchFamily="18" charset="0"/>
                <a:cs typeface="Dubai Medium" panose="020B0603030403030204" pitchFamily="34" charset="-78"/>
              </a:rPr>
              <a:t>You can describe the topic of the section here</a:t>
            </a:r>
            <a:endParaRPr sz="1400" dirty="0">
              <a:solidFill>
                <a:schemeClr val="bg1"/>
              </a:solidFill>
              <a:latin typeface="Ibm plex serif" panose="02060503050406000203" pitchFamily="18" charset="0"/>
              <a:cs typeface="Dubai Medium" panose="020B0603030403030204" pitchFamily="34" charset="-7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AF12AE30-D6D1-48E3-A32B-F3D174868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flipH="1">
            <a:off x="-3707464" y="-1802714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A6F2C2D6-AE8B-447D-B9DE-414DB30E4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flipH="1">
            <a:off x="-3707464" y="-173870"/>
            <a:ext cx="12192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F687C5C6-59AA-45F7-BC4C-B1BAAC4C2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flipH="1">
            <a:off x="-3707464" y="1454974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CA3C4E57-8E43-450E-99A9-EE4158D3B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30458" y="-1775283"/>
            <a:ext cx="12192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3CF9C3AB-D8F6-4AE9-901F-566CE9492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38780" y="-99827"/>
            <a:ext cx="12192000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41E231CB-436A-4AB1-8FD8-97A799113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06232" y="152901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1331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EFE6D53D-4829-45D8-B54A-50D169751E8A}"/>
              </a:ext>
            </a:extLst>
          </p:cNvPr>
          <p:cNvSpPr txBox="1">
            <a:spLocks noGrp="1"/>
          </p:cNvSpPr>
          <p:nvPr/>
        </p:nvSpPr>
        <p:spPr>
          <a:xfrm>
            <a:off x="1064980" y="4757714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 dirty="0">
                <a:solidFill>
                  <a:schemeClr val="tx1"/>
                </a:solidFill>
                <a:latin typeface="Abadi" panose="020B0604020104020204" pitchFamily="34" charset="0"/>
              </a:rPr>
              <a:t>Elon Musk</a:t>
            </a:r>
            <a:endParaRPr sz="28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Google Shape;1339;p56">
            <a:extLst>
              <a:ext uri="{FF2B5EF4-FFF2-40B4-BE49-F238E27FC236}">
                <a16:creationId xmlns:a16="http://schemas.microsoft.com/office/drawing/2014/main" xmlns="" id="{C389FFEF-E83F-4BB7-8077-645034D64175}"/>
              </a:ext>
            </a:extLst>
          </p:cNvPr>
          <p:cNvSpPr txBox="1">
            <a:spLocks noGrp="1"/>
          </p:cNvSpPr>
          <p:nvPr/>
        </p:nvSpPr>
        <p:spPr>
          <a:xfrm>
            <a:off x="984276" y="5215766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You can describe the topic of the section here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F9F2B062-CBDB-4B2B-BCA3-5FF95865138D}"/>
              </a:ext>
            </a:extLst>
          </p:cNvPr>
          <p:cNvSpPr txBox="1">
            <a:spLocks noGrp="1"/>
          </p:cNvSpPr>
          <p:nvPr/>
        </p:nvSpPr>
        <p:spPr>
          <a:xfrm>
            <a:off x="5017312" y="4843934"/>
            <a:ext cx="3212287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Abadi" panose="020B0604020104020204" pitchFamily="34" charset="0"/>
              </a:rPr>
              <a:t>Michelle Obama</a:t>
            </a:r>
          </a:p>
        </p:txBody>
      </p:sp>
      <p:sp>
        <p:nvSpPr>
          <p:cNvPr id="7" name="Google Shape;1339;p56">
            <a:extLst>
              <a:ext uri="{FF2B5EF4-FFF2-40B4-BE49-F238E27FC236}">
                <a16:creationId xmlns:a16="http://schemas.microsoft.com/office/drawing/2014/main" xmlns="" id="{1623A1A9-3675-4FC8-A92D-1CC01F0748AE}"/>
              </a:ext>
            </a:extLst>
          </p:cNvPr>
          <p:cNvSpPr txBox="1">
            <a:spLocks noGrp="1"/>
          </p:cNvSpPr>
          <p:nvPr/>
        </p:nvSpPr>
        <p:spPr>
          <a:xfrm>
            <a:off x="5386754" y="5290242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You can describe the topic of the section here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xmlns="" id="{A593D115-0E2A-419B-88C7-83194B0652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16690" y="2114693"/>
            <a:ext cx="2540685" cy="2540685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0D9B2A7D-71EB-4078-B773-1F92D9A46E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0223" y="2114693"/>
            <a:ext cx="2425614" cy="2425614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91CD2981-764F-4CEA-853C-A5A0FE7F43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75725" y="2080116"/>
            <a:ext cx="2425614" cy="2425614"/>
          </a:xfrm>
          <a:prstGeom prst="rect">
            <a:avLst/>
          </a:prstGeom>
        </p:spPr>
      </p:pic>
      <p:sp>
        <p:nvSpPr>
          <p:cNvPr id="11" name="Google Shape;1339;p56">
            <a:extLst>
              <a:ext uri="{FF2B5EF4-FFF2-40B4-BE49-F238E27FC236}">
                <a16:creationId xmlns:a16="http://schemas.microsoft.com/office/drawing/2014/main" xmlns="" id="{15656E98-890F-4FEC-AF5E-C7D6CCFB85C9}"/>
              </a:ext>
            </a:extLst>
          </p:cNvPr>
          <p:cNvSpPr txBox="1">
            <a:spLocks noGrp="1"/>
          </p:cNvSpPr>
          <p:nvPr/>
        </p:nvSpPr>
        <p:spPr>
          <a:xfrm>
            <a:off x="9421107" y="5294322"/>
            <a:ext cx="1923600" cy="10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You can describe the topic of the section here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42987A2-6251-48D7-B5F3-6F57B32FA9EC}"/>
              </a:ext>
            </a:extLst>
          </p:cNvPr>
          <p:cNvSpPr txBox="1"/>
          <p:nvPr/>
        </p:nvSpPr>
        <p:spPr>
          <a:xfrm>
            <a:off x="0" y="53437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latin typeface="Fredoka one" panose="02000000000000000000" pitchFamily="2" charset="0"/>
                <a:cs typeface="Secular one" panose="00000500000000000000" pitchFamily="2" charset="-79"/>
              </a:rPr>
              <a:t>This is our Team!</a:t>
            </a:r>
          </a:p>
        </p:txBody>
      </p:sp>
      <p:sp>
        <p:nvSpPr>
          <p:cNvPr id="13" name="Google Shape;1335;p56">
            <a:hlinkClick r:id="" action="ppaction://noaction"/>
            <a:extLst>
              <a:ext uri="{FF2B5EF4-FFF2-40B4-BE49-F238E27FC236}">
                <a16:creationId xmlns:a16="http://schemas.microsoft.com/office/drawing/2014/main" xmlns="" id="{2AD44DC9-944B-49BE-B535-BFDD65BB2358}"/>
              </a:ext>
            </a:extLst>
          </p:cNvPr>
          <p:cNvSpPr txBox="1">
            <a:spLocks noGrp="1"/>
          </p:cNvSpPr>
          <p:nvPr/>
        </p:nvSpPr>
        <p:spPr>
          <a:xfrm>
            <a:off x="9487301" y="4880435"/>
            <a:ext cx="248442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 dirty="0">
                <a:solidFill>
                  <a:schemeClr val="tx1"/>
                </a:solidFill>
                <a:latin typeface="Abadi" panose="020B0604020104020204" pitchFamily="34" charset="0"/>
              </a:rPr>
              <a:t>Jeff Bezos</a:t>
            </a:r>
            <a:endParaRPr sz="28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86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E44EB0D-F60C-4665-9B28-E99E2064BAA1}"/>
              </a:ext>
            </a:extLst>
          </p:cNvPr>
          <p:cNvSpPr txBox="1"/>
          <p:nvPr/>
        </p:nvSpPr>
        <p:spPr>
          <a:xfrm>
            <a:off x="0" y="47013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>
                <a:latin typeface="Fredoka one" panose="02000000000000000000" pitchFamily="2" charset="0"/>
                <a:cs typeface="Secular one" panose="00000500000000000000" pitchFamily="2" charset="-79"/>
              </a:rPr>
              <a:t>World Map</a:t>
            </a:r>
            <a:endParaRPr lang="en-US" sz="4000" b="1" dirty="0">
              <a:latin typeface="Fredoka one" panose="02000000000000000000" pitchFamily="2" charset="0"/>
              <a:cs typeface="Secular one" panose="00000500000000000000" pitchFamily="2" charset="-79"/>
            </a:endParaRPr>
          </a:p>
        </p:txBody>
      </p:sp>
      <p:grpSp>
        <p:nvGrpSpPr>
          <p:cNvPr id="3" name="Google Shape;8900;p37">
            <a:extLst>
              <a:ext uri="{FF2B5EF4-FFF2-40B4-BE49-F238E27FC236}">
                <a16:creationId xmlns:a16="http://schemas.microsoft.com/office/drawing/2014/main" xmlns="" id="{5E381516-05C8-4711-B220-F5F62D297D56}"/>
              </a:ext>
            </a:extLst>
          </p:cNvPr>
          <p:cNvGrpSpPr/>
          <p:nvPr/>
        </p:nvGrpSpPr>
        <p:grpSpPr>
          <a:xfrm>
            <a:off x="2400503" y="2051962"/>
            <a:ext cx="7864510" cy="3482070"/>
            <a:chOff x="275475" y="1342375"/>
            <a:chExt cx="7012250" cy="3021400"/>
          </a:xfrm>
          <a:solidFill>
            <a:schemeClr val="accent4">
              <a:lumMod val="50000"/>
            </a:schemeClr>
          </a:solidFill>
        </p:grpSpPr>
        <p:sp>
          <p:nvSpPr>
            <p:cNvPr id="8" name="Google Shape;8901;p37">
              <a:extLst>
                <a:ext uri="{FF2B5EF4-FFF2-40B4-BE49-F238E27FC236}">
                  <a16:creationId xmlns:a16="http://schemas.microsoft.com/office/drawing/2014/main" xmlns="" id="{D4F97034-916D-4B0D-9EB6-52D4C5E37386}"/>
                </a:ext>
              </a:extLst>
            </p:cNvPr>
            <p:cNvSpPr/>
            <p:nvPr/>
          </p:nvSpPr>
          <p:spPr>
            <a:xfrm>
              <a:off x="4871175" y="2237375"/>
              <a:ext cx="257375" cy="209425"/>
            </a:xfrm>
            <a:custGeom>
              <a:avLst/>
              <a:gdLst/>
              <a:ahLst/>
              <a:cxnLst/>
              <a:rect l="l" t="t" r="r" b="b"/>
              <a:pathLst>
                <a:path w="10295" h="8377" extrusionOk="0">
                  <a:moveTo>
                    <a:pt x="10100" y="993"/>
                  </a:moveTo>
                  <a:lnTo>
                    <a:pt x="9324" y="993"/>
                  </a:lnTo>
                  <a:lnTo>
                    <a:pt x="8788" y="913"/>
                  </a:lnTo>
                  <a:lnTo>
                    <a:pt x="8434" y="1335"/>
                  </a:lnTo>
                  <a:lnTo>
                    <a:pt x="8126" y="1427"/>
                  </a:lnTo>
                  <a:lnTo>
                    <a:pt x="7921" y="1621"/>
                  </a:lnTo>
                  <a:lnTo>
                    <a:pt x="7544" y="1313"/>
                  </a:lnTo>
                  <a:lnTo>
                    <a:pt x="7407" y="548"/>
                  </a:lnTo>
                  <a:lnTo>
                    <a:pt x="7179" y="502"/>
                  </a:lnTo>
                  <a:lnTo>
                    <a:pt x="7179" y="217"/>
                  </a:lnTo>
                  <a:lnTo>
                    <a:pt x="6722" y="0"/>
                  </a:lnTo>
                  <a:lnTo>
                    <a:pt x="6471" y="331"/>
                  </a:lnTo>
                  <a:lnTo>
                    <a:pt x="6506" y="708"/>
                  </a:lnTo>
                  <a:lnTo>
                    <a:pt x="6414" y="833"/>
                  </a:lnTo>
                  <a:lnTo>
                    <a:pt x="5958" y="822"/>
                  </a:lnTo>
                  <a:lnTo>
                    <a:pt x="5832" y="1244"/>
                  </a:lnTo>
                  <a:lnTo>
                    <a:pt x="5536" y="1061"/>
                  </a:lnTo>
                  <a:lnTo>
                    <a:pt x="5068" y="1358"/>
                  </a:lnTo>
                  <a:lnTo>
                    <a:pt x="4805" y="1244"/>
                  </a:lnTo>
                  <a:lnTo>
                    <a:pt x="4189" y="1050"/>
                  </a:lnTo>
                  <a:lnTo>
                    <a:pt x="3778" y="1050"/>
                  </a:lnTo>
                  <a:lnTo>
                    <a:pt x="3550" y="1016"/>
                  </a:lnTo>
                  <a:lnTo>
                    <a:pt x="3139" y="776"/>
                  </a:lnTo>
                  <a:lnTo>
                    <a:pt x="3093" y="1107"/>
                  </a:lnTo>
                  <a:lnTo>
                    <a:pt x="2511" y="1278"/>
                  </a:lnTo>
                  <a:lnTo>
                    <a:pt x="2523" y="2020"/>
                  </a:lnTo>
                  <a:lnTo>
                    <a:pt x="2169" y="2305"/>
                  </a:lnTo>
                  <a:lnTo>
                    <a:pt x="1598" y="2431"/>
                  </a:lnTo>
                  <a:lnTo>
                    <a:pt x="1541" y="2853"/>
                  </a:lnTo>
                  <a:lnTo>
                    <a:pt x="982" y="2967"/>
                  </a:lnTo>
                  <a:lnTo>
                    <a:pt x="138" y="2625"/>
                  </a:lnTo>
                  <a:lnTo>
                    <a:pt x="69" y="3766"/>
                  </a:lnTo>
                  <a:lnTo>
                    <a:pt x="1" y="4439"/>
                  </a:lnTo>
                  <a:lnTo>
                    <a:pt x="354" y="4565"/>
                  </a:lnTo>
                  <a:lnTo>
                    <a:pt x="126" y="5067"/>
                  </a:lnTo>
                  <a:lnTo>
                    <a:pt x="514" y="5798"/>
                  </a:lnTo>
                  <a:lnTo>
                    <a:pt x="674" y="6368"/>
                  </a:lnTo>
                  <a:lnTo>
                    <a:pt x="1279" y="6528"/>
                  </a:lnTo>
                  <a:lnTo>
                    <a:pt x="1439" y="7099"/>
                  </a:lnTo>
                  <a:lnTo>
                    <a:pt x="879" y="7920"/>
                  </a:lnTo>
                  <a:lnTo>
                    <a:pt x="2249" y="8377"/>
                  </a:lnTo>
                  <a:lnTo>
                    <a:pt x="3002" y="8251"/>
                  </a:lnTo>
                  <a:lnTo>
                    <a:pt x="3481" y="8365"/>
                  </a:lnTo>
                  <a:lnTo>
                    <a:pt x="3607" y="8160"/>
                  </a:lnTo>
                  <a:lnTo>
                    <a:pt x="4143" y="8240"/>
                  </a:lnTo>
                  <a:lnTo>
                    <a:pt x="5091" y="7863"/>
                  </a:lnTo>
                  <a:lnTo>
                    <a:pt x="4976" y="7099"/>
                  </a:lnTo>
                  <a:lnTo>
                    <a:pt x="5307" y="6585"/>
                  </a:lnTo>
                  <a:lnTo>
                    <a:pt x="5878" y="6585"/>
                  </a:lnTo>
                  <a:lnTo>
                    <a:pt x="5901" y="6334"/>
                  </a:lnTo>
                  <a:lnTo>
                    <a:pt x="6471" y="6208"/>
                  </a:lnTo>
                  <a:lnTo>
                    <a:pt x="6768" y="6300"/>
                  </a:lnTo>
                  <a:lnTo>
                    <a:pt x="7019" y="6037"/>
                  </a:lnTo>
                  <a:lnTo>
                    <a:pt x="6859" y="5501"/>
                  </a:lnTo>
                  <a:lnTo>
                    <a:pt x="7076" y="4953"/>
                  </a:lnTo>
                  <a:lnTo>
                    <a:pt x="7498" y="4725"/>
                  </a:lnTo>
                  <a:lnTo>
                    <a:pt x="7076" y="4131"/>
                  </a:lnTo>
                  <a:lnTo>
                    <a:pt x="7795" y="4154"/>
                  </a:lnTo>
                  <a:lnTo>
                    <a:pt x="7932" y="3823"/>
                  </a:lnTo>
                  <a:lnTo>
                    <a:pt x="7818" y="3469"/>
                  </a:lnTo>
                  <a:lnTo>
                    <a:pt x="8103" y="3081"/>
                  </a:lnTo>
                  <a:lnTo>
                    <a:pt x="7898" y="2625"/>
                  </a:lnTo>
                  <a:lnTo>
                    <a:pt x="7624" y="2226"/>
                  </a:lnTo>
                  <a:lnTo>
                    <a:pt x="7966" y="1826"/>
                  </a:lnTo>
                  <a:lnTo>
                    <a:pt x="8731" y="1643"/>
                  </a:lnTo>
                  <a:lnTo>
                    <a:pt x="9553" y="1529"/>
                  </a:lnTo>
                  <a:lnTo>
                    <a:pt x="9895" y="1358"/>
                  </a:lnTo>
                  <a:lnTo>
                    <a:pt x="10294" y="125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8902;p37">
              <a:extLst>
                <a:ext uri="{FF2B5EF4-FFF2-40B4-BE49-F238E27FC236}">
                  <a16:creationId xmlns:a16="http://schemas.microsoft.com/office/drawing/2014/main" xmlns="" id="{1CDF7EFB-480B-4E27-A7D7-5FD66B7A2C3A}"/>
                </a:ext>
              </a:extLst>
            </p:cNvPr>
            <p:cNvSpPr/>
            <p:nvPr/>
          </p:nvSpPr>
          <p:spPr>
            <a:xfrm>
              <a:off x="3951650" y="3212825"/>
              <a:ext cx="249075" cy="306150"/>
            </a:xfrm>
            <a:custGeom>
              <a:avLst/>
              <a:gdLst/>
              <a:ahLst/>
              <a:cxnLst/>
              <a:rect l="l" t="t" r="r" b="b"/>
              <a:pathLst>
                <a:path w="9963" h="12246" extrusionOk="0">
                  <a:moveTo>
                    <a:pt x="3857" y="1313"/>
                  </a:moveTo>
                  <a:lnTo>
                    <a:pt x="1484" y="1301"/>
                  </a:lnTo>
                  <a:lnTo>
                    <a:pt x="1221" y="1404"/>
                  </a:lnTo>
                  <a:lnTo>
                    <a:pt x="970" y="1381"/>
                  </a:lnTo>
                  <a:lnTo>
                    <a:pt x="651" y="1518"/>
                  </a:lnTo>
                  <a:lnTo>
                    <a:pt x="571" y="1689"/>
                  </a:lnTo>
                  <a:lnTo>
                    <a:pt x="970" y="2260"/>
                  </a:lnTo>
                  <a:lnTo>
                    <a:pt x="1130" y="2865"/>
                  </a:lnTo>
                  <a:lnTo>
                    <a:pt x="1358" y="3744"/>
                  </a:lnTo>
                  <a:lnTo>
                    <a:pt x="1119" y="4109"/>
                  </a:lnTo>
                  <a:lnTo>
                    <a:pt x="1073" y="4291"/>
                  </a:lnTo>
                  <a:lnTo>
                    <a:pt x="1256" y="4839"/>
                  </a:lnTo>
                  <a:lnTo>
                    <a:pt x="1472" y="5387"/>
                  </a:lnTo>
                  <a:lnTo>
                    <a:pt x="1701" y="5706"/>
                  </a:lnTo>
                  <a:lnTo>
                    <a:pt x="1746" y="6220"/>
                  </a:lnTo>
                  <a:lnTo>
                    <a:pt x="1644" y="6905"/>
                  </a:lnTo>
                  <a:lnTo>
                    <a:pt x="1381" y="7304"/>
                  </a:lnTo>
                  <a:lnTo>
                    <a:pt x="913" y="7909"/>
                  </a:lnTo>
                  <a:lnTo>
                    <a:pt x="731" y="8274"/>
                  </a:lnTo>
                  <a:lnTo>
                    <a:pt x="457" y="9084"/>
                  </a:lnTo>
                  <a:lnTo>
                    <a:pt x="411" y="9472"/>
                  </a:lnTo>
                  <a:lnTo>
                    <a:pt x="126" y="10317"/>
                  </a:lnTo>
                  <a:lnTo>
                    <a:pt x="0" y="11104"/>
                  </a:lnTo>
                  <a:lnTo>
                    <a:pt x="69" y="11675"/>
                  </a:lnTo>
                  <a:lnTo>
                    <a:pt x="457" y="11504"/>
                  </a:lnTo>
                  <a:lnTo>
                    <a:pt x="925" y="11355"/>
                  </a:lnTo>
                  <a:lnTo>
                    <a:pt x="1438" y="11367"/>
                  </a:lnTo>
                  <a:lnTo>
                    <a:pt x="1895" y="11789"/>
                  </a:lnTo>
                  <a:lnTo>
                    <a:pt x="2032" y="11732"/>
                  </a:lnTo>
                  <a:lnTo>
                    <a:pt x="5238" y="11686"/>
                  </a:lnTo>
                  <a:lnTo>
                    <a:pt x="5763" y="12109"/>
                  </a:lnTo>
                  <a:lnTo>
                    <a:pt x="7681" y="12246"/>
                  </a:lnTo>
                  <a:lnTo>
                    <a:pt x="9141" y="11880"/>
                  </a:lnTo>
                  <a:lnTo>
                    <a:pt x="8651" y="11310"/>
                  </a:lnTo>
                  <a:lnTo>
                    <a:pt x="8137" y="10568"/>
                  </a:lnTo>
                  <a:lnTo>
                    <a:pt x="8251" y="7681"/>
                  </a:lnTo>
                  <a:lnTo>
                    <a:pt x="9906" y="7692"/>
                  </a:lnTo>
                  <a:lnTo>
                    <a:pt x="9826" y="7373"/>
                  </a:lnTo>
                  <a:lnTo>
                    <a:pt x="9963" y="7030"/>
                  </a:lnTo>
                  <a:lnTo>
                    <a:pt x="9826" y="6608"/>
                  </a:lnTo>
                  <a:lnTo>
                    <a:pt x="9929" y="6174"/>
                  </a:lnTo>
                  <a:lnTo>
                    <a:pt x="9860" y="5889"/>
                  </a:lnTo>
                  <a:lnTo>
                    <a:pt x="9484" y="5832"/>
                  </a:lnTo>
                  <a:lnTo>
                    <a:pt x="8993" y="5980"/>
                  </a:lnTo>
                  <a:lnTo>
                    <a:pt x="8651" y="5946"/>
                  </a:lnTo>
                  <a:lnTo>
                    <a:pt x="8445" y="6037"/>
                  </a:lnTo>
                  <a:lnTo>
                    <a:pt x="8514" y="4953"/>
                  </a:lnTo>
                  <a:lnTo>
                    <a:pt x="8251" y="4622"/>
                  </a:lnTo>
                  <a:lnTo>
                    <a:pt x="8206" y="4052"/>
                  </a:lnTo>
                  <a:lnTo>
                    <a:pt x="8331" y="3515"/>
                  </a:lnTo>
                  <a:lnTo>
                    <a:pt x="8160" y="3173"/>
                  </a:lnTo>
                  <a:lnTo>
                    <a:pt x="8160" y="2602"/>
                  </a:lnTo>
                  <a:lnTo>
                    <a:pt x="7190" y="2602"/>
                  </a:lnTo>
                  <a:lnTo>
                    <a:pt x="7258" y="2271"/>
                  </a:lnTo>
                  <a:lnTo>
                    <a:pt x="6847" y="2271"/>
                  </a:lnTo>
                  <a:lnTo>
                    <a:pt x="6802" y="2431"/>
                  </a:lnTo>
                  <a:lnTo>
                    <a:pt x="6323" y="2465"/>
                  </a:lnTo>
                  <a:lnTo>
                    <a:pt x="6106" y="3002"/>
                  </a:lnTo>
                  <a:lnTo>
                    <a:pt x="5980" y="3230"/>
                  </a:lnTo>
                  <a:lnTo>
                    <a:pt x="5546" y="3093"/>
                  </a:lnTo>
                  <a:lnTo>
                    <a:pt x="5284" y="3230"/>
                  </a:lnTo>
                  <a:lnTo>
                    <a:pt x="4748" y="3298"/>
                  </a:lnTo>
                  <a:lnTo>
                    <a:pt x="4451" y="2831"/>
                  </a:lnTo>
                  <a:lnTo>
                    <a:pt x="4268" y="2522"/>
                  </a:lnTo>
                  <a:lnTo>
                    <a:pt x="4040" y="1986"/>
                  </a:lnTo>
                  <a:close/>
                  <a:moveTo>
                    <a:pt x="742" y="1130"/>
                  </a:moveTo>
                  <a:lnTo>
                    <a:pt x="776" y="742"/>
                  </a:lnTo>
                  <a:lnTo>
                    <a:pt x="902" y="503"/>
                  </a:lnTo>
                  <a:lnTo>
                    <a:pt x="1187" y="320"/>
                  </a:lnTo>
                  <a:lnTo>
                    <a:pt x="902" y="0"/>
                  </a:lnTo>
                  <a:lnTo>
                    <a:pt x="651" y="160"/>
                  </a:lnTo>
                  <a:lnTo>
                    <a:pt x="331" y="548"/>
                  </a:lnTo>
                  <a:lnTo>
                    <a:pt x="537" y="123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903;p37">
              <a:extLst>
                <a:ext uri="{FF2B5EF4-FFF2-40B4-BE49-F238E27FC236}">
                  <a16:creationId xmlns:a16="http://schemas.microsoft.com/office/drawing/2014/main" xmlns="" id="{836E37F3-7721-43C4-9F8D-7528650E5B73}"/>
                </a:ext>
              </a:extLst>
            </p:cNvPr>
            <p:cNvSpPr/>
            <p:nvPr/>
          </p:nvSpPr>
          <p:spPr>
            <a:xfrm>
              <a:off x="4073750" y="2143225"/>
              <a:ext cx="34275" cy="68200"/>
            </a:xfrm>
            <a:custGeom>
              <a:avLst/>
              <a:gdLst/>
              <a:ahLst/>
              <a:cxnLst/>
              <a:rect l="l" t="t" r="r" b="b"/>
              <a:pathLst>
                <a:path w="1371" h="2728" extrusionOk="0">
                  <a:moveTo>
                    <a:pt x="286" y="0"/>
                  </a:moveTo>
                  <a:lnTo>
                    <a:pt x="1" y="445"/>
                  </a:lnTo>
                  <a:lnTo>
                    <a:pt x="69" y="719"/>
                  </a:lnTo>
                  <a:lnTo>
                    <a:pt x="69" y="719"/>
                  </a:lnTo>
                  <a:lnTo>
                    <a:pt x="217" y="856"/>
                  </a:lnTo>
                  <a:lnTo>
                    <a:pt x="138" y="1130"/>
                  </a:lnTo>
                  <a:lnTo>
                    <a:pt x="126" y="1746"/>
                  </a:lnTo>
                  <a:lnTo>
                    <a:pt x="229" y="2168"/>
                  </a:lnTo>
                  <a:lnTo>
                    <a:pt x="651" y="2477"/>
                  </a:lnTo>
                  <a:lnTo>
                    <a:pt x="685" y="2671"/>
                  </a:lnTo>
                  <a:lnTo>
                    <a:pt x="822" y="2728"/>
                  </a:lnTo>
                  <a:lnTo>
                    <a:pt x="1130" y="2294"/>
                  </a:lnTo>
                  <a:lnTo>
                    <a:pt x="1142" y="1997"/>
                  </a:lnTo>
                  <a:lnTo>
                    <a:pt x="1370" y="1872"/>
                  </a:lnTo>
                  <a:lnTo>
                    <a:pt x="1370" y="1643"/>
                  </a:lnTo>
                  <a:lnTo>
                    <a:pt x="1039" y="1415"/>
                  </a:lnTo>
                  <a:lnTo>
                    <a:pt x="914" y="1039"/>
                  </a:lnTo>
                  <a:lnTo>
                    <a:pt x="971" y="742"/>
                  </a:lnTo>
                  <a:lnTo>
                    <a:pt x="971" y="742"/>
                  </a:lnTo>
                  <a:lnTo>
                    <a:pt x="902" y="411"/>
                  </a:lnTo>
                  <a:lnTo>
                    <a:pt x="708" y="331"/>
                  </a:lnTo>
                  <a:lnTo>
                    <a:pt x="526" y="103"/>
                  </a:lnTo>
                  <a:lnTo>
                    <a:pt x="343" y="17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8904;p37">
              <a:extLst>
                <a:ext uri="{FF2B5EF4-FFF2-40B4-BE49-F238E27FC236}">
                  <a16:creationId xmlns:a16="http://schemas.microsoft.com/office/drawing/2014/main" xmlns="" id="{0F92239B-2C86-4148-9F05-198FA6A8F287}"/>
                </a:ext>
              </a:extLst>
            </p:cNvPr>
            <p:cNvSpPr/>
            <p:nvPr/>
          </p:nvSpPr>
          <p:spPr>
            <a:xfrm>
              <a:off x="4728800" y="2520950"/>
              <a:ext cx="92750" cy="80775"/>
            </a:xfrm>
            <a:custGeom>
              <a:avLst/>
              <a:gdLst/>
              <a:ahLst/>
              <a:cxnLst/>
              <a:rect l="l" t="t" r="r" b="b"/>
              <a:pathLst>
                <a:path w="3710" h="3231" extrusionOk="0">
                  <a:moveTo>
                    <a:pt x="3527" y="320"/>
                  </a:moveTo>
                  <a:lnTo>
                    <a:pt x="3345" y="1"/>
                  </a:lnTo>
                  <a:lnTo>
                    <a:pt x="2911" y="560"/>
                  </a:lnTo>
                  <a:lnTo>
                    <a:pt x="2386" y="1142"/>
                  </a:lnTo>
                  <a:lnTo>
                    <a:pt x="1918" y="1758"/>
                  </a:lnTo>
                  <a:lnTo>
                    <a:pt x="1439" y="1724"/>
                  </a:lnTo>
                  <a:lnTo>
                    <a:pt x="788" y="1701"/>
                  </a:lnTo>
                  <a:lnTo>
                    <a:pt x="184" y="1838"/>
                  </a:lnTo>
                  <a:lnTo>
                    <a:pt x="149" y="1599"/>
                  </a:lnTo>
                  <a:lnTo>
                    <a:pt x="1" y="1644"/>
                  </a:lnTo>
                  <a:lnTo>
                    <a:pt x="58" y="1861"/>
                  </a:lnTo>
                  <a:lnTo>
                    <a:pt x="435" y="2774"/>
                  </a:lnTo>
                  <a:lnTo>
                    <a:pt x="2831" y="3230"/>
                  </a:lnTo>
                  <a:lnTo>
                    <a:pt x="2968" y="3036"/>
                  </a:lnTo>
                  <a:lnTo>
                    <a:pt x="2957" y="2671"/>
                  </a:lnTo>
                  <a:lnTo>
                    <a:pt x="3151" y="2295"/>
                  </a:lnTo>
                  <a:lnTo>
                    <a:pt x="3117" y="1930"/>
                  </a:lnTo>
                  <a:lnTo>
                    <a:pt x="3459" y="1747"/>
                  </a:lnTo>
                  <a:lnTo>
                    <a:pt x="3299" y="1621"/>
                  </a:lnTo>
                  <a:lnTo>
                    <a:pt x="3311" y="1028"/>
                  </a:lnTo>
                  <a:lnTo>
                    <a:pt x="3710" y="102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8905;p37">
              <a:extLst>
                <a:ext uri="{FF2B5EF4-FFF2-40B4-BE49-F238E27FC236}">
                  <a16:creationId xmlns:a16="http://schemas.microsoft.com/office/drawing/2014/main" xmlns="" id="{334239A3-5E8D-45B2-B336-FE819722AAC7}"/>
                </a:ext>
              </a:extLst>
            </p:cNvPr>
            <p:cNvSpPr/>
            <p:nvPr/>
          </p:nvSpPr>
          <p:spPr>
            <a:xfrm>
              <a:off x="2369900" y="3607675"/>
              <a:ext cx="310150" cy="748675"/>
            </a:xfrm>
            <a:custGeom>
              <a:avLst/>
              <a:gdLst/>
              <a:ahLst/>
              <a:cxnLst/>
              <a:rect l="l" t="t" r="r" b="b"/>
              <a:pathLst>
                <a:path w="12406" h="29947" extrusionOk="0">
                  <a:moveTo>
                    <a:pt x="10283" y="29901"/>
                  </a:moveTo>
                  <a:lnTo>
                    <a:pt x="10409" y="29467"/>
                  </a:lnTo>
                  <a:lnTo>
                    <a:pt x="9370" y="29262"/>
                  </a:lnTo>
                  <a:lnTo>
                    <a:pt x="8263" y="28748"/>
                  </a:lnTo>
                  <a:lnTo>
                    <a:pt x="7659" y="28086"/>
                  </a:lnTo>
                  <a:lnTo>
                    <a:pt x="7225" y="27687"/>
                  </a:lnTo>
                  <a:lnTo>
                    <a:pt x="8069" y="29615"/>
                  </a:lnTo>
                  <a:lnTo>
                    <a:pt x="8777" y="29615"/>
                  </a:lnTo>
                  <a:lnTo>
                    <a:pt x="9199" y="29638"/>
                  </a:lnTo>
                  <a:lnTo>
                    <a:pt x="9667" y="29946"/>
                  </a:lnTo>
                  <a:close/>
                  <a:moveTo>
                    <a:pt x="3094" y="218"/>
                  </a:moveTo>
                  <a:lnTo>
                    <a:pt x="2032" y="1"/>
                  </a:lnTo>
                  <a:lnTo>
                    <a:pt x="1462" y="811"/>
                  </a:lnTo>
                  <a:lnTo>
                    <a:pt x="1587" y="1039"/>
                  </a:lnTo>
                  <a:lnTo>
                    <a:pt x="1427" y="1987"/>
                  </a:lnTo>
                  <a:lnTo>
                    <a:pt x="629" y="2443"/>
                  </a:lnTo>
                  <a:lnTo>
                    <a:pt x="857" y="3949"/>
                  </a:lnTo>
                  <a:lnTo>
                    <a:pt x="731" y="4235"/>
                  </a:lnTo>
                  <a:lnTo>
                    <a:pt x="1017" y="4589"/>
                  </a:lnTo>
                  <a:lnTo>
                    <a:pt x="560" y="5159"/>
                  </a:lnTo>
                  <a:lnTo>
                    <a:pt x="195" y="6004"/>
                  </a:lnTo>
                  <a:lnTo>
                    <a:pt x="58" y="6837"/>
                  </a:lnTo>
                  <a:lnTo>
                    <a:pt x="309" y="7715"/>
                  </a:lnTo>
                  <a:lnTo>
                    <a:pt x="1" y="8640"/>
                  </a:lnTo>
                  <a:lnTo>
                    <a:pt x="708" y="10203"/>
                  </a:lnTo>
                  <a:lnTo>
                    <a:pt x="937" y="10374"/>
                  </a:lnTo>
                  <a:lnTo>
                    <a:pt x="1119" y="11208"/>
                  </a:lnTo>
                  <a:lnTo>
                    <a:pt x="891" y="12098"/>
                  </a:lnTo>
                  <a:lnTo>
                    <a:pt x="1085" y="12862"/>
                  </a:lnTo>
                  <a:lnTo>
                    <a:pt x="674" y="13479"/>
                  </a:lnTo>
                  <a:lnTo>
                    <a:pt x="891" y="14323"/>
                  </a:lnTo>
                  <a:lnTo>
                    <a:pt x="1359" y="15225"/>
                  </a:lnTo>
                  <a:lnTo>
                    <a:pt x="1005" y="15567"/>
                  </a:lnTo>
                  <a:lnTo>
                    <a:pt x="1051" y="16377"/>
                  </a:lnTo>
                  <a:lnTo>
                    <a:pt x="1142" y="17290"/>
                  </a:lnTo>
                  <a:lnTo>
                    <a:pt x="1621" y="18374"/>
                  </a:lnTo>
                  <a:lnTo>
                    <a:pt x="1393" y="18546"/>
                  </a:lnTo>
                  <a:lnTo>
                    <a:pt x="1907" y="19561"/>
                  </a:lnTo>
                  <a:lnTo>
                    <a:pt x="2340" y="19881"/>
                  </a:lnTo>
                  <a:lnTo>
                    <a:pt x="2226" y="20257"/>
                  </a:lnTo>
                  <a:lnTo>
                    <a:pt x="2626" y="20440"/>
                  </a:lnTo>
                  <a:lnTo>
                    <a:pt x="2820" y="20771"/>
                  </a:lnTo>
                  <a:lnTo>
                    <a:pt x="2557" y="20931"/>
                  </a:lnTo>
                  <a:lnTo>
                    <a:pt x="2820" y="21456"/>
                  </a:lnTo>
                  <a:lnTo>
                    <a:pt x="2968" y="22620"/>
                  </a:lnTo>
                  <a:lnTo>
                    <a:pt x="2877" y="23384"/>
                  </a:lnTo>
                  <a:lnTo>
                    <a:pt x="3128" y="23841"/>
                  </a:lnTo>
                  <a:lnTo>
                    <a:pt x="3116" y="24389"/>
                  </a:lnTo>
                  <a:lnTo>
                    <a:pt x="2728" y="24777"/>
                  </a:lnTo>
                  <a:lnTo>
                    <a:pt x="3174" y="25724"/>
                  </a:lnTo>
                  <a:lnTo>
                    <a:pt x="3539" y="26032"/>
                  </a:lnTo>
                  <a:lnTo>
                    <a:pt x="3984" y="25975"/>
                  </a:lnTo>
                  <a:lnTo>
                    <a:pt x="4246" y="26637"/>
                  </a:lnTo>
                  <a:lnTo>
                    <a:pt x="4737" y="27150"/>
                  </a:lnTo>
                  <a:lnTo>
                    <a:pt x="6449" y="27265"/>
                  </a:lnTo>
                  <a:lnTo>
                    <a:pt x="7134" y="27390"/>
                  </a:lnTo>
                  <a:lnTo>
                    <a:pt x="7453" y="27447"/>
                  </a:lnTo>
                  <a:lnTo>
                    <a:pt x="6780" y="26934"/>
                  </a:lnTo>
                  <a:lnTo>
                    <a:pt x="6198" y="26032"/>
                  </a:lnTo>
                  <a:lnTo>
                    <a:pt x="6323" y="25621"/>
                  </a:lnTo>
                  <a:lnTo>
                    <a:pt x="6825" y="25267"/>
                  </a:lnTo>
                  <a:lnTo>
                    <a:pt x="6894" y="24240"/>
                  </a:lnTo>
                  <a:lnTo>
                    <a:pt x="7567" y="23738"/>
                  </a:lnTo>
                  <a:lnTo>
                    <a:pt x="7533" y="22939"/>
                  </a:lnTo>
                  <a:lnTo>
                    <a:pt x="6791" y="22757"/>
                  </a:lnTo>
                  <a:lnTo>
                    <a:pt x="5878" y="22106"/>
                  </a:lnTo>
                  <a:lnTo>
                    <a:pt x="5867" y="21444"/>
                  </a:lnTo>
                  <a:lnTo>
                    <a:pt x="6278" y="20999"/>
                  </a:lnTo>
                  <a:lnTo>
                    <a:pt x="6951" y="20988"/>
                  </a:lnTo>
                  <a:lnTo>
                    <a:pt x="6985" y="20508"/>
                  </a:lnTo>
                  <a:lnTo>
                    <a:pt x="6814" y="19641"/>
                  </a:lnTo>
                  <a:lnTo>
                    <a:pt x="7225" y="19082"/>
                  </a:lnTo>
                  <a:lnTo>
                    <a:pt x="7807" y="18819"/>
                  </a:lnTo>
                  <a:lnTo>
                    <a:pt x="7453" y="18363"/>
                  </a:lnTo>
                  <a:lnTo>
                    <a:pt x="7134" y="18648"/>
                  </a:lnTo>
                  <a:lnTo>
                    <a:pt x="6563" y="18374"/>
                  </a:lnTo>
                  <a:lnTo>
                    <a:pt x="6209" y="17484"/>
                  </a:lnTo>
                  <a:lnTo>
                    <a:pt x="6426" y="17256"/>
                  </a:lnTo>
                  <a:lnTo>
                    <a:pt x="7225" y="17587"/>
                  </a:lnTo>
                  <a:lnTo>
                    <a:pt x="7932" y="17461"/>
                  </a:lnTo>
                  <a:lnTo>
                    <a:pt x="8298" y="17142"/>
                  </a:lnTo>
                  <a:lnTo>
                    <a:pt x="8035" y="16708"/>
                  </a:lnTo>
                  <a:lnTo>
                    <a:pt x="8024" y="16024"/>
                  </a:lnTo>
                  <a:lnTo>
                    <a:pt x="7738" y="15476"/>
                  </a:lnTo>
                  <a:lnTo>
                    <a:pt x="8560" y="15567"/>
                  </a:lnTo>
                  <a:lnTo>
                    <a:pt x="10021" y="15373"/>
                  </a:lnTo>
                  <a:lnTo>
                    <a:pt x="11002" y="14894"/>
                  </a:lnTo>
                  <a:lnTo>
                    <a:pt x="11470" y="13707"/>
                  </a:lnTo>
                  <a:lnTo>
                    <a:pt x="11436" y="13250"/>
                  </a:lnTo>
                  <a:lnTo>
                    <a:pt x="10877" y="12851"/>
                  </a:lnTo>
                  <a:lnTo>
                    <a:pt x="10865" y="12212"/>
                  </a:lnTo>
                  <a:lnTo>
                    <a:pt x="9747" y="11424"/>
                  </a:lnTo>
                  <a:lnTo>
                    <a:pt x="9701" y="10957"/>
                  </a:lnTo>
                  <a:lnTo>
                    <a:pt x="9644" y="10352"/>
                  </a:lnTo>
                  <a:lnTo>
                    <a:pt x="9781" y="10158"/>
                  </a:lnTo>
                  <a:lnTo>
                    <a:pt x="9621" y="9256"/>
                  </a:lnTo>
                  <a:lnTo>
                    <a:pt x="9667" y="8332"/>
                  </a:lnTo>
                  <a:lnTo>
                    <a:pt x="9736" y="7601"/>
                  </a:lnTo>
                  <a:lnTo>
                    <a:pt x="10580" y="6380"/>
                  </a:lnTo>
                  <a:lnTo>
                    <a:pt x="11333" y="5490"/>
                  </a:lnTo>
                  <a:lnTo>
                    <a:pt x="11801" y="5125"/>
                  </a:lnTo>
                  <a:lnTo>
                    <a:pt x="12406" y="4623"/>
                  </a:lnTo>
                  <a:lnTo>
                    <a:pt x="12326" y="3892"/>
                  </a:lnTo>
                  <a:lnTo>
                    <a:pt x="11892" y="3367"/>
                  </a:lnTo>
                  <a:lnTo>
                    <a:pt x="11516" y="3539"/>
                  </a:lnTo>
                  <a:lnTo>
                    <a:pt x="11470" y="4349"/>
                  </a:lnTo>
                  <a:lnTo>
                    <a:pt x="10865" y="5034"/>
                  </a:lnTo>
                  <a:lnTo>
                    <a:pt x="10261" y="5193"/>
                  </a:lnTo>
                  <a:lnTo>
                    <a:pt x="9382" y="5045"/>
                  </a:lnTo>
                  <a:lnTo>
                    <a:pt x="8560" y="4794"/>
                  </a:lnTo>
                  <a:lnTo>
                    <a:pt x="9165" y="3424"/>
                  </a:lnTo>
                  <a:lnTo>
                    <a:pt x="9005" y="3025"/>
                  </a:lnTo>
                  <a:lnTo>
                    <a:pt x="8161" y="2671"/>
                  </a:lnTo>
                  <a:lnTo>
                    <a:pt x="7134" y="1998"/>
                  </a:lnTo>
                  <a:lnTo>
                    <a:pt x="6483" y="1850"/>
                  </a:lnTo>
                  <a:lnTo>
                    <a:pt x="4885" y="366"/>
                  </a:lnTo>
                  <a:lnTo>
                    <a:pt x="4737" y="183"/>
                  </a:lnTo>
                  <a:lnTo>
                    <a:pt x="3847" y="138"/>
                  </a:lnTo>
                  <a:lnTo>
                    <a:pt x="3619" y="86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8906;p37">
              <a:extLst>
                <a:ext uri="{FF2B5EF4-FFF2-40B4-BE49-F238E27FC236}">
                  <a16:creationId xmlns:a16="http://schemas.microsoft.com/office/drawing/2014/main" xmlns="" id="{E1E827C8-FAA3-471F-A9F7-64DA890F9A62}"/>
                </a:ext>
              </a:extLst>
            </p:cNvPr>
            <p:cNvSpPr/>
            <p:nvPr/>
          </p:nvSpPr>
          <p:spPr>
            <a:xfrm>
              <a:off x="4521975" y="2175175"/>
              <a:ext cx="63650" cy="56500"/>
            </a:xfrm>
            <a:custGeom>
              <a:avLst/>
              <a:gdLst/>
              <a:ahLst/>
              <a:cxnLst/>
              <a:rect l="l" t="t" r="r" b="b"/>
              <a:pathLst>
                <a:path w="2546" h="2260" extrusionOk="0">
                  <a:moveTo>
                    <a:pt x="2545" y="2237"/>
                  </a:moveTo>
                  <a:lnTo>
                    <a:pt x="2408" y="1609"/>
                  </a:lnTo>
                  <a:lnTo>
                    <a:pt x="2054" y="1450"/>
                  </a:lnTo>
                  <a:lnTo>
                    <a:pt x="1701" y="1210"/>
                  </a:lnTo>
                  <a:lnTo>
                    <a:pt x="1838" y="925"/>
                  </a:lnTo>
                  <a:lnTo>
                    <a:pt x="1404" y="605"/>
                  </a:lnTo>
                  <a:lnTo>
                    <a:pt x="1495" y="400"/>
                  </a:lnTo>
                  <a:lnTo>
                    <a:pt x="1187" y="240"/>
                  </a:lnTo>
                  <a:lnTo>
                    <a:pt x="982" y="0"/>
                  </a:lnTo>
                  <a:lnTo>
                    <a:pt x="0" y="137"/>
                  </a:lnTo>
                  <a:lnTo>
                    <a:pt x="183" y="457"/>
                  </a:lnTo>
                  <a:lnTo>
                    <a:pt x="183" y="890"/>
                  </a:lnTo>
                  <a:lnTo>
                    <a:pt x="788" y="1107"/>
                  </a:lnTo>
                  <a:lnTo>
                    <a:pt x="1130" y="1381"/>
                  </a:lnTo>
                  <a:lnTo>
                    <a:pt x="1267" y="1347"/>
                  </a:lnTo>
                  <a:lnTo>
                    <a:pt x="1529" y="1598"/>
                  </a:lnTo>
                  <a:lnTo>
                    <a:pt x="1849" y="1598"/>
                  </a:lnTo>
                  <a:lnTo>
                    <a:pt x="1883" y="1735"/>
                  </a:lnTo>
                  <a:lnTo>
                    <a:pt x="2283" y="226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8907;p37">
              <a:extLst>
                <a:ext uri="{FF2B5EF4-FFF2-40B4-BE49-F238E27FC236}">
                  <a16:creationId xmlns:a16="http://schemas.microsoft.com/office/drawing/2014/main" xmlns="" id="{B044B2DE-DA28-492B-A4ED-52CE166607C4}"/>
                </a:ext>
              </a:extLst>
            </p:cNvPr>
            <p:cNvSpPr/>
            <p:nvPr/>
          </p:nvSpPr>
          <p:spPr>
            <a:xfrm>
              <a:off x="5901700" y="3354050"/>
              <a:ext cx="798875" cy="747525"/>
            </a:xfrm>
            <a:custGeom>
              <a:avLst/>
              <a:gdLst/>
              <a:ahLst/>
              <a:cxnLst/>
              <a:rect l="l" t="t" r="r" b="b"/>
              <a:pathLst>
                <a:path w="31955" h="29901" extrusionOk="0">
                  <a:moveTo>
                    <a:pt x="19778" y="27390"/>
                  </a:moveTo>
                  <a:lnTo>
                    <a:pt x="19344" y="27321"/>
                  </a:lnTo>
                  <a:lnTo>
                    <a:pt x="19082" y="27732"/>
                  </a:lnTo>
                  <a:lnTo>
                    <a:pt x="18990" y="28508"/>
                  </a:lnTo>
                  <a:lnTo>
                    <a:pt x="18694" y="29079"/>
                  </a:lnTo>
                  <a:lnTo>
                    <a:pt x="18625" y="29832"/>
                  </a:lnTo>
                  <a:lnTo>
                    <a:pt x="19047" y="29855"/>
                  </a:lnTo>
                  <a:lnTo>
                    <a:pt x="19162" y="29900"/>
                  </a:lnTo>
                  <a:lnTo>
                    <a:pt x="20109" y="29284"/>
                  </a:lnTo>
                  <a:lnTo>
                    <a:pt x="20189" y="29535"/>
                  </a:lnTo>
                  <a:lnTo>
                    <a:pt x="20759" y="28828"/>
                  </a:lnTo>
                  <a:lnTo>
                    <a:pt x="21216" y="28519"/>
                  </a:lnTo>
                  <a:lnTo>
                    <a:pt x="21855" y="27481"/>
                  </a:lnTo>
                  <a:lnTo>
                    <a:pt x="21455" y="27401"/>
                  </a:lnTo>
                  <a:lnTo>
                    <a:pt x="20771" y="27572"/>
                  </a:lnTo>
                  <a:lnTo>
                    <a:pt x="20291" y="27709"/>
                  </a:lnTo>
                  <a:close/>
                  <a:moveTo>
                    <a:pt x="26922" y="2808"/>
                  </a:moveTo>
                  <a:lnTo>
                    <a:pt x="26990" y="2488"/>
                  </a:lnTo>
                  <a:lnTo>
                    <a:pt x="27013" y="1975"/>
                  </a:lnTo>
                  <a:lnTo>
                    <a:pt x="26785" y="1518"/>
                  </a:lnTo>
                  <a:lnTo>
                    <a:pt x="26796" y="1130"/>
                  </a:lnTo>
                  <a:lnTo>
                    <a:pt x="26614" y="1016"/>
                  </a:lnTo>
                  <a:lnTo>
                    <a:pt x="26625" y="457"/>
                  </a:lnTo>
                  <a:lnTo>
                    <a:pt x="26454" y="0"/>
                  </a:lnTo>
                  <a:lnTo>
                    <a:pt x="26123" y="343"/>
                  </a:lnTo>
                  <a:lnTo>
                    <a:pt x="26066" y="594"/>
                  </a:lnTo>
                  <a:lnTo>
                    <a:pt x="25849" y="1096"/>
                  </a:lnTo>
                  <a:lnTo>
                    <a:pt x="25598" y="1587"/>
                  </a:lnTo>
                  <a:lnTo>
                    <a:pt x="25678" y="1883"/>
                  </a:lnTo>
                  <a:lnTo>
                    <a:pt x="25507" y="2066"/>
                  </a:lnTo>
                  <a:lnTo>
                    <a:pt x="25290" y="2751"/>
                  </a:lnTo>
                  <a:lnTo>
                    <a:pt x="25313" y="3276"/>
                  </a:lnTo>
                  <a:lnTo>
                    <a:pt x="25210" y="3538"/>
                  </a:lnTo>
                  <a:lnTo>
                    <a:pt x="25256" y="3983"/>
                  </a:lnTo>
                  <a:lnTo>
                    <a:pt x="24879" y="4691"/>
                  </a:lnTo>
                  <a:lnTo>
                    <a:pt x="24697" y="5193"/>
                  </a:lnTo>
                  <a:lnTo>
                    <a:pt x="24457" y="5604"/>
                  </a:lnTo>
                  <a:lnTo>
                    <a:pt x="24206" y="6094"/>
                  </a:lnTo>
                  <a:lnTo>
                    <a:pt x="23624" y="6391"/>
                  </a:lnTo>
                  <a:lnTo>
                    <a:pt x="22928" y="6094"/>
                  </a:lnTo>
                  <a:lnTo>
                    <a:pt x="22859" y="5809"/>
                  </a:lnTo>
                  <a:lnTo>
                    <a:pt x="22494" y="5581"/>
                  </a:lnTo>
                  <a:lnTo>
                    <a:pt x="22266" y="5581"/>
                  </a:lnTo>
                  <a:lnTo>
                    <a:pt x="21798" y="5033"/>
                  </a:lnTo>
                  <a:lnTo>
                    <a:pt x="21444" y="4725"/>
                  </a:lnTo>
                  <a:lnTo>
                    <a:pt x="20885" y="4440"/>
                  </a:lnTo>
                  <a:lnTo>
                    <a:pt x="20326" y="3938"/>
                  </a:lnTo>
                  <a:lnTo>
                    <a:pt x="20314" y="3675"/>
                  </a:lnTo>
                  <a:lnTo>
                    <a:pt x="20668" y="3241"/>
                  </a:lnTo>
                  <a:lnTo>
                    <a:pt x="20976" y="2785"/>
                  </a:lnTo>
                  <a:lnTo>
                    <a:pt x="20930" y="2408"/>
                  </a:lnTo>
                  <a:lnTo>
                    <a:pt x="21204" y="2386"/>
                  </a:lnTo>
                  <a:lnTo>
                    <a:pt x="21558" y="2020"/>
                  </a:lnTo>
                  <a:lnTo>
                    <a:pt x="21843" y="1541"/>
                  </a:lnTo>
                  <a:lnTo>
                    <a:pt x="21524" y="1085"/>
                  </a:lnTo>
                  <a:lnTo>
                    <a:pt x="21319" y="1256"/>
                  </a:lnTo>
                  <a:lnTo>
                    <a:pt x="21033" y="1187"/>
                  </a:lnTo>
                  <a:lnTo>
                    <a:pt x="20531" y="1438"/>
                  </a:lnTo>
                  <a:lnTo>
                    <a:pt x="20075" y="1153"/>
                  </a:lnTo>
                  <a:lnTo>
                    <a:pt x="19835" y="1256"/>
                  </a:lnTo>
                  <a:lnTo>
                    <a:pt x="19184" y="1027"/>
                  </a:lnTo>
                  <a:lnTo>
                    <a:pt x="18808" y="639"/>
                  </a:lnTo>
                  <a:lnTo>
                    <a:pt x="18306" y="423"/>
                  </a:lnTo>
                  <a:lnTo>
                    <a:pt x="17861" y="560"/>
                  </a:lnTo>
                  <a:lnTo>
                    <a:pt x="18420" y="856"/>
                  </a:lnTo>
                  <a:lnTo>
                    <a:pt x="18374" y="1313"/>
                  </a:lnTo>
                  <a:lnTo>
                    <a:pt x="17689" y="1484"/>
                  </a:lnTo>
                  <a:lnTo>
                    <a:pt x="17290" y="1381"/>
                  </a:lnTo>
                  <a:lnTo>
                    <a:pt x="16776" y="1701"/>
                  </a:lnTo>
                  <a:lnTo>
                    <a:pt x="16366" y="2226"/>
                  </a:lnTo>
                  <a:lnTo>
                    <a:pt x="16446" y="2443"/>
                  </a:lnTo>
                  <a:lnTo>
                    <a:pt x="16069" y="2682"/>
                  </a:lnTo>
                  <a:lnTo>
                    <a:pt x="15578" y="3413"/>
                  </a:lnTo>
                  <a:lnTo>
                    <a:pt x="15669" y="3903"/>
                  </a:lnTo>
                  <a:lnTo>
                    <a:pt x="15179" y="3823"/>
                  </a:lnTo>
                  <a:lnTo>
                    <a:pt x="14677" y="3823"/>
                  </a:lnTo>
                  <a:lnTo>
                    <a:pt x="14323" y="3276"/>
                  </a:lnTo>
                  <a:lnTo>
                    <a:pt x="13798" y="2865"/>
                  </a:lnTo>
                  <a:lnTo>
                    <a:pt x="13398" y="2979"/>
                  </a:lnTo>
                  <a:lnTo>
                    <a:pt x="13022" y="3105"/>
                  </a:lnTo>
                  <a:lnTo>
                    <a:pt x="12988" y="3333"/>
                  </a:lnTo>
                  <a:lnTo>
                    <a:pt x="12645" y="3241"/>
                  </a:lnTo>
                  <a:lnTo>
                    <a:pt x="12600" y="3493"/>
                  </a:lnTo>
                  <a:lnTo>
                    <a:pt x="12166" y="3652"/>
                  </a:lnTo>
                  <a:lnTo>
                    <a:pt x="11926" y="4006"/>
                  </a:lnTo>
                  <a:lnTo>
                    <a:pt x="11424" y="4451"/>
                  </a:lnTo>
                  <a:lnTo>
                    <a:pt x="11230" y="5136"/>
                  </a:lnTo>
                  <a:lnTo>
                    <a:pt x="10899" y="4953"/>
                  </a:lnTo>
                  <a:lnTo>
                    <a:pt x="10591" y="5387"/>
                  </a:lnTo>
                  <a:lnTo>
                    <a:pt x="10796" y="5821"/>
                  </a:lnTo>
                  <a:lnTo>
                    <a:pt x="10431" y="5992"/>
                  </a:lnTo>
                  <a:lnTo>
                    <a:pt x="10226" y="5204"/>
                  </a:lnTo>
                  <a:lnTo>
                    <a:pt x="9541" y="5980"/>
                  </a:lnTo>
                  <a:lnTo>
                    <a:pt x="9427" y="6471"/>
                  </a:lnTo>
                  <a:lnTo>
                    <a:pt x="9336" y="6836"/>
                  </a:lnTo>
                  <a:lnTo>
                    <a:pt x="8788" y="7304"/>
                  </a:lnTo>
                  <a:lnTo>
                    <a:pt x="8503" y="7783"/>
                  </a:lnTo>
                  <a:lnTo>
                    <a:pt x="8000" y="8183"/>
                  </a:lnTo>
                  <a:lnTo>
                    <a:pt x="7133" y="8457"/>
                  </a:lnTo>
                  <a:lnTo>
                    <a:pt x="6688" y="8434"/>
                  </a:lnTo>
                  <a:lnTo>
                    <a:pt x="6483" y="8514"/>
                  </a:lnTo>
                  <a:lnTo>
                    <a:pt x="6323" y="8719"/>
                  </a:lnTo>
                  <a:lnTo>
                    <a:pt x="5821" y="8811"/>
                  </a:lnTo>
                  <a:lnTo>
                    <a:pt x="5147" y="9153"/>
                  </a:lnTo>
                  <a:lnTo>
                    <a:pt x="4953" y="9039"/>
                  </a:lnTo>
                  <a:lnTo>
                    <a:pt x="4577" y="9119"/>
                  </a:lnTo>
                  <a:lnTo>
                    <a:pt x="3926" y="9438"/>
                  </a:lnTo>
                  <a:lnTo>
                    <a:pt x="3470" y="9826"/>
                  </a:lnTo>
                  <a:lnTo>
                    <a:pt x="2785" y="10123"/>
                  </a:lnTo>
                  <a:lnTo>
                    <a:pt x="2340" y="10751"/>
                  </a:lnTo>
                  <a:lnTo>
                    <a:pt x="2397" y="10066"/>
                  </a:lnTo>
                  <a:lnTo>
                    <a:pt x="1963" y="10728"/>
                  </a:lnTo>
                  <a:lnTo>
                    <a:pt x="1941" y="11253"/>
                  </a:lnTo>
                  <a:lnTo>
                    <a:pt x="1758" y="11709"/>
                  </a:lnTo>
                  <a:lnTo>
                    <a:pt x="1541" y="11926"/>
                  </a:lnTo>
                  <a:lnTo>
                    <a:pt x="1359" y="12451"/>
                  </a:lnTo>
                  <a:lnTo>
                    <a:pt x="1484" y="12725"/>
                  </a:lnTo>
                  <a:lnTo>
                    <a:pt x="1507" y="13010"/>
                  </a:lnTo>
                  <a:lnTo>
                    <a:pt x="1735" y="13729"/>
                  </a:lnTo>
                  <a:lnTo>
                    <a:pt x="1632" y="14197"/>
                  </a:lnTo>
                  <a:lnTo>
                    <a:pt x="1484" y="13832"/>
                  </a:lnTo>
                  <a:lnTo>
                    <a:pt x="1165" y="13581"/>
                  </a:lnTo>
                  <a:lnTo>
                    <a:pt x="1222" y="14425"/>
                  </a:lnTo>
                  <a:lnTo>
                    <a:pt x="971" y="14026"/>
                  </a:lnTo>
                  <a:lnTo>
                    <a:pt x="993" y="14425"/>
                  </a:lnTo>
                  <a:lnTo>
                    <a:pt x="1244" y="15133"/>
                  </a:lnTo>
                  <a:lnTo>
                    <a:pt x="1165" y="15852"/>
                  </a:lnTo>
                  <a:lnTo>
                    <a:pt x="1404" y="16206"/>
                  </a:lnTo>
                  <a:lnTo>
                    <a:pt x="1347" y="16480"/>
                  </a:lnTo>
                  <a:lnTo>
                    <a:pt x="1473" y="17062"/>
                  </a:lnTo>
                  <a:lnTo>
                    <a:pt x="1290" y="17575"/>
                  </a:lnTo>
                  <a:lnTo>
                    <a:pt x="1244" y="18089"/>
                  </a:lnTo>
                  <a:lnTo>
                    <a:pt x="1347" y="19013"/>
                  </a:lnTo>
                  <a:lnTo>
                    <a:pt x="1244" y="19549"/>
                  </a:lnTo>
                  <a:lnTo>
                    <a:pt x="936" y="20177"/>
                  </a:lnTo>
                  <a:lnTo>
                    <a:pt x="845" y="20497"/>
                  </a:lnTo>
                  <a:lnTo>
                    <a:pt x="628" y="20713"/>
                  </a:lnTo>
                  <a:lnTo>
                    <a:pt x="217" y="20828"/>
                  </a:lnTo>
                  <a:lnTo>
                    <a:pt x="1" y="21353"/>
                  </a:lnTo>
                  <a:lnTo>
                    <a:pt x="343" y="21524"/>
                  </a:lnTo>
                  <a:lnTo>
                    <a:pt x="914" y="22117"/>
                  </a:lnTo>
                  <a:lnTo>
                    <a:pt x="1427" y="22117"/>
                  </a:lnTo>
                  <a:lnTo>
                    <a:pt x="1975" y="22151"/>
                  </a:lnTo>
                  <a:lnTo>
                    <a:pt x="2443" y="21855"/>
                  </a:lnTo>
                  <a:lnTo>
                    <a:pt x="2933" y="21604"/>
                  </a:lnTo>
                  <a:lnTo>
                    <a:pt x="3127" y="21638"/>
                  </a:lnTo>
                  <a:lnTo>
                    <a:pt x="3767" y="21159"/>
                  </a:lnTo>
                  <a:lnTo>
                    <a:pt x="4314" y="21113"/>
                  </a:lnTo>
                  <a:lnTo>
                    <a:pt x="4896" y="21010"/>
                  </a:lnTo>
                  <a:lnTo>
                    <a:pt x="5501" y="21181"/>
                  </a:lnTo>
                  <a:lnTo>
                    <a:pt x="6015" y="21102"/>
                  </a:lnTo>
                  <a:lnTo>
                    <a:pt x="6665" y="21067"/>
                  </a:lnTo>
                  <a:lnTo>
                    <a:pt x="7099" y="20702"/>
                  </a:lnTo>
                  <a:lnTo>
                    <a:pt x="7418" y="20234"/>
                  </a:lnTo>
                  <a:lnTo>
                    <a:pt x="8160" y="20017"/>
                  </a:lnTo>
                  <a:lnTo>
                    <a:pt x="9153" y="19561"/>
                  </a:lnTo>
                  <a:lnTo>
                    <a:pt x="9861" y="19618"/>
                  </a:lnTo>
                  <a:lnTo>
                    <a:pt x="10842" y="19310"/>
                  </a:lnTo>
                  <a:lnTo>
                    <a:pt x="11961" y="18990"/>
                  </a:lnTo>
                  <a:lnTo>
                    <a:pt x="13353" y="18899"/>
                  </a:lnTo>
                  <a:lnTo>
                    <a:pt x="13923" y="19344"/>
                  </a:lnTo>
                  <a:lnTo>
                    <a:pt x="14460" y="19378"/>
                  </a:lnTo>
                  <a:lnTo>
                    <a:pt x="15213" y="19915"/>
                  </a:lnTo>
                  <a:lnTo>
                    <a:pt x="14985" y="20131"/>
                  </a:lnTo>
                  <a:lnTo>
                    <a:pt x="15236" y="20474"/>
                  </a:lnTo>
                  <a:lnTo>
                    <a:pt x="15430" y="21124"/>
                  </a:lnTo>
                  <a:lnTo>
                    <a:pt x="15202" y="21615"/>
                  </a:lnTo>
                  <a:lnTo>
                    <a:pt x="15612" y="21980"/>
                  </a:lnTo>
                  <a:lnTo>
                    <a:pt x="16229" y="21250"/>
                  </a:lnTo>
                  <a:lnTo>
                    <a:pt x="16834" y="20953"/>
                  </a:lnTo>
                  <a:lnTo>
                    <a:pt x="17792" y="20166"/>
                  </a:lnTo>
                  <a:lnTo>
                    <a:pt x="17564" y="20839"/>
                  </a:lnTo>
                  <a:lnTo>
                    <a:pt x="17085" y="21296"/>
                  </a:lnTo>
                  <a:lnTo>
                    <a:pt x="16719" y="21832"/>
                  </a:lnTo>
                  <a:lnTo>
                    <a:pt x="16092" y="22323"/>
                  </a:lnTo>
                  <a:lnTo>
                    <a:pt x="16834" y="22151"/>
                  </a:lnTo>
                  <a:lnTo>
                    <a:pt x="17507" y="21524"/>
                  </a:lnTo>
                  <a:lnTo>
                    <a:pt x="17381" y="22208"/>
                  </a:lnTo>
                  <a:lnTo>
                    <a:pt x="16925" y="22654"/>
                  </a:lnTo>
                  <a:lnTo>
                    <a:pt x="17598" y="22768"/>
                  </a:lnTo>
                  <a:lnTo>
                    <a:pt x="17781" y="23144"/>
                  </a:lnTo>
                  <a:lnTo>
                    <a:pt x="17724" y="23612"/>
                  </a:lnTo>
                  <a:lnTo>
                    <a:pt x="17507" y="24308"/>
                  </a:lnTo>
                  <a:lnTo>
                    <a:pt x="17712" y="24879"/>
                  </a:lnTo>
                  <a:lnTo>
                    <a:pt x="18283" y="25153"/>
                  </a:lnTo>
                  <a:lnTo>
                    <a:pt x="18682" y="25210"/>
                  </a:lnTo>
                  <a:lnTo>
                    <a:pt x="19025" y="25347"/>
                  </a:lnTo>
                  <a:lnTo>
                    <a:pt x="19515" y="25609"/>
                  </a:lnTo>
                  <a:lnTo>
                    <a:pt x="20542" y="24936"/>
                  </a:lnTo>
                  <a:lnTo>
                    <a:pt x="21045" y="24765"/>
                  </a:lnTo>
                  <a:lnTo>
                    <a:pt x="20657" y="25244"/>
                  </a:lnTo>
                  <a:lnTo>
                    <a:pt x="21033" y="25404"/>
                  </a:lnTo>
                  <a:lnTo>
                    <a:pt x="21421" y="25803"/>
                  </a:lnTo>
                  <a:lnTo>
                    <a:pt x="22083" y="25415"/>
                  </a:lnTo>
                  <a:lnTo>
                    <a:pt x="22631" y="25062"/>
                  </a:lnTo>
                  <a:lnTo>
                    <a:pt x="23532" y="24674"/>
                  </a:lnTo>
                  <a:lnTo>
                    <a:pt x="24388" y="24651"/>
                  </a:lnTo>
                  <a:lnTo>
                    <a:pt x="24982" y="24320"/>
                  </a:lnTo>
                  <a:lnTo>
                    <a:pt x="25107" y="24034"/>
                  </a:lnTo>
                  <a:lnTo>
                    <a:pt x="25541" y="23395"/>
                  </a:lnTo>
                  <a:lnTo>
                    <a:pt x="26100" y="22711"/>
                  </a:lnTo>
                  <a:lnTo>
                    <a:pt x="26614" y="22254"/>
                  </a:lnTo>
                  <a:lnTo>
                    <a:pt x="27241" y="21455"/>
                  </a:lnTo>
                  <a:lnTo>
                    <a:pt x="27709" y="21010"/>
                  </a:lnTo>
                  <a:lnTo>
                    <a:pt x="28337" y="20303"/>
                  </a:lnTo>
                  <a:lnTo>
                    <a:pt x="29102" y="19858"/>
                  </a:lnTo>
                  <a:lnTo>
                    <a:pt x="29821" y="19024"/>
                  </a:lnTo>
                  <a:lnTo>
                    <a:pt x="30266" y="18385"/>
                  </a:lnTo>
                  <a:lnTo>
                    <a:pt x="30460" y="17872"/>
                  </a:lnTo>
                  <a:lnTo>
                    <a:pt x="31007" y="17062"/>
                  </a:lnTo>
                  <a:lnTo>
                    <a:pt x="31304" y="16651"/>
                  </a:lnTo>
                  <a:lnTo>
                    <a:pt x="31658" y="15829"/>
                  </a:lnTo>
                  <a:lnTo>
                    <a:pt x="31555" y="15064"/>
                  </a:lnTo>
                  <a:lnTo>
                    <a:pt x="31806" y="14505"/>
                  </a:lnTo>
                  <a:lnTo>
                    <a:pt x="31955" y="13980"/>
                  </a:lnTo>
                  <a:lnTo>
                    <a:pt x="31955" y="13250"/>
                  </a:lnTo>
                  <a:lnTo>
                    <a:pt x="31555" y="12520"/>
                  </a:lnTo>
                  <a:lnTo>
                    <a:pt x="31293" y="12166"/>
                  </a:lnTo>
                  <a:lnTo>
                    <a:pt x="30871" y="11607"/>
                  </a:lnTo>
                  <a:lnTo>
                    <a:pt x="30973" y="10659"/>
                  </a:lnTo>
                  <a:lnTo>
                    <a:pt x="30756" y="10796"/>
                  </a:lnTo>
                  <a:lnTo>
                    <a:pt x="30528" y="10397"/>
                  </a:lnTo>
                  <a:lnTo>
                    <a:pt x="30174" y="10602"/>
                  </a:lnTo>
                  <a:lnTo>
                    <a:pt x="30095" y="9609"/>
                  </a:lnTo>
                  <a:lnTo>
                    <a:pt x="29775" y="9039"/>
                  </a:lnTo>
                  <a:lnTo>
                    <a:pt x="29923" y="8833"/>
                  </a:lnTo>
                  <a:lnTo>
                    <a:pt x="29478" y="8434"/>
                  </a:lnTo>
                  <a:lnTo>
                    <a:pt x="29022" y="8000"/>
                  </a:lnTo>
                  <a:lnTo>
                    <a:pt x="28269" y="7532"/>
                  </a:lnTo>
                  <a:lnTo>
                    <a:pt x="28132" y="6916"/>
                  </a:lnTo>
                  <a:lnTo>
                    <a:pt x="28326" y="6448"/>
                  </a:lnTo>
                  <a:lnTo>
                    <a:pt x="28269" y="5661"/>
                  </a:lnTo>
                  <a:lnTo>
                    <a:pt x="28075" y="5558"/>
                  </a:lnTo>
                  <a:lnTo>
                    <a:pt x="28052" y="5102"/>
                  </a:lnTo>
                  <a:lnTo>
                    <a:pt x="28017" y="4326"/>
                  </a:lnTo>
                  <a:lnTo>
                    <a:pt x="28177" y="3926"/>
                  </a:lnTo>
                  <a:lnTo>
                    <a:pt x="27846" y="3561"/>
                  </a:lnTo>
                  <a:lnTo>
                    <a:pt x="27652" y="3184"/>
                  </a:lnTo>
                  <a:lnTo>
                    <a:pt x="27093" y="352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908;p37">
              <a:extLst>
                <a:ext uri="{FF2B5EF4-FFF2-40B4-BE49-F238E27FC236}">
                  <a16:creationId xmlns:a16="http://schemas.microsoft.com/office/drawing/2014/main" xmlns="" id="{8905B5D4-764D-4897-B01B-5CB7E7EB9E4A}"/>
                </a:ext>
              </a:extLst>
            </p:cNvPr>
            <p:cNvSpPr/>
            <p:nvPr/>
          </p:nvSpPr>
          <p:spPr>
            <a:xfrm>
              <a:off x="3889450" y="2003125"/>
              <a:ext cx="130975" cy="57950"/>
            </a:xfrm>
            <a:custGeom>
              <a:avLst/>
              <a:gdLst/>
              <a:ahLst/>
              <a:cxnLst/>
              <a:rect l="l" t="t" r="r" b="b"/>
              <a:pathLst>
                <a:path w="5239" h="2318" extrusionOk="0">
                  <a:moveTo>
                    <a:pt x="5193" y="400"/>
                  </a:moveTo>
                  <a:lnTo>
                    <a:pt x="4862" y="229"/>
                  </a:lnTo>
                  <a:lnTo>
                    <a:pt x="4531" y="275"/>
                  </a:lnTo>
                  <a:lnTo>
                    <a:pt x="3960" y="1"/>
                  </a:lnTo>
                  <a:lnTo>
                    <a:pt x="3721" y="69"/>
                  </a:lnTo>
                  <a:lnTo>
                    <a:pt x="3344" y="434"/>
                  </a:lnTo>
                  <a:lnTo>
                    <a:pt x="2808" y="149"/>
                  </a:lnTo>
                  <a:lnTo>
                    <a:pt x="2591" y="560"/>
                  </a:lnTo>
                  <a:lnTo>
                    <a:pt x="2351" y="674"/>
                  </a:lnTo>
                  <a:lnTo>
                    <a:pt x="2488" y="1245"/>
                  </a:lnTo>
                  <a:lnTo>
                    <a:pt x="2431" y="1404"/>
                  </a:lnTo>
                  <a:lnTo>
                    <a:pt x="2191" y="1210"/>
                  </a:lnTo>
                  <a:lnTo>
                    <a:pt x="1849" y="1188"/>
                  </a:lnTo>
                  <a:lnTo>
                    <a:pt x="1358" y="1359"/>
                  </a:lnTo>
                  <a:lnTo>
                    <a:pt x="731" y="1313"/>
                  </a:lnTo>
                  <a:lnTo>
                    <a:pt x="651" y="1541"/>
                  </a:lnTo>
                  <a:lnTo>
                    <a:pt x="286" y="1302"/>
                  </a:lnTo>
                  <a:lnTo>
                    <a:pt x="69" y="1347"/>
                  </a:lnTo>
                  <a:lnTo>
                    <a:pt x="92" y="1496"/>
                  </a:lnTo>
                  <a:lnTo>
                    <a:pt x="0" y="1724"/>
                  </a:lnTo>
                  <a:lnTo>
                    <a:pt x="320" y="1884"/>
                  </a:lnTo>
                  <a:lnTo>
                    <a:pt x="696" y="1918"/>
                  </a:lnTo>
                  <a:lnTo>
                    <a:pt x="1130" y="2044"/>
                  </a:lnTo>
                  <a:lnTo>
                    <a:pt x="1210" y="1872"/>
                  </a:lnTo>
                  <a:lnTo>
                    <a:pt x="1895" y="1713"/>
                  </a:lnTo>
                  <a:lnTo>
                    <a:pt x="2077" y="2032"/>
                  </a:lnTo>
                  <a:lnTo>
                    <a:pt x="3104" y="2260"/>
                  </a:lnTo>
                  <a:lnTo>
                    <a:pt x="3698" y="2317"/>
                  </a:lnTo>
                  <a:lnTo>
                    <a:pt x="4040" y="2112"/>
                  </a:lnTo>
                  <a:lnTo>
                    <a:pt x="4656" y="2101"/>
                  </a:lnTo>
                  <a:lnTo>
                    <a:pt x="4782" y="1941"/>
                  </a:lnTo>
                  <a:lnTo>
                    <a:pt x="4976" y="1370"/>
                  </a:lnTo>
                  <a:lnTo>
                    <a:pt x="4816" y="1188"/>
                  </a:lnTo>
                  <a:lnTo>
                    <a:pt x="5216" y="1188"/>
                  </a:lnTo>
                  <a:lnTo>
                    <a:pt x="5239" y="811"/>
                  </a:lnTo>
                  <a:lnTo>
                    <a:pt x="5147" y="51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8909;p37">
              <a:extLst>
                <a:ext uri="{FF2B5EF4-FFF2-40B4-BE49-F238E27FC236}">
                  <a16:creationId xmlns:a16="http://schemas.microsoft.com/office/drawing/2014/main" xmlns="" id="{F6E22E06-D8FF-4DDA-AADB-DD1A91AE25AB}"/>
                </a:ext>
              </a:extLst>
            </p:cNvPr>
            <p:cNvSpPr/>
            <p:nvPr/>
          </p:nvSpPr>
          <p:spPr>
            <a:xfrm>
              <a:off x="4546500" y="2161475"/>
              <a:ext cx="104725" cy="81050"/>
            </a:xfrm>
            <a:custGeom>
              <a:avLst/>
              <a:gdLst/>
              <a:ahLst/>
              <a:cxnLst/>
              <a:rect l="l" t="t" r="r" b="b"/>
              <a:pathLst>
                <a:path w="4189" h="3242" extrusionOk="0">
                  <a:moveTo>
                    <a:pt x="286" y="1895"/>
                  </a:moveTo>
                  <a:lnTo>
                    <a:pt x="149" y="1929"/>
                  </a:lnTo>
                  <a:lnTo>
                    <a:pt x="320" y="2272"/>
                  </a:lnTo>
                  <a:lnTo>
                    <a:pt x="777" y="2682"/>
                  </a:lnTo>
                  <a:lnTo>
                    <a:pt x="1302" y="2808"/>
                  </a:lnTo>
                  <a:lnTo>
                    <a:pt x="902" y="2283"/>
                  </a:lnTo>
                  <a:lnTo>
                    <a:pt x="879" y="2135"/>
                  </a:lnTo>
                  <a:lnTo>
                    <a:pt x="548" y="2135"/>
                  </a:lnTo>
                  <a:close/>
                  <a:moveTo>
                    <a:pt x="1769" y="571"/>
                  </a:moveTo>
                  <a:lnTo>
                    <a:pt x="1165" y="23"/>
                  </a:lnTo>
                  <a:lnTo>
                    <a:pt x="948" y="1"/>
                  </a:lnTo>
                  <a:lnTo>
                    <a:pt x="788" y="126"/>
                  </a:lnTo>
                  <a:lnTo>
                    <a:pt x="1245" y="617"/>
                  </a:lnTo>
                  <a:lnTo>
                    <a:pt x="1165" y="708"/>
                  </a:lnTo>
                  <a:lnTo>
                    <a:pt x="765" y="651"/>
                  </a:lnTo>
                  <a:lnTo>
                    <a:pt x="160" y="400"/>
                  </a:lnTo>
                  <a:lnTo>
                    <a:pt x="1" y="537"/>
                  </a:lnTo>
                  <a:lnTo>
                    <a:pt x="206" y="788"/>
                  </a:lnTo>
                  <a:lnTo>
                    <a:pt x="514" y="936"/>
                  </a:lnTo>
                  <a:lnTo>
                    <a:pt x="423" y="1153"/>
                  </a:lnTo>
                  <a:lnTo>
                    <a:pt x="857" y="1473"/>
                  </a:lnTo>
                  <a:lnTo>
                    <a:pt x="720" y="1758"/>
                  </a:lnTo>
                  <a:lnTo>
                    <a:pt x="1073" y="1998"/>
                  </a:lnTo>
                  <a:lnTo>
                    <a:pt x="1427" y="2157"/>
                  </a:lnTo>
                  <a:lnTo>
                    <a:pt x="1564" y="2785"/>
                  </a:lnTo>
                  <a:lnTo>
                    <a:pt x="2317" y="2112"/>
                  </a:lnTo>
                  <a:lnTo>
                    <a:pt x="2591" y="2043"/>
                  </a:lnTo>
                  <a:lnTo>
                    <a:pt x="2854" y="2306"/>
                  </a:lnTo>
                  <a:lnTo>
                    <a:pt x="2682" y="2751"/>
                  </a:lnTo>
                  <a:lnTo>
                    <a:pt x="3230" y="3242"/>
                  </a:lnTo>
                  <a:lnTo>
                    <a:pt x="3413" y="3196"/>
                  </a:lnTo>
                  <a:lnTo>
                    <a:pt x="3299" y="2739"/>
                  </a:lnTo>
                  <a:lnTo>
                    <a:pt x="3538" y="2523"/>
                  </a:lnTo>
                  <a:lnTo>
                    <a:pt x="3595" y="2214"/>
                  </a:lnTo>
                  <a:lnTo>
                    <a:pt x="3584" y="1496"/>
                  </a:lnTo>
                  <a:lnTo>
                    <a:pt x="4189" y="1427"/>
                  </a:lnTo>
                  <a:lnTo>
                    <a:pt x="3904" y="1187"/>
                  </a:lnTo>
                  <a:lnTo>
                    <a:pt x="3538" y="1153"/>
                  </a:lnTo>
                  <a:lnTo>
                    <a:pt x="3048" y="514"/>
                  </a:lnTo>
                  <a:lnTo>
                    <a:pt x="2557" y="58"/>
                  </a:lnTo>
                  <a:lnTo>
                    <a:pt x="2557" y="58"/>
                  </a:lnTo>
                  <a:lnTo>
                    <a:pt x="2192" y="411"/>
                  </a:lnTo>
                  <a:lnTo>
                    <a:pt x="2112" y="62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8910;p37">
              <a:extLst>
                <a:ext uri="{FF2B5EF4-FFF2-40B4-BE49-F238E27FC236}">
                  <a16:creationId xmlns:a16="http://schemas.microsoft.com/office/drawing/2014/main" xmlns="" id="{B773D80A-0F22-40C8-B078-7866F5963455}"/>
                </a:ext>
              </a:extLst>
            </p:cNvPr>
            <p:cNvSpPr/>
            <p:nvPr/>
          </p:nvSpPr>
          <p:spPr>
            <a:xfrm>
              <a:off x="4302575" y="3165450"/>
              <a:ext cx="34825" cy="48250"/>
            </a:xfrm>
            <a:custGeom>
              <a:avLst/>
              <a:gdLst/>
              <a:ahLst/>
              <a:cxnLst/>
              <a:rect l="l" t="t" r="r" b="b"/>
              <a:pathLst>
                <a:path w="1393" h="1930" extrusionOk="0">
                  <a:moveTo>
                    <a:pt x="1221" y="412"/>
                  </a:moveTo>
                  <a:lnTo>
                    <a:pt x="1176" y="58"/>
                  </a:lnTo>
                  <a:lnTo>
                    <a:pt x="1176" y="58"/>
                  </a:lnTo>
                  <a:lnTo>
                    <a:pt x="742" y="1"/>
                  </a:lnTo>
                  <a:lnTo>
                    <a:pt x="502" y="514"/>
                  </a:lnTo>
                  <a:lnTo>
                    <a:pt x="0" y="446"/>
                  </a:lnTo>
                  <a:lnTo>
                    <a:pt x="206" y="857"/>
                  </a:lnTo>
                  <a:lnTo>
                    <a:pt x="217" y="1017"/>
                  </a:lnTo>
                  <a:lnTo>
                    <a:pt x="502" y="1884"/>
                  </a:lnTo>
                  <a:lnTo>
                    <a:pt x="491" y="1930"/>
                  </a:lnTo>
                  <a:lnTo>
                    <a:pt x="571" y="1907"/>
                  </a:lnTo>
                  <a:lnTo>
                    <a:pt x="879" y="1587"/>
                  </a:lnTo>
                  <a:lnTo>
                    <a:pt x="1187" y="1108"/>
                  </a:lnTo>
                  <a:lnTo>
                    <a:pt x="1392" y="914"/>
                  </a:lnTo>
                  <a:lnTo>
                    <a:pt x="1392" y="62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8911;p37">
              <a:extLst>
                <a:ext uri="{FF2B5EF4-FFF2-40B4-BE49-F238E27FC236}">
                  <a16:creationId xmlns:a16="http://schemas.microsoft.com/office/drawing/2014/main" xmlns="" id="{912E345B-9529-4032-A0BA-AF520BD39806}"/>
                </a:ext>
              </a:extLst>
            </p:cNvPr>
            <p:cNvSpPr/>
            <p:nvPr/>
          </p:nvSpPr>
          <p:spPr>
            <a:xfrm>
              <a:off x="3764775" y="1949775"/>
              <a:ext cx="63350" cy="42825"/>
            </a:xfrm>
            <a:custGeom>
              <a:avLst/>
              <a:gdLst/>
              <a:ahLst/>
              <a:cxnLst/>
              <a:rect l="l" t="t" r="r" b="b"/>
              <a:pathLst>
                <a:path w="2534" h="1713" extrusionOk="0">
                  <a:moveTo>
                    <a:pt x="1689" y="1"/>
                  </a:moveTo>
                  <a:lnTo>
                    <a:pt x="1062" y="183"/>
                  </a:lnTo>
                  <a:lnTo>
                    <a:pt x="548" y="115"/>
                  </a:lnTo>
                  <a:lnTo>
                    <a:pt x="548" y="115"/>
                  </a:lnTo>
                  <a:lnTo>
                    <a:pt x="0" y="286"/>
                  </a:lnTo>
                  <a:lnTo>
                    <a:pt x="103" y="594"/>
                  </a:lnTo>
                  <a:lnTo>
                    <a:pt x="422" y="606"/>
                  </a:lnTo>
                  <a:lnTo>
                    <a:pt x="765" y="948"/>
                  </a:lnTo>
                  <a:lnTo>
                    <a:pt x="1244" y="1370"/>
                  </a:lnTo>
                  <a:lnTo>
                    <a:pt x="1598" y="1302"/>
                  </a:lnTo>
                  <a:lnTo>
                    <a:pt x="2226" y="1712"/>
                  </a:lnTo>
                  <a:lnTo>
                    <a:pt x="2283" y="1210"/>
                  </a:lnTo>
                  <a:lnTo>
                    <a:pt x="2477" y="1176"/>
                  </a:lnTo>
                  <a:lnTo>
                    <a:pt x="2534" y="583"/>
                  </a:lnTo>
                  <a:lnTo>
                    <a:pt x="2134" y="37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8912;p37">
              <a:extLst>
                <a:ext uri="{FF2B5EF4-FFF2-40B4-BE49-F238E27FC236}">
                  <a16:creationId xmlns:a16="http://schemas.microsoft.com/office/drawing/2014/main" xmlns="" id="{9A12D56D-E149-4889-8F9D-DEDCB379668C}"/>
                </a:ext>
              </a:extLst>
            </p:cNvPr>
            <p:cNvSpPr/>
            <p:nvPr/>
          </p:nvSpPr>
          <p:spPr>
            <a:xfrm>
              <a:off x="3736525" y="2834500"/>
              <a:ext cx="60500" cy="138400"/>
            </a:xfrm>
            <a:custGeom>
              <a:avLst/>
              <a:gdLst/>
              <a:ahLst/>
              <a:cxnLst/>
              <a:rect l="l" t="t" r="r" b="b"/>
              <a:pathLst>
                <a:path w="2420" h="5536" extrusionOk="0">
                  <a:moveTo>
                    <a:pt x="2271" y="526"/>
                  </a:moveTo>
                  <a:lnTo>
                    <a:pt x="1667" y="1"/>
                  </a:lnTo>
                  <a:lnTo>
                    <a:pt x="1381" y="1"/>
                  </a:lnTo>
                  <a:lnTo>
                    <a:pt x="1107" y="275"/>
                  </a:lnTo>
                  <a:lnTo>
                    <a:pt x="936" y="537"/>
                  </a:lnTo>
                  <a:lnTo>
                    <a:pt x="548" y="628"/>
                  </a:lnTo>
                  <a:lnTo>
                    <a:pt x="377" y="1028"/>
                  </a:lnTo>
                  <a:lnTo>
                    <a:pt x="103" y="1131"/>
                  </a:lnTo>
                  <a:lnTo>
                    <a:pt x="0" y="1599"/>
                  </a:lnTo>
                  <a:lnTo>
                    <a:pt x="251" y="1872"/>
                  </a:lnTo>
                  <a:lnTo>
                    <a:pt x="537" y="2192"/>
                  </a:lnTo>
                  <a:lnTo>
                    <a:pt x="560" y="2637"/>
                  </a:lnTo>
                  <a:lnTo>
                    <a:pt x="719" y="2820"/>
                  </a:lnTo>
                  <a:lnTo>
                    <a:pt x="697" y="4908"/>
                  </a:lnTo>
                  <a:lnTo>
                    <a:pt x="891" y="5536"/>
                  </a:lnTo>
                  <a:lnTo>
                    <a:pt x="1552" y="5422"/>
                  </a:lnTo>
                  <a:lnTo>
                    <a:pt x="1587" y="3961"/>
                  </a:lnTo>
                  <a:lnTo>
                    <a:pt x="1575" y="3379"/>
                  </a:lnTo>
                  <a:lnTo>
                    <a:pt x="1712" y="2808"/>
                  </a:lnTo>
                  <a:lnTo>
                    <a:pt x="1963" y="2534"/>
                  </a:lnTo>
                  <a:lnTo>
                    <a:pt x="2351" y="1964"/>
                  </a:lnTo>
                  <a:lnTo>
                    <a:pt x="2260" y="1724"/>
                  </a:lnTo>
                  <a:lnTo>
                    <a:pt x="2420" y="1370"/>
                  </a:lnTo>
                  <a:lnTo>
                    <a:pt x="2249" y="82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8913;p37">
              <a:extLst>
                <a:ext uri="{FF2B5EF4-FFF2-40B4-BE49-F238E27FC236}">
                  <a16:creationId xmlns:a16="http://schemas.microsoft.com/office/drawing/2014/main" xmlns="" id="{7E06B645-B30A-469C-B2CB-A847A1EC2BA5}"/>
                </a:ext>
              </a:extLst>
            </p:cNvPr>
            <p:cNvSpPr/>
            <p:nvPr/>
          </p:nvSpPr>
          <p:spPr>
            <a:xfrm>
              <a:off x="3612125" y="2769175"/>
              <a:ext cx="152375" cy="124975"/>
            </a:xfrm>
            <a:custGeom>
              <a:avLst/>
              <a:gdLst/>
              <a:ahLst/>
              <a:cxnLst/>
              <a:rect l="l" t="t" r="r" b="b"/>
              <a:pathLst>
                <a:path w="6095" h="4999" extrusionOk="0">
                  <a:moveTo>
                    <a:pt x="4668" y="172"/>
                  </a:moveTo>
                  <a:lnTo>
                    <a:pt x="4155" y="172"/>
                  </a:lnTo>
                  <a:lnTo>
                    <a:pt x="3961" y="0"/>
                  </a:lnTo>
                  <a:lnTo>
                    <a:pt x="3527" y="126"/>
                  </a:lnTo>
                  <a:lnTo>
                    <a:pt x="2785" y="503"/>
                  </a:lnTo>
                  <a:lnTo>
                    <a:pt x="2625" y="788"/>
                  </a:lnTo>
                  <a:lnTo>
                    <a:pt x="2021" y="1199"/>
                  </a:lnTo>
                  <a:lnTo>
                    <a:pt x="1906" y="1427"/>
                  </a:lnTo>
                  <a:lnTo>
                    <a:pt x="1576" y="1610"/>
                  </a:lnTo>
                  <a:lnTo>
                    <a:pt x="1188" y="1484"/>
                  </a:lnTo>
                  <a:lnTo>
                    <a:pt x="959" y="1712"/>
                  </a:lnTo>
                  <a:lnTo>
                    <a:pt x="845" y="2340"/>
                  </a:lnTo>
                  <a:lnTo>
                    <a:pt x="206" y="3082"/>
                  </a:lnTo>
                  <a:lnTo>
                    <a:pt x="229" y="3401"/>
                  </a:lnTo>
                  <a:lnTo>
                    <a:pt x="1" y="3778"/>
                  </a:lnTo>
                  <a:lnTo>
                    <a:pt x="58" y="4314"/>
                  </a:lnTo>
                  <a:lnTo>
                    <a:pt x="423" y="4508"/>
                  </a:lnTo>
                  <a:lnTo>
                    <a:pt x="560" y="4805"/>
                  </a:lnTo>
                  <a:lnTo>
                    <a:pt x="914" y="4999"/>
                  </a:lnTo>
                  <a:lnTo>
                    <a:pt x="1188" y="4771"/>
                  </a:lnTo>
                  <a:lnTo>
                    <a:pt x="1576" y="4736"/>
                  </a:lnTo>
                  <a:lnTo>
                    <a:pt x="2112" y="4965"/>
                  </a:lnTo>
                  <a:lnTo>
                    <a:pt x="1998" y="4280"/>
                  </a:lnTo>
                  <a:lnTo>
                    <a:pt x="2032" y="3766"/>
                  </a:lnTo>
                  <a:lnTo>
                    <a:pt x="3413" y="3721"/>
                  </a:lnTo>
                  <a:lnTo>
                    <a:pt x="3755" y="3801"/>
                  </a:lnTo>
                  <a:lnTo>
                    <a:pt x="4018" y="3652"/>
                  </a:lnTo>
                  <a:lnTo>
                    <a:pt x="4383" y="3721"/>
                  </a:lnTo>
                  <a:lnTo>
                    <a:pt x="5079" y="3744"/>
                  </a:lnTo>
                  <a:lnTo>
                    <a:pt x="5353" y="3641"/>
                  </a:lnTo>
                  <a:lnTo>
                    <a:pt x="5524" y="3241"/>
                  </a:lnTo>
                  <a:lnTo>
                    <a:pt x="5912" y="3150"/>
                  </a:lnTo>
                  <a:lnTo>
                    <a:pt x="6083" y="2888"/>
                  </a:lnTo>
                  <a:lnTo>
                    <a:pt x="6095" y="2260"/>
                  </a:lnTo>
                  <a:lnTo>
                    <a:pt x="5182" y="2055"/>
                  </a:lnTo>
                  <a:lnTo>
                    <a:pt x="5159" y="1610"/>
                  </a:lnTo>
                  <a:lnTo>
                    <a:pt x="4714" y="1028"/>
                  </a:lnTo>
                  <a:lnTo>
                    <a:pt x="4600" y="61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8914;p37">
              <a:extLst>
                <a:ext uri="{FF2B5EF4-FFF2-40B4-BE49-F238E27FC236}">
                  <a16:creationId xmlns:a16="http://schemas.microsoft.com/office/drawing/2014/main" xmlns="" id="{5D3AB7C9-7C73-429B-B6E0-72A9F3701202}"/>
                </a:ext>
              </a:extLst>
            </p:cNvPr>
            <p:cNvSpPr/>
            <p:nvPr/>
          </p:nvSpPr>
          <p:spPr>
            <a:xfrm>
              <a:off x="5438375" y="2512125"/>
              <a:ext cx="102725" cy="130975"/>
            </a:xfrm>
            <a:custGeom>
              <a:avLst/>
              <a:gdLst/>
              <a:ahLst/>
              <a:cxnLst/>
              <a:rect l="l" t="t" r="r" b="b"/>
              <a:pathLst>
                <a:path w="4109" h="5239" extrusionOk="0">
                  <a:moveTo>
                    <a:pt x="4040" y="3994"/>
                  </a:moveTo>
                  <a:lnTo>
                    <a:pt x="3401" y="2545"/>
                  </a:lnTo>
                  <a:lnTo>
                    <a:pt x="3184" y="2568"/>
                  </a:lnTo>
                  <a:lnTo>
                    <a:pt x="3161" y="3138"/>
                  </a:lnTo>
                  <a:lnTo>
                    <a:pt x="2659" y="2671"/>
                  </a:lnTo>
                  <a:lnTo>
                    <a:pt x="2819" y="2146"/>
                  </a:lnTo>
                  <a:lnTo>
                    <a:pt x="3161" y="2100"/>
                  </a:lnTo>
                  <a:lnTo>
                    <a:pt x="3390" y="1335"/>
                  </a:lnTo>
                  <a:lnTo>
                    <a:pt x="2899" y="1176"/>
                  </a:lnTo>
                  <a:lnTo>
                    <a:pt x="2191" y="1198"/>
                  </a:lnTo>
                  <a:lnTo>
                    <a:pt x="1415" y="1073"/>
                  </a:lnTo>
                  <a:lnTo>
                    <a:pt x="1244" y="445"/>
                  </a:lnTo>
                  <a:lnTo>
                    <a:pt x="856" y="388"/>
                  </a:lnTo>
                  <a:lnTo>
                    <a:pt x="171" y="0"/>
                  </a:lnTo>
                  <a:lnTo>
                    <a:pt x="0" y="616"/>
                  </a:lnTo>
                  <a:lnTo>
                    <a:pt x="662" y="1096"/>
                  </a:lnTo>
                  <a:lnTo>
                    <a:pt x="217" y="1438"/>
                  </a:lnTo>
                  <a:lnTo>
                    <a:pt x="103" y="1769"/>
                  </a:lnTo>
                  <a:lnTo>
                    <a:pt x="628" y="2009"/>
                  </a:lnTo>
                  <a:lnTo>
                    <a:pt x="571" y="2556"/>
                  </a:lnTo>
                  <a:lnTo>
                    <a:pt x="947" y="3241"/>
                  </a:lnTo>
                  <a:lnTo>
                    <a:pt x="1176" y="3983"/>
                  </a:lnTo>
                  <a:lnTo>
                    <a:pt x="1484" y="4063"/>
                  </a:lnTo>
                  <a:lnTo>
                    <a:pt x="1735" y="4166"/>
                  </a:lnTo>
                  <a:lnTo>
                    <a:pt x="1815" y="3994"/>
                  </a:lnTo>
                  <a:lnTo>
                    <a:pt x="2168" y="4177"/>
                  </a:lnTo>
                  <a:lnTo>
                    <a:pt x="2362" y="3675"/>
                  </a:lnTo>
                  <a:lnTo>
                    <a:pt x="2226" y="3310"/>
                  </a:lnTo>
                  <a:lnTo>
                    <a:pt x="2956" y="3332"/>
                  </a:lnTo>
                  <a:lnTo>
                    <a:pt x="3355" y="3869"/>
                  </a:lnTo>
                  <a:lnTo>
                    <a:pt x="3572" y="4302"/>
                  </a:lnTo>
                  <a:lnTo>
                    <a:pt x="3686" y="4759"/>
                  </a:lnTo>
                  <a:lnTo>
                    <a:pt x="3972" y="5238"/>
                  </a:lnTo>
                  <a:lnTo>
                    <a:pt x="3812" y="4508"/>
                  </a:lnTo>
                  <a:lnTo>
                    <a:pt x="4109" y="464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8915;p37">
              <a:extLst>
                <a:ext uri="{FF2B5EF4-FFF2-40B4-BE49-F238E27FC236}">
                  <a16:creationId xmlns:a16="http://schemas.microsoft.com/office/drawing/2014/main" xmlns="" id="{C2F4D62F-FFAE-4551-B81E-46B2025F901C}"/>
                </a:ext>
              </a:extLst>
            </p:cNvPr>
            <p:cNvSpPr/>
            <p:nvPr/>
          </p:nvSpPr>
          <p:spPr>
            <a:xfrm>
              <a:off x="4126250" y="2109550"/>
              <a:ext cx="111850" cy="65925"/>
            </a:xfrm>
            <a:custGeom>
              <a:avLst/>
              <a:gdLst/>
              <a:ahLst/>
              <a:cxnLst/>
              <a:rect l="l" t="t" r="r" b="b"/>
              <a:pathLst>
                <a:path w="4474" h="2637" extrusionOk="0">
                  <a:moveTo>
                    <a:pt x="4474" y="468"/>
                  </a:moveTo>
                  <a:lnTo>
                    <a:pt x="4040" y="366"/>
                  </a:lnTo>
                  <a:lnTo>
                    <a:pt x="3470" y="58"/>
                  </a:lnTo>
                  <a:lnTo>
                    <a:pt x="2648" y="252"/>
                  </a:lnTo>
                  <a:lnTo>
                    <a:pt x="2317" y="480"/>
                  </a:lnTo>
                  <a:lnTo>
                    <a:pt x="1256" y="434"/>
                  </a:lnTo>
                  <a:lnTo>
                    <a:pt x="685" y="297"/>
                  </a:lnTo>
                  <a:lnTo>
                    <a:pt x="411" y="366"/>
                  </a:lnTo>
                  <a:lnTo>
                    <a:pt x="149" y="0"/>
                  </a:lnTo>
                  <a:lnTo>
                    <a:pt x="0" y="194"/>
                  </a:lnTo>
                  <a:lnTo>
                    <a:pt x="92" y="525"/>
                  </a:lnTo>
                  <a:lnTo>
                    <a:pt x="491" y="891"/>
                  </a:lnTo>
                  <a:lnTo>
                    <a:pt x="251" y="1165"/>
                  </a:lnTo>
                  <a:lnTo>
                    <a:pt x="149" y="1450"/>
                  </a:lnTo>
                  <a:lnTo>
                    <a:pt x="240" y="1553"/>
                  </a:lnTo>
                  <a:lnTo>
                    <a:pt x="137" y="1678"/>
                  </a:lnTo>
                  <a:lnTo>
                    <a:pt x="537" y="1963"/>
                  </a:lnTo>
                  <a:lnTo>
                    <a:pt x="651" y="2545"/>
                  </a:lnTo>
                  <a:lnTo>
                    <a:pt x="1187" y="2580"/>
                  </a:lnTo>
                  <a:lnTo>
                    <a:pt x="1746" y="2329"/>
                  </a:lnTo>
                  <a:lnTo>
                    <a:pt x="2306" y="2637"/>
                  </a:lnTo>
                  <a:lnTo>
                    <a:pt x="2956" y="2545"/>
                  </a:lnTo>
                  <a:lnTo>
                    <a:pt x="2922" y="2123"/>
                  </a:lnTo>
                  <a:lnTo>
                    <a:pt x="3630" y="1838"/>
                  </a:lnTo>
                  <a:lnTo>
                    <a:pt x="4269" y="1952"/>
                  </a:lnTo>
                  <a:lnTo>
                    <a:pt x="3972" y="1450"/>
                  </a:lnTo>
                  <a:lnTo>
                    <a:pt x="4154" y="82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8916;p37">
              <a:extLst>
                <a:ext uri="{FF2B5EF4-FFF2-40B4-BE49-F238E27FC236}">
                  <a16:creationId xmlns:a16="http://schemas.microsoft.com/office/drawing/2014/main" xmlns="" id="{D5BEFC02-1D88-4474-9F02-C3E31A9ADDCE}"/>
                </a:ext>
              </a:extLst>
            </p:cNvPr>
            <p:cNvSpPr/>
            <p:nvPr/>
          </p:nvSpPr>
          <p:spPr>
            <a:xfrm>
              <a:off x="4004425" y="2087575"/>
              <a:ext cx="71075" cy="56800"/>
            </a:xfrm>
            <a:custGeom>
              <a:avLst/>
              <a:gdLst/>
              <a:ahLst/>
              <a:cxnLst/>
              <a:rect l="l" t="t" r="r" b="b"/>
              <a:pathLst>
                <a:path w="2843" h="2272" extrusionOk="0">
                  <a:moveTo>
                    <a:pt x="879" y="1"/>
                  </a:moveTo>
                  <a:lnTo>
                    <a:pt x="548" y="24"/>
                  </a:lnTo>
                  <a:lnTo>
                    <a:pt x="400" y="206"/>
                  </a:lnTo>
                  <a:lnTo>
                    <a:pt x="137" y="1"/>
                  </a:lnTo>
                  <a:lnTo>
                    <a:pt x="0" y="366"/>
                  </a:lnTo>
                  <a:lnTo>
                    <a:pt x="388" y="777"/>
                  </a:lnTo>
                  <a:lnTo>
                    <a:pt x="571" y="1051"/>
                  </a:lnTo>
                  <a:lnTo>
                    <a:pt x="925" y="1370"/>
                  </a:lnTo>
                  <a:lnTo>
                    <a:pt x="1210" y="1576"/>
                  </a:lnTo>
                  <a:lnTo>
                    <a:pt x="1530" y="1929"/>
                  </a:lnTo>
                  <a:lnTo>
                    <a:pt x="2203" y="2272"/>
                  </a:lnTo>
                  <a:lnTo>
                    <a:pt x="2260" y="1781"/>
                  </a:lnTo>
                  <a:lnTo>
                    <a:pt x="2477" y="1587"/>
                  </a:lnTo>
                  <a:lnTo>
                    <a:pt x="2602" y="1496"/>
                  </a:lnTo>
                  <a:lnTo>
                    <a:pt x="2774" y="1462"/>
                  </a:lnTo>
                  <a:lnTo>
                    <a:pt x="2842" y="1051"/>
                  </a:lnTo>
                  <a:lnTo>
                    <a:pt x="2454" y="720"/>
                  </a:lnTo>
                  <a:lnTo>
                    <a:pt x="2602" y="332"/>
                  </a:lnTo>
                  <a:lnTo>
                    <a:pt x="2340" y="332"/>
                  </a:lnTo>
                  <a:lnTo>
                    <a:pt x="2340" y="332"/>
                  </a:lnTo>
                  <a:lnTo>
                    <a:pt x="1998" y="138"/>
                  </a:lnTo>
                  <a:lnTo>
                    <a:pt x="1507" y="14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8917;p37">
              <a:extLst>
                <a:ext uri="{FF2B5EF4-FFF2-40B4-BE49-F238E27FC236}">
                  <a16:creationId xmlns:a16="http://schemas.microsoft.com/office/drawing/2014/main" xmlns="" id="{E5474042-91B8-4029-B94C-F9879097F922}"/>
                </a:ext>
              </a:extLst>
            </p:cNvPr>
            <p:cNvSpPr/>
            <p:nvPr/>
          </p:nvSpPr>
          <p:spPr>
            <a:xfrm>
              <a:off x="4117700" y="1848775"/>
              <a:ext cx="158350" cy="104450"/>
            </a:xfrm>
            <a:custGeom>
              <a:avLst/>
              <a:gdLst/>
              <a:ahLst/>
              <a:cxnLst/>
              <a:rect l="l" t="t" r="r" b="b"/>
              <a:pathLst>
                <a:path w="6334" h="4178" extrusionOk="0">
                  <a:moveTo>
                    <a:pt x="3561" y="218"/>
                  </a:moveTo>
                  <a:lnTo>
                    <a:pt x="2819" y="1"/>
                  </a:lnTo>
                  <a:lnTo>
                    <a:pt x="2168" y="332"/>
                  </a:lnTo>
                  <a:lnTo>
                    <a:pt x="1792" y="469"/>
                  </a:lnTo>
                  <a:lnTo>
                    <a:pt x="1917" y="845"/>
                  </a:lnTo>
                  <a:lnTo>
                    <a:pt x="1427" y="1131"/>
                  </a:lnTo>
                  <a:lnTo>
                    <a:pt x="1347" y="1610"/>
                  </a:lnTo>
                  <a:lnTo>
                    <a:pt x="662" y="1929"/>
                  </a:lnTo>
                  <a:lnTo>
                    <a:pt x="11" y="1929"/>
                  </a:lnTo>
                  <a:lnTo>
                    <a:pt x="91" y="2306"/>
                  </a:lnTo>
                  <a:lnTo>
                    <a:pt x="342" y="2637"/>
                  </a:lnTo>
                  <a:lnTo>
                    <a:pt x="377" y="2979"/>
                  </a:lnTo>
                  <a:lnTo>
                    <a:pt x="0" y="3151"/>
                  </a:lnTo>
                  <a:lnTo>
                    <a:pt x="263" y="3561"/>
                  </a:lnTo>
                  <a:lnTo>
                    <a:pt x="342" y="3949"/>
                  </a:lnTo>
                  <a:lnTo>
                    <a:pt x="651" y="3904"/>
                  </a:lnTo>
                  <a:lnTo>
                    <a:pt x="993" y="3675"/>
                  </a:lnTo>
                  <a:lnTo>
                    <a:pt x="1518" y="3653"/>
                  </a:lnTo>
                  <a:lnTo>
                    <a:pt x="2237" y="3721"/>
                  </a:lnTo>
                  <a:lnTo>
                    <a:pt x="3036" y="3938"/>
                  </a:lnTo>
                  <a:lnTo>
                    <a:pt x="3572" y="3949"/>
                  </a:lnTo>
                  <a:lnTo>
                    <a:pt x="3857" y="4075"/>
                  </a:lnTo>
                  <a:lnTo>
                    <a:pt x="4086" y="3927"/>
                  </a:lnTo>
                  <a:lnTo>
                    <a:pt x="4302" y="4132"/>
                  </a:lnTo>
                  <a:lnTo>
                    <a:pt x="4919" y="4098"/>
                  </a:lnTo>
                  <a:lnTo>
                    <a:pt x="5204" y="4178"/>
                  </a:lnTo>
                  <a:lnTo>
                    <a:pt x="5170" y="3733"/>
                  </a:lnTo>
                  <a:lnTo>
                    <a:pt x="5341" y="3539"/>
                  </a:lnTo>
                  <a:lnTo>
                    <a:pt x="5934" y="3493"/>
                  </a:lnTo>
                  <a:lnTo>
                    <a:pt x="5934" y="3493"/>
                  </a:lnTo>
                  <a:lnTo>
                    <a:pt x="5649" y="2934"/>
                  </a:lnTo>
                  <a:lnTo>
                    <a:pt x="5432" y="2648"/>
                  </a:lnTo>
                  <a:lnTo>
                    <a:pt x="5546" y="2569"/>
                  </a:lnTo>
                  <a:lnTo>
                    <a:pt x="6106" y="2591"/>
                  </a:lnTo>
                  <a:lnTo>
                    <a:pt x="6334" y="2409"/>
                  </a:lnTo>
                  <a:lnTo>
                    <a:pt x="6083" y="2180"/>
                  </a:lnTo>
                  <a:lnTo>
                    <a:pt x="5603" y="2021"/>
                  </a:lnTo>
                  <a:lnTo>
                    <a:pt x="5615" y="1861"/>
                  </a:lnTo>
                  <a:lnTo>
                    <a:pt x="5295" y="1713"/>
                  </a:lnTo>
                  <a:lnTo>
                    <a:pt x="4770" y="1153"/>
                  </a:lnTo>
                  <a:lnTo>
                    <a:pt x="4862" y="925"/>
                  </a:lnTo>
                  <a:lnTo>
                    <a:pt x="4713" y="514"/>
                  </a:lnTo>
                  <a:lnTo>
                    <a:pt x="4029" y="309"/>
                  </a:lnTo>
                  <a:lnTo>
                    <a:pt x="3698" y="41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8918;p37">
              <a:extLst>
                <a:ext uri="{FF2B5EF4-FFF2-40B4-BE49-F238E27FC236}">
                  <a16:creationId xmlns:a16="http://schemas.microsoft.com/office/drawing/2014/main" xmlns="" id="{C71CF790-B12D-4044-B650-09D687BF348C}"/>
                </a:ext>
              </a:extLst>
            </p:cNvPr>
            <p:cNvSpPr/>
            <p:nvPr/>
          </p:nvSpPr>
          <p:spPr>
            <a:xfrm>
              <a:off x="1953075" y="2692425"/>
              <a:ext cx="29125" cy="59375"/>
            </a:xfrm>
            <a:custGeom>
              <a:avLst/>
              <a:gdLst/>
              <a:ahLst/>
              <a:cxnLst/>
              <a:rect l="l" t="t" r="r" b="b"/>
              <a:pathLst>
                <a:path w="1165" h="2375" extrusionOk="0">
                  <a:moveTo>
                    <a:pt x="229" y="2374"/>
                  </a:moveTo>
                  <a:lnTo>
                    <a:pt x="434" y="2055"/>
                  </a:lnTo>
                  <a:lnTo>
                    <a:pt x="571" y="2032"/>
                  </a:lnTo>
                  <a:lnTo>
                    <a:pt x="765" y="1792"/>
                  </a:lnTo>
                  <a:lnTo>
                    <a:pt x="902" y="1336"/>
                  </a:lnTo>
                  <a:lnTo>
                    <a:pt x="857" y="1244"/>
                  </a:lnTo>
                  <a:lnTo>
                    <a:pt x="982" y="914"/>
                  </a:lnTo>
                  <a:lnTo>
                    <a:pt x="937" y="777"/>
                  </a:lnTo>
                  <a:lnTo>
                    <a:pt x="1119" y="389"/>
                  </a:lnTo>
                  <a:lnTo>
                    <a:pt x="1165" y="138"/>
                  </a:lnTo>
                  <a:lnTo>
                    <a:pt x="1005" y="138"/>
                  </a:lnTo>
                  <a:lnTo>
                    <a:pt x="1016" y="1"/>
                  </a:lnTo>
                  <a:lnTo>
                    <a:pt x="879" y="1"/>
                  </a:lnTo>
                  <a:lnTo>
                    <a:pt x="514" y="560"/>
                  </a:lnTo>
                  <a:lnTo>
                    <a:pt x="389" y="446"/>
                  </a:lnTo>
                  <a:lnTo>
                    <a:pt x="286" y="491"/>
                  </a:lnTo>
                  <a:lnTo>
                    <a:pt x="275" y="628"/>
                  </a:lnTo>
                  <a:lnTo>
                    <a:pt x="172" y="1347"/>
                  </a:lnTo>
                  <a:lnTo>
                    <a:pt x="1" y="237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919;p37">
              <a:extLst>
                <a:ext uri="{FF2B5EF4-FFF2-40B4-BE49-F238E27FC236}">
                  <a16:creationId xmlns:a16="http://schemas.microsoft.com/office/drawing/2014/main" xmlns="" id="{FD0FC9F2-4598-4E38-8075-CF893BC7F8C2}"/>
                </a:ext>
              </a:extLst>
            </p:cNvPr>
            <p:cNvSpPr/>
            <p:nvPr/>
          </p:nvSpPr>
          <p:spPr>
            <a:xfrm>
              <a:off x="2335100" y="3333800"/>
              <a:ext cx="250800" cy="297300"/>
            </a:xfrm>
            <a:custGeom>
              <a:avLst/>
              <a:gdLst/>
              <a:ahLst/>
              <a:cxnLst/>
              <a:rect l="l" t="t" r="r" b="b"/>
              <a:pathLst>
                <a:path w="10032" h="11892" extrusionOk="0">
                  <a:moveTo>
                    <a:pt x="9655" y="9438"/>
                  </a:moveTo>
                  <a:lnTo>
                    <a:pt x="9884" y="9255"/>
                  </a:lnTo>
                  <a:lnTo>
                    <a:pt x="9769" y="8742"/>
                  </a:lnTo>
                  <a:lnTo>
                    <a:pt x="9963" y="8342"/>
                  </a:lnTo>
                  <a:lnTo>
                    <a:pt x="10032" y="7635"/>
                  </a:lnTo>
                  <a:lnTo>
                    <a:pt x="9804" y="7064"/>
                  </a:lnTo>
                  <a:lnTo>
                    <a:pt x="9347" y="6813"/>
                  </a:lnTo>
                  <a:lnTo>
                    <a:pt x="9233" y="6448"/>
                  </a:lnTo>
                  <a:lnTo>
                    <a:pt x="9313" y="5934"/>
                  </a:lnTo>
                  <a:lnTo>
                    <a:pt x="7795" y="5889"/>
                  </a:lnTo>
                  <a:lnTo>
                    <a:pt x="7407" y="4839"/>
                  </a:lnTo>
                  <a:lnTo>
                    <a:pt x="7635" y="4816"/>
                  </a:lnTo>
                  <a:lnTo>
                    <a:pt x="7590" y="4417"/>
                  </a:lnTo>
                  <a:lnTo>
                    <a:pt x="7419" y="4166"/>
                  </a:lnTo>
                  <a:lnTo>
                    <a:pt x="7350" y="3641"/>
                  </a:lnTo>
                  <a:lnTo>
                    <a:pt x="6882" y="3367"/>
                  </a:lnTo>
                  <a:lnTo>
                    <a:pt x="6380" y="3378"/>
                  </a:lnTo>
                  <a:lnTo>
                    <a:pt x="6026" y="3104"/>
                  </a:lnTo>
                  <a:lnTo>
                    <a:pt x="5479" y="2933"/>
                  </a:lnTo>
                  <a:lnTo>
                    <a:pt x="5136" y="2591"/>
                  </a:lnTo>
                  <a:lnTo>
                    <a:pt x="4235" y="2454"/>
                  </a:lnTo>
                  <a:lnTo>
                    <a:pt x="3322" y="1643"/>
                  </a:lnTo>
                  <a:lnTo>
                    <a:pt x="3367" y="1027"/>
                  </a:lnTo>
                  <a:lnTo>
                    <a:pt x="3242" y="673"/>
                  </a:lnTo>
                  <a:lnTo>
                    <a:pt x="3299" y="0"/>
                  </a:lnTo>
                  <a:lnTo>
                    <a:pt x="2260" y="160"/>
                  </a:lnTo>
                  <a:lnTo>
                    <a:pt x="1861" y="479"/>
                  </a:lnTo>
                  <a:lnTo>
                    <a:pt x="1176" y="856"/>
                  </a:lnTo>
                  <a:lnTo>
                    <a:pt x="1016" y="1130"/>
                  </a:lnTo>
                  <a:lnTo>
                    <a:pt x="605" y="1153"/>
                  </a:lnTo>
                  <a:lnTo>
                    <a:pt x="1" y="1073"/>
                  </a:lnTo>
                  <a:lnTo>
                    <a:pt x="788" y="2534"/>
                  </a:lnTo>
                  <a:lnTo>
                    <a:pt x="628" y="2842"/>
                  </a:lnTo>
                  <a:lnTo>
                    <a:pt x="640" y="3481"/>
                  </a:lnTo>
                  <a:lnTo>
                    <a:pt x="685" y="4245"/>
                  </a:lnTo>
                  <a:lnTo>
                    <a:pt x="411" y="4702"/>
                  </a:lnTo>
                  <a:lnTo>
                    <a:pt x="583" y="5044"/>
                  </a:lnTo>
                  <a:lnTo>
                    <a:pt x="434" y="5352"/>
                  </a:lnTo>
                  <a:lnTo>
                    <a:pt x="834" y="6106"/>
                  </a:lnTo>
                  <a:lnTo>
                    <a:pt x="434" y="7087"/>
                  </a:lnTo>
                  <a:lnTo>
                    <a:pt x="868" y="7703"/>
                  </a:lnTo>
                  <a:lnTo>
                    <a:pt x="1039" y="8354"/>
                  </a:lnTo>
                  <a:lnTo>
                    <a:pt x="1496" y="8742"/>
                  </a:lnTo>
                  <a:lnTo>
                    <a:pt x="1347" y="9632"/>
                  </a:lnTo>
                  <a:lnTo>
                    <a:pt x="1872" y="10636"/>
                  </a:lnTo>
                  <a:lnTo>
                    <a:pt x="2317" y="11892"/>
                  </a:lnTo>
                  <a:lnTo>
                    <a:pt x="2854" y="11766"/>
                  </a:lnTo>
                  <a:lnTo>
                    <a:pt x="3424" y="10956"/>
                  </a:lnTo>
                  <a:lnTo>
                    <a:pt x="4486" y="11173"/>
                  </a:lnTo>
                  <a:lnTo>
                    <a:pt x="5011" y="11823"/>
                  </a:lnTo>
                  <a:lnTo>
                    <a:pt x="5239" y="11093"/>
                  </a:lnTo>
                  <a:lnTo>
                    <a:pt x="6140" y="11138"/>
                  </a:lnTo>
                  <a:lnTo>
                    <a:pt x="6277" y="11321"/>
                  </a:lnTo>
                  <a:lnTo>
                    <a:pt x="6494" y="10237"/>
                  </a:lnTo>
                  <a:lnTo>
                    <a:pt x="6460" y="9758"/>
                  </a:lnTo>
                  <a:lnTo>
                    <a:pt x="6768" y="8959"/>
                  </a:lnTo>
                  <a:lnTo>
                    <a:pt x="8115" y="8685"/>
                  </a:lnTo>
                  <a:lnTo>
                    <a:pt x="8845" y="8696"/>
                  </a:lnTo>
                  <a:lnTo>
                    <a:pt x="9621" y="916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920;p37">
              <a:extLst>
                <a:ext uri="{FF2B5EF4-FFF2-40B4-BE49-F238E27FC236}">
                  <a16:creationId xmlns:a16="http://schemas.microsoft.com/office/drawing/2014/main" xmlns="" id="{E0537F64-6478-4D57-B5B3-ACF022DF23BF}"/>
                </a:ext>
              </a:extLst>
            </p:cNvPr>
            <p:cNvSpPr/>
            <p:nvPr/>
          </p:nvSpPr>
          <p:spPr>
            <a:xfrm>
              <a:off x="2242375" y="2993125"/>
              <a:ext cx="784625" cy="885325"/>
            </a:xfrm>
            <a:custGeom>
              <a:avLst/>
              <a:gdLst/>
              <a:ahLst/>
              <a:cxnLst/>
              <a:rect l="l" t="t" r="r" b="b"/>
              <a:pathLst>
                <a:path w="31385" h="35413" extrusionOk="0">
                  <a:moveTo>
                    <a:pt x="13844" y="3037"/>
                  </a:moveTo>
                  <a:lnTo>
                    <a:pt x="13638" y="3071"/>
                  </a:lnTo>
                  <a:lnTo>
                    <a:pt x="13193" y="3002"/>
                  </a:lnTo>
                  <a:lnTo>
                    <a:pt x="12942" y="3242"/>
                  </a:lnTo>
                  <a:lnTo>
                    <a:pt x="12566" y="3402"/>
                  </a:lnTo>
                  <a:lnTo>
                    <a:pt x="12326" y="3425"/>
                  </a:lnTo>
                  <a:lnTo>
                    <a:pt x="12223" y="3607"/>
                  </a:lnTo>
                  <a:lnTo>
                    <a:pt x="11835" y="3573"/>
                  </a:lnTo>
                  <a:lnTo>
                    <a:pt x="11344" y="3139"/>
                  </a:lnTo>
                  <a:lnTo>
                    <a:pt x="11299" y="2729"/>
                  </a:lnTo>
                  <a:lnTo>
                    <a:pt x="11093" y="2261"/>
                  </a:lnTo>
                  <a:lnTo>
                    <a:pt x="11242" y="1485"/>
                  </a:lnTo>
                  <a:lnTo>
                    <a:pt x="11470" y="1176"/>
                  </a:lnTo>
                  <a:lnTo>
                    <a:pt x="11299" y="743"/>
                  </a:lnTo>
                  <a:lnTo>
                    <a:pt x="11025" y="617"/>
                  </a:lnTo>
                  <a:lnTo>
                    <a:pt x="11139" y="218"/>
                  </a:lnTo>
                  <a:lnTo>
                    <a:pt x="10956" y="1"/>
                  </a:lnTo>
                  <a:lnTo>
                    <a:pt x="10546" y="47"/>
                  </a:lnTo>
                  <a:lnTo>
                    <a:pt x="10648" y="298"/>
                  </a:lnTo>
                  <a:lnTo>
                    <a:pt x="10340" y="640"/>
                  </a:lnTo>
                  <a:lnTo>
                    <a:pt x="9427" y="982"/>
                  </a:lnTo>
                  <a:lnTo>
                    <a:pt x="8857" y="1131"/>
                  </a:lnTo>
                  <a:lnTo>
                    <a:pt x="8617" y="1348"/>
                  </a:lnTo>
                  <a:lnTo>
                    <a:pt x="7989" y="1119"/>
                  </a:lnTo>
                  <a:lnTo>
                    <a:pt x="7384" y="1005"/>
                  </a:lnTo>
                  <a:lnTo>
                    <a:pt x="7247" y="1085"/>
                  </a:lnTo>
                  <a:lnTo>
                    <a:pt x="7590" y="1313"/>
                  </a:lnTo>
                  <a:lnTo>
                    <a:pt x="7544" y="1930"/>
                  </a:lnTo>
                  <a:lnTo>
                    <a:pt x="7647" y="2500"/>
                  </a:lnTo>
                  <a:lnTo>
                    <a:pt x="8332" y="2569"/>
                  </a:lnTo>
                  <a:lnTo>
                    <a:pt x="8377" y="2774"/>
                  </a:lnTo>
                  <a:lnTo>
                    <a:pt x="7784" y="3025"/>
                  </a:lnTo>
                  <a:lnTo>
                    <a:pt x="7693" y="3413"/>
                  </a:lnTo>
                  <a:lnTo>
                    <a:pt x="7362" y="3550"/>
                  </a:lnTo>
                  <a:lnTo>
                    <a:pt x="6757" y="3767"/>
                  </a:lnTo>
                  <a:lnTo>
                    <a:pt x="6608" y="4041"/>
                  </a:lnTo>
                  <a:lnTo>
                    <a:pt x="5981" y="4109"/>
                  </a:lnTo>
                  <a:lnTo>
                    <a:pt x="5547" y="3630"/>
                  </a:lnTo>
                  <a:lnTo>
                    <a:pt x="5387" y="3744"/>
                  </a:lnTo>
                  <a:lnTo>
                    <a:pt x="5250" y="3196"/>
                  </a:lnTo>
                  <a:lnTo>
                    <a:pt x="5022" y="2911"/>
                  </a:lnTo>
                  <a:lnTo>
                    <a:pt x="4748" y="3231"/>
                  </a:lnTo>
                  <a:lnTo>
                    <a:pt x="3196" y="3208"/>
                  </a:lnTo>
                  <a:lnTo>
                    <a:pt x="3196" y="3767"/>
                  </a:lnTo>
                  <a:lnTo>
                    <a:pt x="3664" y="3870"/>
                  </a:lnTo>
                  <a:lnTo>
                    <a:pt x="3641" y="4212"/>
                  </a:lnTo>
                  <a:lnTo>
                    <a:pt x="3481" y="4121"/>
                  </a:lnTo>
                  <a:lnTo>
                    <a:pt x="3025" y="4269"/>
                  </a:lnTo>
                  <a:lnTo>
                    <a:pt x="3025" y="4920"/>
                  </a:lnTo>
                  <a:lnTo>
                    <a:pt x="3379" y="5262"/>
                  </a:lnTo>
                  <a:lnTo>
                    <a:pt x="3504" y="5776"/>
                  </a:lnTo>
                  <a:lnTo>
                    <a:pt x="3493" y="6175"/>
                  </a:lnTo>
                  <a:lnTo>
                    <a:pt x="3185" y="8663"/>
                  </a:lnTo>
                  <a:lnTo>
                    <a:pt x="2454" y="8617"/>
                  </a:lnTo>
                  <a:lnTo>
                    <a:pt x="2352" y="8766"/>
                  </a:lnTo>
                  <a:lnTo>
                    <a:pt x="1701" y="8937"/>
                  </a:lnTo>
                  <a:lnTo>
                    <a:pt x="811" y="9542"/>
                  </a:lnTo>
                  <a:lnTo>
                    <a:pt x="754" y="9975"/>
                  </a:lnTo>
                  <a:lnTo>
                    <a:pt x="571" y="10283"/>
                  </a:lnTo>
                  <a:lnTo>
                    <a:pt x="674" y="10774"/>
                  </a:lnTo>
                  <a:lnTo>
                    <a:pt x="195" y="11048"/>
                  </a:lnTo>
                  <a:lnTo>
                    <a:pt x="218" y="11425"/>
                  </a:lnTo>
                  <a:lnTo>
                    <a:pt x="1" y="11584"/>
                  </a:lnTo>
                  <a:lnTo>
                    <a:pt x="366" y="12417"/>
                  </a:lnTo>
                  <a:lnTo>
                    <a:pt x="845" y="12954"/>
                  </a:lnTo>
                  <a:lnTo>
                    <a:pt x="697" y="13353"/>
                  </a:lnTo>
                  <a:lnTo>
                    <a:pt x="1222" y="13399"/>
                  </a:lnTo>
                  <a:lnTo>
                    <a:pt x="1553" y="13878"/>
                  </a:lnTo>
                  <a:lnTo>
                    <a:pt x="2249" y="13912"/>
                  </a:lnTo>
                  <a:lnTo>
                    <a:pt x="2877" y="13365"/>
                  </a:lnTo>
                  <a:lnTo>
                    <a:pt x="2911" y="14757"/>
                  </a:lnTo>
                  <a:lnTo>
                    <a:pt x="3276" y="14848"/>
                  </a:lnTo>
                  <a:lnTo>
                    <a:pt x="3710" y="14700"/>
                  </a:lnTo>
                  <a:lnTo>
                    <a:pt x="4303" y="14780"/>
                  </a:lnTo>
                  <a:lnTo>
                    <a:pt x="4725" y="14757"/>
                  </a:lnTo>
                  <a:lnTo>
                    <a:pt x="4874" y="14483"/>
                  </a:lnTo>
                  <a:lnTo>
                    <a:pt x="5558" y="14106"/>
                  </a:lnTo>
                  <a:lnTo>
                    <a:pt x="5958" y="13787"/>
                  </a:lnTo>
                  <a:lnTo>
                    <a:pt x="7008" y="13627"/>
                  </a:lnTo>
                  <a:lnTo>
                    <a:pt x="6951" y="14300"/>
                  </a:lnTo>
                  <a:lnTo>
                    <a:pt x="7076" y="14654"/>
                  </a:lnTo>
                  <a:lnTo>
                    <a:pt x="7031" y="15270"/>
                  </a:lnTo>
                  <a:lnTo>
                    <a:pt x="7944" y="16081"/>
                  </a:lnTo>
                  <a:lnTo>
                    <a:pt x="8845" y="16218"/>
                  </a:lnTo>
                  <a:lnTo>
                    <a:pt x="9188" y="16560"/>
                  </a:lnTo>
                  <a:lnTo>
                    <a:pt x="9724" y="16731"/>
                  </a:lnTo>
                  <a:lnTo>
                    <a:pt x="10089" y="17005"/>
                  </a:lnTo>
                  <a:lnTo>
                    <a:pt x="10580" y="16994"/>
                  </a:lnTo>
                  <a:lnTo>
                    <a:pt x="11059" y="17268"/>
                  </a:lnTo>
                  <a:lnTo>
                    <a:pt x="11128" y="17793"/>
                  </a:lnTo>
                  <a:lnTo>
                    <a:pt x="11299" y="18044"/>
                  </a:lnTo>
                  <a:lnTo>
                    <a:pt x="11344" y="18443"/>
                  </a:lnTo>
                  <a:lnTo>
                    <a:pt x="11116" y="18466"/>
                  </a:lnTo>
                  <a:lnTo>
                    <a:pt x="11493" y="19516"/>
                  </a:lnTo>
                  <a:lnTo>
                    <a:pt x="13022" y="19561"/>
                  </a:lnTo>
                  <a:lnTo>
                    <a:pt x="12942" y="20075"/>
                  </a:lnTo>
                  <a:lnTo>
                    <a:pt x="13056" y="20440"/>
                  </a:lnTo>
                  <a:lnTo>
                    <a:pt x="13513" y="20691"/>
                  </a:lnTo>
                  <a:lnTo>
                    <a:pt x="13741" y="21262"/>
                  </a:lnTo>
                  <a:lnTo>
                    <a:pt x="13661" y="21969"/>
                  </a:lnTo>
                  <a:lnTo>
                    <a:pt x="13478" y="22369"/>
                  </a:lnTo>
                  <a:lnTo>
                    <a:pt x="13593" y="22882"/>
                  </a:lnTo>
                  <a:lnTo>
                    <a:pt x="13364" y="23065"/>
                  </a:lnTo>
                  <a:lnTo>
                    <a:pt x="13638" y="23579"/>
                  </a:lnTo>
                  <a:lnTo>
                    <a:pt x="13695" y="24811"/>
                  </a:lnTo>
                  <a:lnTo>
                    <a:pt x="14551" y="24982"/>
                  </a:lnTo>
                  <a:lnTo>
                    <a:pt x="14848" y="24811"/>
                  </a:lnTo>
                  <a:lnTo>
                    <a:pt x="15407" y="25051"/>
                  </a:lnTo>
                  <a:lnTo>
                    <a:pt x="15578" y="25325"/>
                  </a:lnTo>
                  <a:lnTo>
                    <a:pt x="15715" y="26146"/>
                  </a:lnTo>
                  <a:lnTo>
                    <a:pt x="15852" y="26511"/>
                  </a:lnTo>
                  <a:lnTo>
                    <a:pt x="16138" y="26546"/>
                  </a:lnTo>
                  <a:lnTo>
                    <a:pt x="16423" y="26397"/>
                  </a:lnTo>
                  <a:lnTo>
                    <a:pt x="16720" y="26569"/>
                  </a:lnTo>
                  <a:lnTo>
                    <a:pt x="16765" y="27059"/>
                  </a:lnTo>
                  <a:lnTo>
                    <a:pt x="16720" y="27607"/>
                  </a:lnTo>
                  <a:lnTo>
                    <a:pt x="16617" y="28121"/>
                  </a:lnTo>
                  <a:lnTo>
                    <a:pt x="16993" y="27949"/>
                  </a:lnTo>
                  <a:lnTo>
                    <a:pt x="17427" y="28474"/>
                  </a:lnTo>
                  <a:lnTo>
                    <a:pt x="17507" y="29205"/>
                  </a:lnTo>
                  <a:lnTo>
                    <a:pt x="16902" y="29707"/>
                  </a:lnTo>
                  <a:lnTo>
                    <a:pt x="16434" y="30072"/>
                  </a:lnTo>
                  <a:lnTo>
                    <a:pt x="15681" y="30962"/>
                  </a:lnTo>
                  <a:lnTo>
                    <a:pt x="14837" y="32183"/>
                  </a:lnTo>
                  <a:lnTo>
                    <a:pt x="15316" y="32081"/>
                  </a:lnTo>
                  <a:lnTo>
                    <a:pt x="16206" y="32788"/>
                  </a:lnTo>
                  <a:lnTo>
                    <a:pt x="16480" y="32754"/>
                  </a:lnTo>
                  <a:lnTo>
                    <a:pt x="17359" y="33336"/>
                  </a:lnTo>
                  <a:lnTo>
                    <a:pt x="18043" y="33838"/>
                  </a:lnTo>
                  <a:lnTo>
                    <a:pt x="18591" y="34454"/>
                  </a:lnTo>
                  <a:lnTo>
                    <a:pt x="18317" y="34877"/>
                  </a:lnTo>
                  <a:lnTo>
                    <a:pt x="18614" y="35413"/>
                  </a:lnTo>
                  <a:lnTo>
                    <a:pt x="19025" y="34877"/>
                  </a:lnTo>
                  <a:lnTo>
                    <a:pt x="19242" y="34021"/>
                  </a:lnTo>
                  <a:lnTo>
                    <a:pt x="19698" y="33598"/>
                  </a:lnTo>
                  <a:lnTo>
                    <a:pt x="20257" y="32879"/>
                  </a:lnTo>
                  <a:lnTo>
                    <a:pt x="20896" y="31282"/>
                  </a:lnTo>
                  <a:lnTo>
                    <a:pt x="21387" y="30791"/>
                  </a:lnTo>
                  <a:lnTo>
                    <a:pt x="21501" y="30346"/>
                  </a:lnTo>
                  <a:lnTo>
                    <a:pt x="21536" y="29433"/>
                  </a:lnTo>
                  <a:lnTo>
                    <a:pt x="21353" y="28931"/>
                  </a:lnTo>
                  <a:lnTo>
                    <a:pt x="21399" y="28246"/>
                  </a:lnTo>
                  <a:lnTo>
                    <a:pt x="21981" y="27345"/>
                  </a:lnTo>
                  <a:lnTo>
                    <a:pt x="22836" y="26626"/>
                  </a:lnTo>
                  <a:lnTo>
                    <a:pt x="23692" y="26363"/>
                  </a:lnTo>
                  <a:lnTo>
                    <a:pt x="24206" y="25952"/>
                  </a:lnTo>
                  <a:lnTo>
                    <a:pt x="25416" y="25610"/>
                  </a:lnTo>
                  <a:lnTo>
                    <a:pt x="26260" y="25610"/>
                  </a:lnTo>
                  <a:lnTo>
                    <a:pt x="26420" y="25062"/>
                  </a:lnTo>
                  <a:lnTo>
                    <a:pt x="27013" y="24663"/>
                  </a:lnTo>
                  <a:lnTo>
                    <a:pt x="27105" y="23738"/>
                  </a:lnTo>
                  <a:lnTo>
                    <a:pt x="27835" y="22551"/>
                  </a:lnTo>
                  <a:lnTo>
                    <a:pt x="27904" y="21342"/>
                  </a:lnTo>
                  <a:lnTo>
                    <a:pt x="28132" y="20977"/>
                  </a:lnTo>
                  <a:lnTo>
                    <a:pt x="28177" y="20383"/>
                  </a:lnTo>
                  <a:lnTo>
                    <a:pt x="28326" y="18979"/>
                  </a:lnTo>
                  <a:lnTo>
                    <a:pt x="28189" y="17279"/>
                  </a:lnTo>
                  <a:lnTo>
                    <a:pt x="28383" y="16606"/>
                  </a:lnTo>
                  <a:lnTo>
                    <a:pt x="28588" y="16594"/>
                  </a:lnTo>
                  <a:lnTo>
                    <a:pt x="29147" y="15807"/>
                  </a:lnTo>
                  <a:lnTo>
                    <a:pt x="29615" y="14780"/>
                  </a:lnTo>
                  <a:lnTo>
                    <a:pt x="30711" y="13524"/>
                  </a:lnTo>
                  <a:lnTo>
                    <a:pt x="31099" y="12931"/>
                  </a:lnTo>
                  <a:lnTo>
                    <a:pt x="31384" y="11425"/>
                  </a:lnTo>
                  <a:lnTo>
                    <a:pt x="31236" y="10877"/>
                  </a:lnTo>
                  <a:lnTo>
                    <a:pt x="30951" y="9713"/>
                  </a:lnTo>
                  <a:lnTo>
                    <a:pt x="30654" y="9427"/>
                  </a:lnTo>
                  <a:lnTo>
                    <a:pt x="29969" y="9405"/>
                  </a:lnTo>
                  <a:lnTo>
                    <a:pt x="29353" y="9131"/>
                  </a:lnTo>
                  <a:lnTo>
                    <a:pt x="28314" y="8115"/>
                  </a:lnTo>
                  <a:lnTo>
                    <a:pt x="27116" y="7362"/>
                  </a:lnTo>
                  <a:lnTo>
                    <a:pt x="25918" y="7407"/>
                  </a:lnTo>
                  <a:lnTo>
                    <a:pt x="24366" y="6917"/>
                  </a:lnTo>
                  <a:lnTo>
                    <a:pt x="23441" y="7202"/>
                  </a:lnTo>
                  <a:lnTo>
                    <a:pt x="23555" y="6711"/>
                  </a:lnTo>
                  <a:lnTo>
                    <a:pt x="23167" y="6164"/>
                  </a:lnTo>
                  <a:lnTo>
                    <a:pt x="21821" y="5627"/>
                  </a:lnTo>
                  <a:lnTo>
                    <a:pt x="20817" y="5296"/>
                  </a:lnTo>
                  <a:lnTo>
                    <a:pt x="20212" y="5878"/>
                  </a:lnTo>
                  <a:lnTo>
                    <a:pt x="20166" y="4977"/>
                  </a:lnTo>
                  <a:lnTo>
                    <a:pt x="18762" y="4840"/>
                  </a:lnTo>
                  <a:lnTo>
                    <a:pt x="18511" y="4554"/>
                  </a:lnTo>
                  <a:lnTo>
                    <a:pt x="19116" y="3813"/>
                  </a:lnTo>
                  <a:lnTo>
                    <a:pt x="19105" y="3185"/>
                  </a:lnTo>
                  <a:lnTo>
                    <a:pt x="18671" y="3037"/>
                  </a:lnTo>
                  <a:lnTo>
                    <a:pt x="18249" y="1439"/>
                  </a:lnTo>
                  <a:lnTo>
                    <a:pt x="18055" y="948"/>
                  </a:lnTo>
                  <a:lnTo>
                    <a:pt x="17792" y="982"/>
                  </a:lnTo>
                  <a:lnTo>
                    <a:pt x="17290" y="1816"/>
                  </a:lnTo>
                  <a:lnTo>
                    <a:pt x="17028" y="2489"/>
                  </a:lnTo>
                  <a:lnTo>
                    <a:pt x="16731" y="2831"/>
                  </a:lnTo>
                  <a:lnTo>
                    <a:pt x="16343" y="2900"/>
                  </a:lnTo>
                  <a:lnTo>
                    <a:pt x="16229" y="2637"/>
                  </a:lnTo>
                  <a:lnTo>
                    <a:pt x="16058" y="2603"/>
                  </a:lnTo>
                  <a:lnTo>
                    <a:pt x="15807" y="2854"/>
                  </a:lnTo>
                  <a:lnTo>
                    <a:pt x="15464" y="2671"/>
                  </a:lnTo>
                  <a:lnTo>
                    <a:pt x="15008" y="2466"/>
                  </a:lnTo>
                  <a:lnTo>
                    <a:pt x="14620" y="2569"/>
                  </a:lnTo>
                  <a:lnTo>
                    <a:pt x="14289" y="2489"/>
                  </a:lnTo>
                  <a:lnTo>
                    <a:pt x="14220" y="2740"/>
                  </a:lnTo>
                  <a:lnTo>
                    <a:pt x="14346" y="2923"/>
                  </a:lnTo>
                  <a:lnTo>
                    <a:pt x="14277" y="311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921;p37">
              <a:extLst>
                <a:ext uri="{FF2B5EF4-FFF2-40B4-BE49-F238E27FC236}">
                  <a16:creationId xmlns:a16="http://schemas.microsoft.com/office/drawing/2014/main" xmlns="" id="{0F908798-8B80-4BD7-8D7A-6B7FEA077BAF}"/>
                </a:ext>
              </a:extLst>
            </p:cNvPr>
            <p:cNvSpPr/>
            <p:nvPr/>
          </p:nvSpPr>
          <p:spPr>
            <a:xfrm>
              <a:off x="6007825" y="2988575"/>
              <a:ext cx="23725" cy="32825"/>
            </a:xfrm>
            <a:custGeom>
              <a:avLst/>
              <a:gdLst/>
              <a:ahLst/>
              <a:cxnLst/>
              <a:rect l="l" t="t" r="r" b="b"/>
              <a:pathLst>
                <a:path w="949" h="1313" extrusionOk="0">
                  <a:moveTo>
                    <a:pt x="1" y="845"/>
                  </a:moveTo>
                  <a:lnTo>
                    <a:pt x="377" y="1313"/>
                  </a:lnTo>
                  <a:lnTo>
                    <a:pt x="537" y="993"/>
                  </a:lnTo>
                  <a:lnTo>
                    <a:pt x="925" y="1027"/>
                  </a:lnTo>
                  <a:lnTo>
                    <a:pt x="937" y="434"/>
                  </a:lnTo>
                  <a:lnTo>
                    <a:pt x="948" y="0"/>
                  </a:lnTo>
                  <a:lnTo>
                    <a:pt x="298" y="49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922;p37">
              <a:extLst>
                <a:ext uri="{FF2B5EF4-FFF2-40B4-BE49-F238E27FC236}">
                  <a16:creationId xmlns:a16="http://schemas.microsoft.com/office/drawing/2014/main" xmlns="" id="{0B25CDBD-A020-4E23-86F7-0ECCD46D81B6}"/>
                </a:ext>
              </a:extLst>
            </p:cNvPr>
            <p:cNvSpPr/>
            <p:nvPr/>
          </p:nvSpPr>
          <p:spPr>
            <a:xfrm>
              <a:off x="5443775" y="2469900"/>
              <a:ext cx="64800" cy="36250"/>
            </a:xfrm>
            <a:custGeom>
              <a:avLst/>
              <a:gdLst/>
              <a:ahLst/>
              <a:cxnLst/>
              <a:rect l="l" t="t" r="r" b="b"/>
              <a:pathLst>
                <a:path w="2592" h="1450" extrusionOk="0">
                  <a:moveTo>
                    <a:pt x="2146" y="491"/>
                  </a:moveTo>
                  <a:lnTo>
                    <a:pt x="1758" y="228"/>
                  </a:lnTo>
                  <a:lnTo>
                    <a:pt x="1348" y="217"/>
                  </a:lnTo>
                  <a:lnTo>
                    <a:pt x="743" y="0"/>
                  </a:lnTo>
                  <a:lnTo>
                    <a:pt x="378" y="228"/>
                  </a:lnTo>
                  <a:lnTo>
                    <a:pt x="1" y="913"/>
                  </a:lnTo>
                  <a:lnTo>
                    <a:pt x="47" y="1084"/>
                  </a:lnTo>
                  <a:lnTo>
                    <a:pt x="834" y="1449"/>
                  </a:lnTo>
                  <a:lnTo>
                    <a:pt x="1291" y="1301"/>
                  </a:lnTo>
                  <a:lnTo>
                    <a:pt x="1964" y="1358"/>
                  </a:lnTo>
                  <a:lnTo>
                    <a:pt x="2592" y="1335"/>
                  </a:lnTo>
                  <a:lnTo>
                    <a:pt x="2534" y="77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8923;p37">
              <a:extLst>
                <a:ext uri="{FF2B5EF4-FFF2-40B4-BE49-F238E27FC236}">
                  <a16:creationId xmlns:a16="http://schemas.microsoft.com/office/drawing/2014/main" xmlns="" id="{2E64D55B-A230-4380-957B-26B37B89C74B}"/>
                </a:ext>
              </a:extLst>
            </p:cNvPr>
            <p:cNvSpPr/>
            <p:nvPr/>
          </p:nvSpPr>
          <p:spPr>
            <a:xfrm>
              <a:off x="4109700" y="3512675"/>
              <a:ext cx="189175" cy="208300"/>
            </a:xfrm>
            <a:custGeom>
              <a:avLst/>
              <a:gdLst/>
              <a:ahLst/>
              <a:cxnLst/>
              <a:rect l="l" t="t" r="r" b="b"/>
              <a:pathLst>
                <a:path w="7567" h="8332" extrusionOk="0">
                  <a:moveTo>
                    <a:pt x="4440" y="80"/>
                  </a:moveTo>
                  <a:lnTo>
                    <a:pt x="4292" y="1"/>
                  </a:lnTo>
                  <a:lnTo>
                    <a:pt x="3835" y="217"/>
                  </a:lnTo>
                  <a:lnTo>
                    <a:pt x="3607" y="217"/>
                  </a:lnTo>
                  <a:lnTo>
                    <a:pt x="3082" y="571"/>
                  </a:lnTo>
                  <a:lnTo>
                    <a:pt x="2797" y="206"/>
                  </a:lnTo>
                  <a:lnTo>
                    <a:pt x="1575" y="514"/>
                  </a:lnTo>
                  <a:lnTo>
                    <a:pt x="982" y="548"/>
                  </a:lnTo>
                  <a:lnTo>
                    <a:pt x="856" y="3789"/>
                  </a:lnTo>
                  <a:lnTo>
                    <a:pt x="92" y="3812"/>
                  </a:lnTo>
                  <a:lnTo>
                    <a:pt x="1" y="6448"/>
                  </a:lnTo>
                  <a:lnTo>
                    <a:pt x="206" y="6597"/>
                  </a:lnTo>
                  <a:lnTo>
                    <a:pt x="628" y="7464"/>
                  </a:lnTo>
                  <a:lnTo>
                    <a:pt x="525" y="8012"/>
                  </a:lnTo>
                  <a:lnTo>
                    <a:pt x="685" y="8331"/>
                  </a:lnTo>
                  <a:lnTo>
                    <a:pt x="1256" y="8240"/>
                  </a:lnTo>
                  <a:lnTo>
                    <a:pt x="1655" y="7841"/>
                  </a:lnTo>
                  <a:lnTo>
                    <a:pt x="2043" y="7567"/>
                  </a:lnTo>
                  <a:lnTo>
                    <a:pt x="2260" y="7122"/>
                  </a:lnTo>
                  <a:lnTo>
                    <a:pt x="2637" y="6905"/>
                  </a:lnTo>
                  <a:lnTo>
                    <a:pt x="2968" y="7019"/>
                  </a:lnTo>
                  <a:lnTo>
                    <a:pt x="3321" y="7282"/>
                  </a:lnTo>
                  <a:lnTo>
                    <a:pt x="3949" y="7327"/>
                  </a:lnTo>
                  <a:lnTo>
                    <a:pt x="4463" y="7110"/>
                  </a:lnTo>
                  <a:lnTo>
                    <a:pt x="4554" y="6825"/>
                  </a:lnTo>
                  <a:lnTo>
                    <a:pt x="4725" y="6391"/>
                  </a:lnTo>
                  <a:lnTo>
                    <a:pt x="5147" y="6323"/>
                  </a:lnTo>
                  <a:lnTo>
                    <a:pt x="5398" y="5981"/>
                  </a:lnTo>
                  <a:lnTo>
                    <a:pt x="5684" y="5364"/>
                  </a:lnTo>
                  <a:lnTo>
                    <a:pt x="6426" y="4702"/>
                  </a:lnTo>
                  <a:lnTo>
                    <a:pt x="7567" y="4029"/>
                  </a:lnTo>
                  <a:lnTo>
                    <a:pt x="7076" y="3618"/>
                  </a:lnTo>
                  <a:lnTo>
                    <a:pt x="6483" y="3481"/>
                  </a:lnTo>
                  <a:lnTo>
                    <a:pt x="6266" y="2899"/>
                  </a:lnTo>
                  <a:lnTo>
                    <a:pt x="6277" y="2580"/>
                  </a:lnTo>
                  <a:lnTo>
                    <a:pt x="5946" y="2488"/>
                  </a:lnTo>
                  <a:lnTo>
                    <a:pt x="5090" y="1484"/>
                  </a:lnTo>
                  <a:lnTo>
                    <a:pt x="4862" y="959"/>
                  </a:lnTo>
                  <a:lnTo>
                    <a:pt x="4714" y="79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8924;p37">
              <a:extLst>
                <a:ext uri="{FF2B5EF4-FFF2-40B4-BE49-F238E27FC236}">
                  <a16:creationId xmlns:a16="http://schemas.microsoft.com/office/drawing/2014/main" xmlns="" id="{095C81E5-CE58-422F-BE46-A119958EA6E5}"/>
                </a:ext>
              </a:extLst>
            </p:cNvPr>
            <p:cNvSpPr/>
            <p:nvPr/>
          </p:nvSpPr>
          <p:spPr>
            <a:xfrm>
              <a:off x="4010425" y="2859325"/>
              <a:ext cx="258775" cy="201175"/>
            </a:xfrm>
            <a:custGeom>
              <a:avLst/>
              <a:gdLst/>
              <a:ahLst/>
              <a:cxnLst/>
              <a:rect l="l" t="t" r="r" b="b"/>
              <a:pathLst>
                <a:path w="10351" h="8047" extrusionOk="0">
                  <a:moveTo>
                    <a:pt x="7521" y="2283"/>
                  </a:moveTo>
                  <a:lnTo>
                    <a:pt x="7452" y="2249"/>
                  </a:lnTo>
                  <a:lnTo>
                    <a:pt x="7167" y="1986"/>
                  </a:lnTo>
                  <a:lnTo>
                    <a:pt x="7121" y="1701"/>
                  </a:lnTo>
                  <a:lnTo>
                    <a:pt x="7235" y="1336"/>
                  </a:lnTo>
                  <a:lnTo>
                    <a:pt x="7235" y="959"/>
                  </a:lnTo>
                  <a:lnTo>
                    <a:pt x="6768" y="389"/>
                  </a:lnTo>
                  <a:lnTo>
                    <a:pt x="6665" y="1"/>
                  </a:lnTo>
                  <a:lnTo>
                    <a:pt x="6174" y="160"/>
                  </a:lnTo>
                  <a:lnTo>
                    <a:pt x="5775" y="514"/>
                  </a:lnTo>
                  <a:lnTo>
                    <a:pt x="5204" y="1519"/>
                  </a:lnTo>
                  <a:lnTo>
                    <a:pt x="4462" y="1929"/>
                  </a:lnTo>
                  <a:lnTo>
                    <a:pt x="3686" y="1872"/>
                  </a:lnTo>
                  <a:lnTo>
                    <a:pt x="3458" y="1964"/>
                  </a:lnTo>
                  <a:lnTo>
                    <a:pt x="3538" y="2283"/>
                  </a:lnTo>
                  <a:lnTo>
                    <a:pt x="3127" y="2603"/>
                  </a:lnTo>
                  <a:lnTo>
                    <a:pt x="2796" y="2956"/>
                  </a:lnTo>
                  <a:lnTo>
                    <a:pt x="1792" y="3299"/>
                  </a:lnTo>
                  <a:lnTo>
                    <a:pt x="1586" y="3105"/>
                  </a:lnTo>
                  <a:lnTo>
                    <a:pt x="1461" y="3071"/>
                  </a:lnTo>
                  <a:lnTo>
                    <a:pt x="1312" y="3310"/>
                  </a:lnTo>
                  <a:lnTo>
                    <a:pt x="651" y="3367"/>
                  </a:lnTo>
                  <a:lnTo>
                    <a:pt x="263" y="4303"/>
                  </a:lnTo>
                  <a:lnTo>
                    <a:pt x="57" y="4451"/>
                  </a:lnTo>
                  <a:lnTo>
                    <a:pt x="0" y="5170"/>
                  </a:lnTo>
                  <a:lnTo>
                    <a:pt x="91" y="5558"/>
                  </a:lnTo>
                  <a:lnTo>
                    <a:pt x="34" y="5821"/>
                  </a:lnTo>
                  <a:lnTo>
                    <a:pt x="400" y="6300"/>
                  </a:lnTo>
                  <a:lnTo>
                    <a:pt x="479" y="6620"/>
                  </a:lnTo>
                  <a:lnTo>
                    <a:pt x="776" y="7076"/>
                  </a:lnTo>
                  <a:lnTo>
                    <a:pt x="1141" y="7384"/>
                  </a:lnTo>
                  <a:lnTo>
                    <a:pt x="1187" y="7795"/>
                  </a:lnTo>
                  <a:lnTo>
                    <a:pt x="1278" y="8046"/>
                  </a:lnTo>
                  <a:lnTo>
                    <a:pt x="1689" y="7213"/>
                  </a:lnTo>
                  <a:lnTo>
                    <a:pt x="2157" y="6722"/>
                  </a:lnTo>
                  <a:lnTo>
                    <a:pt x="2705" y="6882"/>
                  </a:lnTo>
                  <a:lnTo>
                    <a:pt x="3218" y="6939"/>
                  </a:lnTo>
                  <a:lnTo>
                    <a:pt x="3287" y="6300"/>
                  </a:lnTo>
                  <a:lnTo>
                    <a:pt x="3595" y="5844"/>
                  </a:lnTo>
                  <a:lnTo>
                    <a:pt x="4029" y="5558"/>
                  </a:lnTo>
                  <a:lnTo>
                    <a:pt x="4679" y="5855"/>
                  </a:lnTo>
                  <a:lnTo>
                    <a:pt x="5193" y="6197"/>
                  </a:lnTo>
                  <a:lnTo>
                    <a:pt x="5786" y="6277"/>
                  </a:lnTo>
                  <a:lnTo>
                    <a:pt x="6379" y="6449"/>
                  </a:lnTo>
                  <a:lnTo>
                    <a:pt x="6608" y="5912"/>
                  </a:lnTo>
                  <a:lnTo>
                    <a:pt x="6722" y="5844"/>
                  </a:lnTo>
                  <a:lnTo>
                    <a:pt x="7098" y="5924"/>
                  </a:lnTo>
                  <a:lnTo>
                    <a:pt x="7977" y="5479"/>
                  </a:lnTo>
                  <a:lnTo>
                    <a:pt x="8297" y="5673"/>
                  </a:lnTo>
                  <a:lnTo>
                    <a:pt x="8548" y="5638"/>
                  </a:lnTo>
                  <a:lnTo>
                    <a:pt x="8673" y="5421"/>
                  </a:lnTo>
                  <a:lnTo>
                    <a:pt x="8959" y="5342"/>
                  </a:lnTo>
                  <a:lnTo>
                    <a:pt x="9575" y="5444"/>
                  </a:lnTo>
                  <a:lnTo>
                    <a:pt x="10088" y="5456"/>
                  </a:lnTo>
                  <a:lnTo>
                    <a:pt x="10351" y="5364"/>
                  </a:lnTo>
                  <a:lnTo>
                    <a:pt x="10214" y="5068"/>
                  </a:lnTo>
                  <a:lnTo>
                    <a:pt x="9621" y="4714"/>
                  </a:lnTo>
                  <a:lnTo>
                    <a:pt x="9404" y="4166"/>
                  </a:lnTo>
                  <a:lnTo>
                    <a:pt x="9061" y="3790"/>
                  </a:lnTo>
                  <a:lnTo>
                    <a:pt x="8525" y="3299"/>
                  </a:lnTo>
                  <a:lnTo>
                    <a:pt x="8502" y="3013"/>
                  </a:lnTo>
                  <a:lnTo>
                    <a:pt x="8068" y="264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8925;p37">
              <a:extLst>
                <a:ext uri="{FF2B5EF4-FFF2-40B4-BE49-F238E27FC236}">
                  <a16:creationId xmlns:a16="http://schemas.microsoft.com/office/drawing/2014/main" xmlns="" id="{E3E09C92-A56C-4AFB-A703-89C27761629C}"/>
                </a:ext>
              </a:extLst>
            </p:cNvPr>
            <p:cNvSpPr/>
            <p:nvPr/>
          </p:nvSpPr>
          <p:spPr>
            <a:xfrm>
              <a:off x="1465200" y="1347225"/>
              <a:ext cx="1519000" cy="811125"/>
            </a:xfrm>
            <a:custGeom>
              <a:avLst/>
              <a:gdLst/>
              <a:ahLst/>
              <a:cxnLst/>
              <a:rect l="l" t="t" r="r" b="b"/>
              <a:pathLst>
                <a:path w="60760" h="32445" extrusionOk="0">
                  <a:moveTo>
                    <a:pt x="44931" y="28451"/>
                  </a:moveTo>
                  <a:lnTo>
                    <a:pt x="44828" y="28017"/>
                  </a:lnTo>
                  <a:lnTo>
                    <a:pt x="44474" y="28291"/>
                  </a:lnTo>
                  <a:lnTo>
                    <a:pt x="44543" y="28588"/>
                  </a:lnTo>
                  <a:lnTo>
                    <a:pt x="45342" y="28964"/>
                  </a:lnTo>
                  <a:lnTo>
                    <a:pt x="45615" y="28907"/>
                  </a:lnTo>
                  <a:lnTo>
                    <a:pt x="46083" y="28553"/>
                  </a:lnTo>
                  <a:lnTo>
                    <a:pt x="45410" y="28565"/>
                  </a:lnTo>
                  <a:close/>
                  <a:moveTo>
                    <a:pt x="46985" y="26180"/>
                  </a:moveTo>
                  <a:lnTo>
                    <a:pt x="47008" y="26020"/>
                  </a:lnTo>
                  <a:lnTo>
                    <a:pt x="46426" y="25655"/>
                  </a:lnTo>
                  <a:lnTo>
                    <a:pt x="45581" y="25426"/>
                  </a:lnTo>
                  <a:lnTo>
                    <a:pt x="45307" y="25506"/>
                  </a:lnTo>
                  <a:lnTo>
                    <a:pt x="45809" y="25917"/>
                  </a:lnTo>
                  <a:lnTo>
                    <a:pt x="46620" y="26191"/>
                  </a:lnTo>
                  <a:close/>
                  <a:moveTo>
                    <a:pt x="3425" y="26705"/>
                  </a:moveTo>
                  <a:lnTo>
                    <a:pt x="3459" y="26225"/>
                  </a:lnTo>
                  <a:lnTo>
                    <a:pt x="3002" y="25849"/>
                  </a:lnTo>
                  <a:lnTo>
                    <a:pt x="2945" y="25438"/>
                  </a:lnTo>
                  <a:lnTo>
                    <a:pt x="2934" y="25141"/>
                  </a:lnTo>
                  <a:lnTo>
                    <a:pt x="2340" y="25038"/>
                  </a:lnTo>
                  <a:lnTo>
                    <a:pt x="1998" y="24913"/>
                  </a:lnTo>
                  <a:lnTo>
                    <a:pt x="1416" y="24708"/>
                  </a:lnTo>
                  <a:lnTo>
                    <a:pt x="1222" y="24924"/>
                  </a:lnTo>
                  <a:lnTo>
                    <a:pt x="1131" y="25392"/>
                  </a:lnTo>
                  <a:lnTo>
                    <a:pt x="1747" y="25552"/>
                  </a:lnTo>
                  <a:lnTo>
                    <a:pt x="1690" y="25814"/>
                  </a:lnTo>
                  <a:lnTo>
                    <a:pt x="2101" y="26123"/>
                  </a:lnTo>
                  <a:lnTo>
                    <a:pt x="2101" y="26442"/>
                  </a:lnTo>
                  <a:lnTo>
                    <a:pt x="3002" y="26842"/>
                  </a:lnTo>
                  <a:close/>
                  <a:moveTo>
                    <a:pt x="51379" y="24787"/>
                  </a:moveTo>
                  <a:lnTo>
                    <a:pt x="51926" y="24240"/>
                  </a:lnTo>
                  <a:lnTo>
                    <a:pt x="52132" y="24000"/>
                  </a:lnTo>
                  <a:lnTo>
                    <a:pt x="51835" y="23954"/>
                  </a:lnTo>
                  <a:lnTo>
                    <a:pt x="51128" y="24262"/>
                  </a:lnTo>
                  <a:lnTo>
                    <a:pt x="50534" y="24765"/>
                  </a:lnTo>
                  <a:lnTo>
                    <a:pt x="49381" y="26168"/>
                  </a:lnTo>
                  <a:lnTo>
                    <a:pt x="48617" y="26693"/>
                  </a:lnTo>
                  <a:lnTo>
                    <a:pt x="48845" y="26933"/>
                  </a:lnTo>
                  <a:lnTo>
                    <a:pt x="48309" y="27252"/>
                  </a:lnTo>
                  <a:lnTo>
                    <a:pt x="48332" y="27515"/>
                  </a:lnTo>
                  <a:lnTo>
                    <a:pt x="49701" y="27538"/>
                  </a:lnTo>
                  <a:lnTo>
                    <a:pt x="50477" y="27492"/>
                  </a:lnTo>
                  <a:lnTo>
                    <a:pt x="51105" y="27709"/>
                  </a:lnTo>
                  <a:lnTo>
                    <a:pt x="50477" y="28120"/>
                  </a:lnTo>
                  <a:lnTo>
                    <a:pt x="50888" y="28143"/>
                  </a:lnTo>
                  <a:lnTo>
                    <a:pt x="51926" y="27378"/>
                  </a:lnTo>
                  <a:lnTo>
                    <a:pt x="52098" y="27492"/>
                  </a:lnTo>
                  <a:lnTo>
                    <a:pt x="51744" y="28222"/>
                  </a:lnTo>
                  <a:lnTo>
                    <a:pt x="52177" y="28394"/>
                  </a:lnTo>
                  <a:lnTo>
                    <a:pt x="52497" y="28359"/>
                  </a:lnTo>
                  <a:lnTo>
                    <a:pt x="52999" y="27572"/>
                  </a:lnTo>
                  <a:lnTo>
                    <a:pt x="52931" y="27024"/>
                  </a:lnTo>
                  <a:lnTo>
                    <a:pt x="52976" y="26545"/>
                  </a:lnTo>
                  <a:lnTo>
                    <a:pt x="52440" y="26705"/>
                  </a:lnTo>
                  <a:lnTo>
                    <a:pt x="52839" y="26054"/>
                  </a:lnTo>
                  <a:lnTo>
                    <a:pt x="52234" y="25780"/>
                  </a:lnTo>
                  <a:lnTo>
                    <a:pt x="51846" y="25997"/>
                  </a:lnTo>
                  <a:lnTo>
                    <a:pt x="51287" y="25757"/>
                  </a:lnTo>
                  <a:lnTo>
                    <a:pt x="51630" y="25449"/>
                  </a:lnTo>
                  <a:lnTo>
                    <a:pt x="51219" y="25267"/>
                  </a:lnTo>
                  <a:lnTo>
                    <a:pt x="50671" y="25552"/>
                  </a:lnTo>
                  <a:close/>
                  <a:moveTo>
                    <a:pt x="480" y="21763"/>
                  </a:moveTo>
                  <a:lnTo>
                    <a:pt x="206" y="22048"/>
                  </a:lnTo>
                  <a:lnTo>
                    <a:pt x="1" y="22414"/>
                  </a:lnTo>
                  <a:lnTo>
                    <a:pt x="138" y="22688"/>
                  </a:lnTo>
                  <a:lnTo>
                    <a:pt x="47" y="23087"/>
                  </a:lnTo>
                  <a:lnTo>
                    <a:pt x="149" y="23486"/>
                  </a:lnTo>
                  <a:lnTo>
                    <a:pt x="423" y="23486"/>
                  </a:lnTo>
                  <a:lnTo>
                    <a:pt x="389" y="22790"/>
                  </a:lnTo>
                  <a:lnTo>
                    <a:pt x="1405" y="21797"/>
                  </a:lnTo>
                  <a:lnTo>
                    <a:pt x="708" y="21877"/>
                  </a:lnTo>
                  <a:close/>
                  <a:moveTo>
                    <a:pt x="40548" y="15053"/>
                  </a:moveTo>
                  <a:lnTo>
                    <a:pt x="40491" y="14882"/>
                  </a:lnTo>
                  <a:lnTo>
                    <a:pt x="40240" y="14870"/>
                  </a:lnTo>
                  <a:lnTo>
                    <a:pt x="39852" y="15110"/>
                  </a:lnTo>
                  <a:lnTo>
                    <a:pt x="39795" y="15167"/>
                  </a:lnTo>
                  <a:lnTo>
                    <a:pt x="39807" y="15407"/>
                  </a:lnTo>
                  <a:lnTo>
                    <a:pt x="40046" y="15486"/>
                  </a:lnTo>
                  <a:close/>
                  <a:moveTo>
                    <a:pt x="39179" y="14596"/>
                  </a:moveTo>
                  <a:lnTo>
                    <a:pt x="39293" y="14437"/>
                  </a:lnTo>
                  <a:lnTo>
                    <a:pt x="38437" y="14425"/>
                  </a:lnTo>
                  <a:lnTo>
                    <a:pt x="37730" y="14813"/>
                  </a:lnTo>
                  <a:lnTo>
                    <a:pt x="37730" y="15030"/>
                  </a:lnTo>
                  <a:lnTo>
                    <a:pt x="38163" y="15053"/>
                  </a:lnTo>
                  <a:close/>
                  <a:moveTo>
                    <a:pt x="38734" y="12234"/>
                  </a:moveTo>
                  <a:lnTo>
                    <a:pt x="38346" y="12154"/>
                  </a:lnTo>
                  <a:lnTo>
                    <a:pt x="37638" y="12896"/>
                  </a:lnTo>
                  <a:lnTo>
                    <a:pt x="37125" y="13524"/>
                  </a:lnTo>
                  <a:lnTo>
                    <a:pt x="36303" y="13923"/>
                  </a:lnTo>
                  <a:lnTo>
                    <a:pt x="37205" y="13843"/>
                  </a:lnTo>
                  <a:lnTo>
                    <a:pt x="37091" y="14322"/>
                  </a:lnTo>
                  <a:lnTo>
                    <a:pt x="38266" y="13900"/>
                  </a:lnTo>
                  <a:lnTo>
                    <a:pt x="39145" y="13467"/>
                  </a:lnTo>
                  <a:lnTo>
                    <a:pt x="39259" y="13843"/>
                  </a:lnTo>
                  <a:lnTo>
                    <a:pt x="40103" y="14026"/>
                  </a:lnTo>
                  <a:lnTo>
                    <a:pt x="40799" y="13775"/>
                  </a:lnTo>
                  <a:lnTo>
                    <a:pt x="40526" y="13512"/>
                  </a:lnTo>
                  <a:lnTo>
                    <a:pt x="40046" y="13569"/>
                  </a:lnTo>
                  <a:lnTo>
                    <a:pt x="40229" y="13181"/>
                  </a:lnTo>
                  <a:lnTo>
                    <a:pt x="39704" y="12942"/>
                  </a:lnTo>
                  <a:lnTo>
                    <a:pt x="39213" y="12668"/>
                  </a:lnTo>
                  <a:lnTo>
                    <a:pt x="39008" y="12462"/>
                  </a:lnTo>
                  <a:lnTo>
                    <a:pt x="38608" y="12588"/>
                  </a:lnTo>
                  <a:close/>
                  <a:moveTo>
                    <a:pt x="45102" y="11059"/>
                  </a:moveTo>
                  <a:lnTo>
                    <a:pt x="45627" y="10819"/>
                  </a:lnTo>
                  <a:lnTo>
                    <a:pt x="45764" y="10716"/>
                  </a:lnTo>
                  <a:lnTo>
                    <a:pt x="45969" y="10385"/>
                  </a:lnTo>
                  <a:lnTo>
                    <a:pt x="45638" y="10180"/>
                  </a:lnTo>
                  <a:lnTo>
                    <a:pt x="45045" y="10271"/>
                  </a:lnTo>
                  <a:lnTo>
                    <a:pt x="44497" y="10716"/>
                  </a:lnTo>
                  <a:lnTo>
                    <a:pt x="44394" y="11093"/>
                  </a:lnTo>
                  <a:close/>
                  <a:moveTo>
                    <a:pt x="34568" y="9529"/>
                  </a:moveTo>
                  <a:lnTo>
                    <a:pt x="34454" y="9244"/>
                  </a:lnTo>
                  <a:lnTo>
                    <a:pt x="34409" y="9107"/>
                  </a:lnTo>
                  <a:lnTo>
                    <a:pt x="34180" y="8959"/>
                  </a:lnTo>
                  <a:lnTo>
                    <a:pt x="33758" y="8753"/>
                  </a:lnTo>
                  <a:lnTo>
                    <a:pt x="33062" y="9073"/>
                  </a:lnTo>
                  <a:lnTo>
                    <a:pt x="32343" y="9324"/>
                  </a:lnTo>
                  <a:lnTo>
                    <a:pt x="32845" y="9666"/>
                  </a:lnTo>
                  <a:lnTo>
                    <a:pt x="33382" y="9575"/>
                  </a:lnTo>
                  <a:lnTo>
                    <a:pt x="33975" y="9803"/>
                  </a:lnTo>
                  <a:close/>
                  <a:moveTo>
                    <a:pt x="37764" y="9233"/>
                  </a:moveTo>
                  <a:lnTo>
                    <a:pt x="36817" y="9096"/>
                  </a:lnTo>
                  <a:lnTo>
                    <a:pt x="37638" y="8719"/>
                  </a:lnTo>
                  <a:lnTo>
                    <a:pt x="37581" y="7863"/>
                  </a:lnTo>
                  <a:lnTo>
                    <a:pt x="37307" y="7532"/>
                  </a:lnTo>
                  <a:lnTo>
                    <a:pt x="36668" y="7418"/>
                  </a:lnTo>
                  <a:lnTo>
                    <a:pt x="35516" y="7966"/>
                  </a:lnTo>
                  <a:lnTo>
                    <a:pt x="34728" y="8788"/>
                  </a:lnTo>
                  <a:lnTo>
                    <a:pt x="35139" y="9096"/>
                  </a:lnTo>
                  <a:lnTo>
                    <a:pt x="35367" y="9564"/>
                  </a:lnTo>
                  <a:lnTo>
                    <a:pt x="34466" y="10351"/>
                  </a:lnTo>
                  <a:lnTo>
                    <a:pt x="34009" y="10317"/>
                  </a:lnTo>
                  <a:lnTo>
                    <a:pt x="33130" y="10944"/>
                  </a:lnTo>
                  <a:lnTo>
                    <a:pt x="33724" y="10203"/>
                  </a:lnTo>
                  <a:lnTo>
                    <a:pt x="33039" y="9952"/>
                  </a:lnTo>
                  <a:lnTo>
                    <a:pt x="32400" y="10077"/>
                  </a:lnTo>
                  <a:lnTo>
                    <a:pt x="32058" y="10556"/>
                  </a:lnTo>
                  <a:lnTo>
                    <a:pt x="31213" y="10545"/>
                  </a:lnTo>
                  <a:lnTo>
                    <a:pt x="30186" y="10659"/>
                  </a:lnTo>
                  <a:lnTo>
                    <a:pt x="29467" y="10317"/>
                  </a:lnTo>
                  <a:lnTo>
                    <a:pt x="28748" y="10374"/>
                  </a:lnTo>
                  <a:lnTo>
                    <a:pt x="28531" y="9963"/>
                  </a:lnTo>
                  <a:lnTo>
                    <a:pt x="28235" y="9780"/>
                  </a:lnTo>
                  <a:lnTo>
                    <a:pt x="27698" y="9849"/>
                  </a:lnTo>
                  <a:lnTo>
                    <a:pt x="26956" y="9895"/>
                  </a:lnTo>
                  <a:lnTo>
                    <a:pt x="26329" y="10146"/>
                  </a:lnTo>
                  <a:lnTo>
                    <a:pt x="26614" y="10477"/>
                  </a:lnTo>
                  <a:lnTo>
                    <a:pt x="25610" y="10876"/>
                  </a:lnTo>
                  <a:lnTo>
                    <a:pt x="25416" y="10408"/>
                  </a:lnTo>
                  <a:lnTo>
                    <a:pt x="24788" y="10545"/>
                  </a:lnTo>
                  <a:lnTo>
                    <a:pt x="23099" y="10636"/>
                  </a:lnTo>
                  <a:lnTo>
                    <a:pt x="22186" y="10465"/>
                  </a:lnTo>
                  <a:lnTo>
                    <a:pt x="23396" y="10089"/>
                  </a:lnTo>
                  <a:lnTo>
                    <a:pt x="22996" y="9689"/>
                  </a:lnTo>
                  <a:lnTo>
                    <a:pt x="22369" y="9746"/>
                  </a:lnTo>
                  <a:lnTo>
                    <a:pt x="21707" y="9609"/>
                  </a:lnTo>
                  <a:lnTo>
                    <a:pt x="20634" y="9335"/>
                  </a:lnTo>
                  <a:lnTo>
                    <a:pt x="20086" y="9004"/>
                  </a:lnTo>
                  <a:lnTo>
                    <a:pt x="19447" y="8959"/>
                  </a:lnTo>
                  <a:lnTo>
                    <a:pt x="18979" y="9187"/>
                  </a:lnTo>
                  <a:lnTo>
                    <a:pt x="18135" y="9324"/>
                  </a:lnTo>
                  <a:lnTo>
                    <a:pt x="18694" y="8730"/>
                  </a:lnTo>
                  <a:lnTo>
                    <a:pt x="17347" y="9244"/>
                  </a:lnTo>
                  <a:lnTo>
                    <a:pt x="17153" y="8582"/>
                  </a:lnTo>
                  <a:lnTo>
                    <a:pt x="16857" y="8491"/>
                  </a:lnTo>
                  <a:lnTo>
                    <a:pt x="16309" y="8845"/>
                  </a:lnTo>
                  <a:lnTo>
                    <a:pt x="15670" y="9016"/>
                  </a:lnTo>
                  <a:lnTo>
                    <a:pt x="15636" y="8708"/>
                  </a:lnTo>
                  <a:lnTo>
                    <a:pt x="14472" y="8902"/>
                  </a:lnTo>
                  <a:lnTo>
                    <a:pt x="13216" y="9233"/>
                  </a:lnTo>
                  <a:lnTo>
                    <a:pt x="12474" y="9153"/>
                  </a:lnTo>
                  <a:lnTo>
                    <a:pt x="11470" y="9381"/>
                  </a:lnTo>
                  <a:lnTo>
                    <a:pt x="10591" y="9701"/>
                  </a:lnTo>
                  <a:lnTo>
                    <a:pt x="10066" y="9632"/>
                  </a:lnTo>
                  <a:lnTo>
                    <a:pt x="9587" y="9267"/>
                  </a:lnTo>
                  <a:lnTo>
                    <a:pt x="8754" y="9073"/>
                  </a:lnTo>
                  <a:lnTo>
                    <a:pt x="8754" y="9073"/>
                  </a:lnTo>
                  <a:lnTo>
                    <a:pt x="5285" y="11960"/>
                  </a:lnTo>
                  <a:lnTo>
                    <a:pt x="229" y="16582"/>
                  </a:lnTo>
                  <a:lnTo>
                    <a:pt x="834" y="16593"/>
                  </a:lnTo>
                  <a:lnTo>
                    <a:pt x="1222" y="16822"/>
                  </a:lnTo>
                  <a:lnTo>
                    <a:pt x="1302" y="17198"/>
                  </a:lnTo>
                  <a:lnTo>
                    <a:pt x="1336" y="17746"/>
                  </a:lnTo>
                  <a:lnTo>
                    <a:pt x="2420" y="17278"/>
                  </a:lnTo>
                  <a:lnTo>
                    <a:pt x="3333" y="17004"/>
                  </a:lnTo>
                  <a:lnTo>
                    <a:pt x="3253" y="17438"/>
                  </a:lnTo>
                  <a:lnTo>
                    <a:pt x="3356" y="17780"/>
                  </a:lnTo>
                  <a:lnTo>
                    <a:pt x="3596" y="18168"/>
                  </a:lnTo>
                  <a:lnTo>
                    <a:pt x="3447" y="18762"/>
                  </a:lnTo>
                  <a:lnTo>
                    <a:pt x="3231" y="19732"/>
                  </a:lnTo>
                  <a:lnTo>
                    <a:pt x="3881" y="20280"/>
                  </a:lnTo>
                  <a:lnTo>
                    <a:pt x="3447" y="20805"/>
                  </a:lnTo>
                  <a:lnTo>
                    <a:pt x="2717" y="21215"/>
                  </a:lnTo>
                  <a:lnTo>
                    <a:pt x="2717" y="21215"/>
                  </a:lnTo>
                  <a:lnTo>
                    <a:pt x="2363" y="21660"/>
                  </a:lnTo>
                  <a:lnTo>
                    <a:pt x="2660" y="22288"/>
                  </a:lnTo>
                  <a:lnTo>
                    <a:pt x="2215" y="22984"/>
                  </a:lnTo>
                  <a:lnTo>
                    <a:pt x="2797" y="23361"/>
                  </a:lnTo>
                  <a:lnTo>
                    <a:pt x="2283" y="23886"/>
                  </a:lnTo>
                  <a:lnTo>
                    <a:pt x="2101" y="24673"/>
                  </a:lnTo>
                  <a:lnTo>
                    <a:pt x="3082" y="25027"/>
                  </a:lnTo>
                  <a:lnTo>
                    <a:pt x="3310" y="25415"/>
                  </a:lnTo>
                  <a:lnTo>
                    <a:pt x="4086" y="26282"/>
                  </a:lnTo>
                  <a:lnTo>
                    <a:pt x="4189" y="26282"/>
                  </a:lnTo>
                  <a:lnTo>
                    <a:pt x="6163" y="26282"/>
                  </a:lnTo>
                  <a:lnTo>
                    <a:pt x="8252" y="26282"/>
                  </a:lnTo>
                  <a:lnTo>
                    <a:pt x="8937" y="26282"/>
                  </a:lnTo>
                  <a:lnTo>
                    <a:pt x="11071" y="26282"/>
                  </a:lnTo>
                  <a:lnTo>
                    <a:pt x="13148" y="26282"/>
                  </a:lnTo>
                  <a:lnTo>
                    <a:pt x="15236" y="26282"/>
                  </a:lnTo>
                  <a:lnTo>
                    <a:pt x="17347" y="26282"/>
                  </a:lnTo>
                  <a:lnTo>
                    <a:pt x="19733" y="26282"/>
                  </a:lnTo>
                  <a:lnTo>
                    <a:pt x="22129" y="26282"/>
                  </a:lnTo>
                  <a:lnTo>
                    <a:pt x="23567" y="26282"/>
                  </a:lnTo>
                  <a:lnTo>
                    <a:pt x="23761" y="25940"/>
                  </a:lnTo>
                  <a:lnTo>
                    <a:pt x="23989" y="25940"/>
                  </a:lnTo>
                  <a:lnTo>
                    <a:pt x="23875" y="26419"/>
                  </a:lnTo>
                  <a:lnTo>
                    <a:pt x="24012" y="26568"/>
                  </a:lnTo>
                  <a:lnTo>
                    <a:pt x="24469" y="26625"/>
                  </a:lnTo>
                  <a:lnTo>
                    <a:pt x="25131" y="26762"/>
                  </a:lnTo>
                  <a:lnTo>
                    <a:pt x="25667" y="27036"/>
                  </a:lnTo>
                  <a:lnTo>
                    <a:pt x="26295" y="26921"/>
                  </a:lnTo>
                  <a:lnTo>
                    <a:pt x="27048" y="27150"/>
                  </a:lnTo>
                  <a:lnTo>
                    <a:pt x="27048" y="27150"/>
                  </a:lnTo>
                  <a:lnTo>
                    <a:pt x="27504" y="26807"/>
                  </a:lnTo>
                  <a:lnTo>
                    <a:pt x="27961" y="26670"/>
                  </a:lnTo>
                  <a:lnTo>
                    <a:pt x="28223" y="26454"/>
                  </a:lnTo>
                  <a:lnTo>
                    <a:pt x="28440" y="26339"/>
                  </a:lnTo>
                  <a:lnTo>
                    <a:pt x="29011" y="26511"/>
                  </a:lnTo>
                  <a:lnTo>
                    <a:pt x="29479" y="26533"/>
                  </a:lnTo>
                  <a:lnTo>
                    <a:pt x="29593" y="26648"/>
                  </a:lnTo>
                  <a:lnTo>
                    <a:pt x="29604" y="27150"/>
                  </a:lnTo>
                  <a:lnTo>
                    <a:pt x="30346" y="27298"/>
                  </a:lnTo>
                  <a:lnTo>
                    <a:pt x="30106" y="27538"/>
                  </a:lnTo>
                  <a:lnTo>
                    <a:pt x="30277" y="27812"/>
                  </a:lnTo>
                  <a:lnTo>
                    <a:pt x="30004" y="28131"/>
                  </a:lnTo>
                  <a:lnTo>
                    <a:pt x="30266" y="28245"/>
                  </a:lnTo>
                  <a:lnTo>
                    <a:pt x="29992" y="28553"/>
                  </a:lnTo>
                  <a:lnTo>
                    <a:pt x="29992" y="28553"/>
                  </a:lnTo>
                  <a:lnTo>
                    <a:pt x="30163" y="28576"/>
                  </a:lnTo>
                  <a:lnTo>
                    <a:pt x="30346" y="28451"/>
                  </a:lnTo>
                  <a:lnTo>
                    <a:pt x="30414" y="28645"/>
                  </a:lnTo>
                  <a:lnTo>
                    <a:pt x="30905" y="28747"/>
                  </a:lnTo>
                  <a:lnTo>
                    <a:pt x="31441" y="28759"/>
                  </a:lnTo>
                  <a:lnTo>
                    <a:pt x="31989" y="28850"/>
                  </a:lnTo>
                  <a:lnTo>
                    <a:pt x="32560" y="29021"/>
                  </a:lnTo>
                  <a:lnTo>
                    <a:pt x="32674" y="29307"/>
                  </a:lnTo>
                  <a:lnTo>
                    <a:pt x="32868" y="29980"/>
                  </a:lnTo>
                  <a:lnTo>
                    <a:pt x="32526" y="30265"/>
                  </a:lnTo>
                  <a:lnTo>
                    <a:pt x="31989" y="30151"/>
                  </a:lnTo>
                  <a:lnTo>
                    <a:pt x="31841" y="29603"/>
                  </a:lnTo>
                  <a:lnTo>
                    <a:pt x="31715" y="30163"/>
                  </a:lnTo>
                  <a:lnTo>
                    <a:pt x="31179" y="30642"/>
                  </a:lnTo>
                  <a:lnTo>
                    <a:pt x="31065" y="31064"/>
                  </a:lnTo>
                  <a:lnTo>
                    <a:pt x="30905" y="31304"/>
                  </a:lnTo>
                  <a:lnTo>
                    <a:pt x="30323" y="31589"/>
                  </a:lnTo>
                  <a:lnTo>
                    <a:pt x="30323" y="31589"/>
                  </a:lnTo>
                  <a:lnTo>
                    <a:pt x="29787" y="32068"/>
                  </a:lnTo>
                  <a:lnTo>
                    <a:pt x="29501" y="32388"/>
                  </a:lnTo>
                  <a:lnTo>
                    <a:pt x="29889" y="32445"/>
                  </a:lnTo>
                  <a:lnTo>
                    <a:pt x="30528" y="32160"/>
                  </a:lnTo>
                  <a:lnTo>
                    <a:pt x="30951" y="31909"/>
                  </a:lnTo>
                  <a:lnTo>
                    <a:pt x="31179" y="31874"/>
                  </a:lnTo>
                  <a:lnTo>
                    <a:pt x="31544" y="31954"/>
                  </a:lnTo>
                  <a:lnTo>
                    <a:pt x="31784" y="31829"/>
                  </a:lnTo>
                  <a:lnTo>
                    <a:pt x="32183" y="31715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902" y="31338"/>
                  </a:lnTo>
                  <a:lnTo>
                    <a:pt x="32857" y="31361"/>
                  </a:lnTo>
                  <a:lnTo>
                    <a:pt x="32617" y="31395"/>
                  </a:lnTo>
                  <a:lnTo>
                    <a:pt x="32354" y="31315"/>
                  </a:lnTo>
                  <a:lnTo>
                    <a:pt x="32685" y="31018"/>
                  </a:lnTo>
                  <a:lnTo>
                    <a:pt x="32959" y="30916"/>
                  </a:lnTo>
                  <a:lnTo>
                    <a:pt x="33518" y="30790"/>
                  </a:lnTo>
                  <a:lnTo>
                    <a:pt x="34169" y="30665"/>
                  </a:lnTo>
                  <a:lnTo>
                    <a:pt x="34431" y="30824"/>
                  </a:lnTo>
                  <a:lnTo>
                    <a:pt x="34694" y="30630"/>
                  </a:lnTo>
                  <a:lnTo>
                    <a:pt x="34968" y="30516"/>
                  </a:lnTo>
                  <a:lnTo>
                    <a:pt x="35093" y="30573"/>
                  </a:lnTo>
                  <a:lnTo>
                    <a:pt x="35105" y="30585"/>
                  </a:lnTo>
                  <a:lnTo>
                    <a:pt x="36063" y="29991"/>
                  </a:lnTo>
                  <a:lnTo>
                    <a:pt x="36451" y="29820"/>
                  </a:lnTo>
                  <a:lnTo>
                    <a:pt x="37547" y="29820"/>
                  </a:lnTo>
                  <a:lnTo>
                    <a:pt x="38882" y="29820"/>
                  </a:lnTo>
                  <a:lnTo>
                    <a:pt x="39019" y="29592"/>
                  </a:lnTo>
                  <a:lnTo>
                    <a:pt x="39259" y="29546"/>
                  </a:lnTo>
                  <a:lnTo>
                    <a:pt x="39624" y="29421"/>
                  </a:lnTo>
                  <a:lnTo>
                    <a:pt x="40001" y="29021"/>
                  </a:lnTo>
                  <a:lnTo>
                    <a:pt x="40457" y="28325"/>
                  </a:lnTo>
                  <a:lnTo>
                    <a:pt x="41245" y="27652"/>
                  </a:lnTo>
                  <a:lnTo>
                    <a:pt x="41404" y="27892"/>
                  </a:lnTo>
                  <a:lnTo>
                    <a:pt x="41929" y="27732"/>
                  </a:lnTo>
                  <a:lnTo>
                    <a:pt x="42146" y="27994"/>
                  </a:lnTo>
                  <a:lnTo>
                    <a:pt x="41747" y="29204"/>
                  </a:lnTo>
                  <a:lnTo>
                    <a:pt x="42043" y="29706"/>
                  </a:lnTo>
                  <a:lnTo>
                    <a:pt x="42888" y="29592"/>
                  </a:lnTo>
                  <a:lnTo>
                    <a:pt x="44041" y="29558"/>
                  </a:lnTo>
                  <a:lnTo>
                    <a:pt x="42557" y="30288"/>
                  </a:lnTo>
                  <a:lnTo>
                    <a:pt x="42340" y="31030"/>
                  </a:lnTo>
                  <a:lnTo>
                    <a:pt x="42876" y="31098"/>
                  </a:lnTo>
                  <a:lnTo>
                    <a:pt x="43881" y="30459"/>
                  </a:lnTo>
                  <a:lnTo>
                    <a:pt x="44714" y="30117"/>
                  </a:lnTo>
                  <a:lnTo>
                    <a:pt x="46449" y="29592"/>
                  </a:lnTo>
                  <a:lnTo>
                    <a:pt x="47521" y="29010"/>
                  </a:lnTo>
                  <a:lnTo>
                    <a:pt x="47156" y="28690"/>
                  </a:lnTo>
                  <a:lnTo>
                    <a:pt x="47293" y="28051"/>
                  </a:lnTo>
                  <a:lnTo>
                    <a:pt x="46277" y="29044"/>
                  </a:lnTo>
                  <a:lnTo>
                    <a:pt x="45056" y="29158"/>
                  </a:lnTo>
                  <a:lnTo>
                    <a:pt x="44269" y="28725"/>
                  </a:lnTo>
                  <a:lnTo>
                    <a:pt x="44257" y="28063"/>
                  </a:lnTo>
                  <a:lnTo>
                    <a:pt x="44337" y="27093"/>
                  </a:lnTo>
                  <a:lnTo>
                    <a:pt x="45216" y="26511"/>
                  </a:lnTo>
                  <a:lnTo>
                    <a:pt x="44737" y="26066"/>
                  </a:lnTo>
                  <a:lnTo>
                    <a:pt x="43653" y="26145"/>
                  </a:lnTo>
                  <a:lnTo>
                    <a:pt x="41929" y="26887"/>
                  </a:lnTo>
                  <a:lnTo>
                    <a:pt x="40377" y="28063"/>
                  </a:lnTo>
                  <a:lnTo>
                    <a:pt x="39715" y="28200"/>
                  </a:lnTo>
                  <a:lnTo>
                    <a:pt x="40834" y="27389"/>
                  </a:lnTo>
                  <a:lnTo>
                    <a:pt x="42272" y="26203"/>
                  </a:lnTo>
                  <a:lnTo>
                    <a:pt x="43299" y="25826"/>
                  </a:lnTo>
                  <a:lnTo>
                    <a:pt x="44109" y="25198"/>
                  </a:lnTo>
                  <a:lnTo>
                    <a:pt x="44851" y="25118"/>
                  </a:lnTo>
                  <a:lnTo>
                    <a:pt x="45901" y="25141"/>
                  </a:lnTo>
                  <a:lnTo>
                    <a:pt x="47327" y="25324"/>
                  </a:lnTo>
                  <a:lnTo>
                    <a:pt x="48548" y="25175"/>
                  </a:lnTo>
                  <a:lnTo>
                    <a:pt x="49667" y="24456"/>
                  </a:lnTo>
                  <a:lnTo>
                    <a:pt x="50899" y="24137"/>
                  </a:lnTo>
                  <a:lnTo>
                    <a:pt x="51504" y="23840"/>
                  </a:lnTo>
                  <a:lnTo>
                    <a:pt x="52098" y="23509"/>
                  </a:lnTo>
                  <a:lnTo>
                    <a:pt x="52383" y="22539"/>
                  </a:lnTo>
                  <a:lnTo>
                    <a:pt x="52234" y="22208"/>
                  </a:lnTo>
                  <a:lnTo>
                    <a:pt x="51744" y="22094"/>
                  </a:lnTo>
                  <a:lnTo>
                    <a:pt x="51744" y="21375"/>
                  </a:lnTo>
                  <a:lnTo>
                    <a:pt x="51413" y="21101"/>
                  </a:lnTo>
                  <a:lnTo>
                    <a:pt x="50431" y="20873"/>
                  </a:lnTo>
                  <a:lnTo>
                    <a:pt x="50032" y="20382"/>
                  </a:lnTo>
                  <a:lnTo>
                    <a:pt x="49347" y="19903"/>
                  </a:lnTo>
                  <a:lnTo>
                    <a:pt x="49838" y="19378"/>
                  </a:lnTo>
                  <a:lnTo>
                    <a:pt x="49553" y="18362"/>
                  </a:lnTo>
                  <a:lnTo>
                    <a:pt x="49176" y="17290"/>
                  </a:lnTo>
                  <a:lnTo>
                    <a:pt x="49039" y="16548"/>
                  </a:lnTo>
                  <a:lnTo>
                    <a:pt x="48423" y="16936"/>
                  </a:lnTo>
                  <a:lnTo>
                    <a:pt x="47361" y="17860"/>
                  </a:lnTo>
                  <a:lnTo>
                    <a:pt x="46209" y="18317"/>
                  </a:lnTo>
                  <a:lnTo>
                    <a:pt x="45981" y="17837"/>
                  </a:lnTo>
                  <a:lnTo>
                    <a:pt x="45456" y="17689"/>
                  </a:lnTo>
                  <a:lnTo>
                    <a:pt x="45764" y="16651"/>
                  </a:lnTo>
                  <a:lnTo>
                    <a:pt x="46140" y="15954"/>
                  </a:lnTo>
                  <a:lnTo>
                    <a:pt x="45045" y="15874"/>
                  </a:lnTo>
                  <a:lnTo>
                    <a:pt x="45022" y="15566"/>
                  </a:lnTo>
                  <a:lnTo>
                    <a:pt x="44508" y="15098"/>
                  </a:lnTo>
                  <a:lnTo>
                    <a:pt x="44086" y="14813"/>
                  </a:lnTo>
                  <a:lnTo>
                    <a:pt x="43447" y="15019"/>
                  </a:lnTo>
                  <a:lnTo>
                    <a:pt x="42842" y="14950"/>
                  </a:lnTo>
                  <a:lnTo>
                    <a:pt x="41906" y="14722"/>
                  </a:lnTo>
                  <a:lnTo>
                    <a:pt x="41347" y="14904"/>
                  </a:lnTo>
                  <a:lnTo>
                    <a:pt x="40799" y="16194"/>
                  </a:lnTo>
                  <a:lnTo>
                    <a:pt x="40663" y="16947"/>
                  </a:lnTo>
                  <a:lnTo>
                    <a:pt x="39407" y="17815"/>
                  </a:lnTo>
                  <a:lnTo>
                    <a:pt x="39852" y="18465"/>
                  </a:lnTo>
                  <a:lnTo>
                    <a:pt x="39921" y="19173"/>
                  </a:lnTo>
                  <a:lnTo>
                    <a:pt x="39681" y="19743"/>
                  </a:lnTo>
                  <a:lnTo>
                    <a:pt x="39008" y="20325"/>
                  </a:lnTo>
                  <a:lnTo>
                    <a:pt x="37935" y="20930"/>
                  </a:lnTo>
                  <a:lnTo>
                    <a:pt x="36657" y="21330"/>
                  </a:lnTo>
                  <a:lnTo>
                    <a:pt x="36896" y="21786"/>
                  </a:lnTo>
                  <a:lnTo>
                    <a:pt x="36577" y="23155"/>
                  </a:lnTo>
                  <a:lnTo>
                    <a:pt x="35778" y="24057"/>
                  </a:lnTo>
                  <a:lnTo>
                    <a:pt x="35128" y="24320"/>
                  </a:lnTo>
                  <a:lnTo>
                    <a:pt x="34500" y="23498"/>
                  </a:lnTo>
                  <a:lnTo>
                    <a:pt x="34489" y="22528"/>
                  </a:lnTo>
                  <a:lnTo>
                    <a:pt x="34728" y="21672"/>
                  </a:lnTo>
                  <a:lnTo>
                    <a:pt x="35242" y="20930"/>
                  </a:lnTo>
                  <a:lnTo>
                    <a:pt x="34557" y="20839"/>
                  </a:lnTo>
                  <a:lnTo>
                    <a:pt x="33484" y="20782"/>
                  </a:lnTo>
                  <a:lnTo>
                    <a:pt x="32971" y="20428"/>
                  </a:lnTo>
                  <a:lnTo>
                    <a:pt x="32286" y="20200"/>
                  </a:lnTo>
                  <a:lnTo>
                    <a:pt x="32046" y="19789"/>
                  </a:lnTo>
                  <a:lnTo>
                    <a:pt x="31578" y="19469"/>
                  </a:lnTo>
                  <a:lnTo>
                    <a:pt x="30574" y="19104"/>
                  </a:lnTo>
                  <a:lnTo>
                    <a:pt x="29558" y="19275"/>
                  </a:lnTo>
                  <a:lnTo>
                    <a:pt x="29661" y="18636"/>
                  </a:lnTo>
                  <a:lnTo>
                    <a:pt x="29878" y="17849"/>
                  </a:lnTo>
                  <a:lnTo>
                    <a:pt x="29022" y="17700"/>
                  </a:lnTo>
                  <a:lnTo>
                    <a:pt x="29718" y="16730"/>
                  </a:lnTo>
                  <a:lnTo>
                    <a:pt x="30414" y="16080"/>
                  </a:lnTo>
                  <a:lnTo>
                    <a:pt x="31761" y="15156"/>
                  </a:lnTo>
                  <a:lnTo>
                    <a:pt x="32982" y="14494"/>
                  </a:lnTo>
                  <a:lnTo>
                    <a:pt x="33781" y="14391"/>
                  </a:lnTo>
                  <a:lnTo>
                    <a:pt x="34203" y="13866"/>
                  </a:lnTo>
                  <a:lnTo>
                    <a:pt x="34922" y="13524"/>
                  </a:lnTo>
                  <a:lnTo>
                    <a:pt x="35835" y="13467"/>
                  </a:lnTo>
                  <a:lnTo>
                    <a:pt x="36942" y="12930"/>
                  </a:lnTo>
                  <a:lnTo>
                    <a:pt x="37353" y="12588"/>
                  </a:lnTo>
                  <a:lnTo>
                    <a:pt x="38403" y="11914"/>
                  </a:lnTo>
                  <a:lnTo>
                    <a:pt x="38859" y="11515"/>
                  </a:lnTo>
                  <a:lnTo>
                    <a:pt x="39316" y="11755"/>
                  </a:lnTo>
                  <a:lnTo>
                    <a:pt x="40252" y="11629"/>
                  </a:lnTo>
                  <a:lnTo>
                    <a:pt x="41792" y="11081"/>
                  </a:lnTo>
                  <a:lnTo>
                    <a:pt x="42112" y="10705"/>
                  </a:lnTo>
                  <a:lnTo>
                    <a:pt x="41998" y="10283"/>
                  </a:lnTo>
                  <a:lnTo>
                    <a:pt x="42717" y="9872"/>
                  </a:lnTo>
                  <a:lnTo>
                    <a:pt x="42956" y="9484"/>
                  </a:lnTo>
                  <a:lnTo>
                    <a:pt x="42454" y="9118"/>
                  </a:lnTo>
                  <a:lnTo>
                    <a:pt x="41690" y="9004"/>
                  </a:lnTo>
                  <a:lnTo>
                    <a:pt x="40902" y="8947"/>
                  </a:lnTo>
                  <a:lnTo>
                    <a:pt x="40252" y="9792"/>
                  </a:lnTo>
                  <a:lnTo>
                    <a:pt x="39316" y="10442"/>
                  </a:lnTo>
                  <a:lnTo>
                    <a:pt x="38289" y="11013"/>
                  </a:lnTo>
                  <a:lnTo>
                    <a:pt x="38106" y="10488"/>
                  </a:lnTo>
                  <a:lnTo>
                    <a:pt x="38711" y="9917"/>
                  </a:lnTo>
                  <a:lnTo>
                    <a:pt x="38391" y="9415"/>
                  </a:lnTo>
                  <a:lnTo>
                    <a:pt x="37148" y="10020"/>
                  </a:lnTo>
                  <a:close/>
                  <a:moveTo>
                    <a:pt x="26991" y="6539"/>
                  </a:moveTo>
                  <a:lnTo>
                    <a:pt x="26591" y="6391"/>
                  </a:lnTo>
                  <a:lnTo>
                    <a:pt x="24583" y="6847"/>
                  </a:lnTo>
                  <a:lnTo>
                    <a:pt x="23852" y="7133"/>
                  </a:lnTo>
                  <a:lnTo>
                    <a:pt x="22745" y="7692"/>
                  </a:lnTo>
                  <a:lnTo>
                    <a:pt x="23510" y="7897"/>
                  </a:lnTo>
                  <a:lnTo>
                    <a:pt x="24400" y="7875"/>
                  </a:lnTo>
                  <a:lnTo>
                    <a:pt x="22757" y="8183"/>
                  </a:lnTo>
                  <a:lnTo>
                    <a:pt x="22757" y="8445"/>
                  </a:lnTo>
                  <a:lnTo>
                    <a:pt x="23556" y="8468"/>
                  </a:lnTo>
                  <a:lnTo>
                    <a:pt x="24834" y="8411"/>
                  </a:lnTo>
                  <a:lnTo>
                    <a:pt x="25770" y="8582"/>
                  </a:lnTo>
                  <a:lnTo>
                    <a:pt x="24879" y="8719"/>
                  </a:lnTo>
                  <a:lnTo>
                    <a:pt x="24092" y="8673"/>
                  </a:lnTo>
                  <a:lnTo>
                    <a:pt x="23088" y="8810"/>
                  </a:lnTo>
                  <a:lnTo>
                    <a:pt x="22608" y="8890"/>
                  </a:lnTo>
                  <a:lnTo>
                    <a:pt x="22700" y="9495"/>
                  </a:lnTo>
                  <a:lnTo>
                    <a:pt x="23293" y="9404"/>
                  </a:lnTo>
                  <a:lnTo>
                    <a:pt x="23887" y="9621"/>
                  </a:lnTo>
                  <a:lnTo>
                    <a:pt x="23841" y="9974"/>
                  </a:lnTo>
                  <a:lnTo>
                    <a:pt x="24948" y="9906"/>
                  </a:lnTo>
                  <a:lnTo>
                    <a:pt x="26546" y="9792"/>
                  </a:lnTo>
                  <a:lnTo>
                    <a:pt x="27892" y="9529"/>
                  </a:lnTo>
                  <a:lnTo>
                    <a:pt x="28600" y="9472"/>
                  </a:lnTo>
                  <a:lnTo>
                    <a:pt x="29422" y="9689"/>
                  </a:lnTo>
                  <a:lnTo>
                    <a:pt x="30380" y="9803"/>
                  </a:lnTo>
                  <a:lnTo>
                    <a:pt x="30814" y="9529"/>
                  </a:lnTo>
                  <a:lnTo>
                    <a:pt x="30722" y="9233"/>
                  </a:lnTo>
                  <a:lnTo>
                    <a:pt x="31715" y="9176"/>
                  </a:lnTo>
                  <a:lnTo>
                    <a:pt x="32092" y="8833"/>
                  </a:lnTo>
                  <a:lnTo>
                    <a:pt x="31373" y="8479"/>
                  </a:lnTo>
                  <a:lnTo>
                    <a:pt x="30768" y="8103"/>
                  </a:lnTo>
                  <a:lnTo>
                    <a:pt x="31111" y="7589"/>
                  </a:lnTo>
                  <a:lnTo>
                    <a:pt x="31499" y="6870"/>
                  </a:lnTo>
                  <a:lnTo>
                    <a:pt x="31190" y="6585"/>
                  </a:lnTo>
                  <a:lnTo>
                    <a:pt x="30757" y="6448"/>
                  </a:lnTo>
                  <a:lnTo>
                    <a:pt x="30163" y="6562"/>
                  </a:lnTo>
                  <a:lnTo>
                    <a:pt x="29764" y="7327"/>
                  </a:lnTo>
                  <a:lnTo>
                    <a:pt x="29148" y="7623"/>
                  </a:lnTo>
                  <a:lnTo>
                    <a:pt x="29467" y="6893"/>
                  </a:lnTo>
                  <a:lnTo>
                    <a:pt x="29216" y="6653"/>
                  </a:lnTo>
                  <a:lnTo>
                    <a:pt x="28178" y="7041"/>
                  </a:lnTo>
                  <a:lnTo>
                    <a:pt x="27812" y="6665"/>
                  </a:lnTo>
                  <a:lnTo>
                    <a:pt x="26329" y="6882"/>
                  </a:lnTo>
                  <a:close/>
                  <a:moveTo>
                    <a:pt x="32571" y="6323"/>
                  </a:moveTo>
                  <a:lnTo>
                    <a:pt x="32332" y="6163"/>
                  </a:lnTo>
                  <a:lnTo>
                    <a:pt x="31556" y="6197"/>
                  </a:lnTo>
                  <a:lnTo>
                    <a:pt x="31259" y="6300"/>
                  </a:lnTo>
                  <a:lnTo>
                    <a:pt x="31578" y="6813"/>
                  </a:lnTo>
                  <a:close/>
                  <a:moveTo>
                    <a:pt x="47932" y="6551"/>
                  </a:moveTo>
                  <a:lnTo>
                    <a:pt x="47304" y="6151"/>
                  </a:lnTo>
                  <a:lnTo>
                    <a:pt x="46106" y="6083"/>
                  </a:lnTo>
                  <a:lnTo>
                    <a:pt x="45809" y="6128"/>
                  </a:lnTo>
                  <a:lnTo>
                    <a:pt x="45570" y="6380"/>
                  </a:lnTo>
                  <a:lnTo>
                    <a:pt x="45855" y="6779"/>
                  </a:lnTo>
                  <a:lnTo>
                    <a:pt x="45981" y="6825"/>
                  </a:lnTo>
                  <a:lnTo>
                    <a:pt x="46665" y="6722"/>
                  </a:lnTo>
                  <a:lnTo>
                    <a:pt x="47247" y="6733"/>
                  </a:lnTo>
                  <a:lnTo>
                    <a:pt x="47841" y="6756"/>
                  </a:lnTo>
                  <a:close/>
                  <a:moveTo>
                    <a:pt x="42317" y="6505"/>
                  </a:moveTo>
                  <a:lnTo>
                    <a:pt x="43128" y="6049"/>
                  </a:lnTo>
                  <a:lnTo>
                    <a:pt x="41530" y="6243"/>
                  </a:lnTo>
                  <a:lnTo>
                    <a:pt x="40708" y="6539"/>
                  </a:lnTo>
                  <a:lnTo>
                    <a:pt x="39692" y="7190"/>
                  </a:lnTo>
                  <a:lnTo>
                    <a:pt x="39225" y="7932"/>
                  </a:lnTo>
                  <a:lnTo>
                    <a:pt x="40023" y="7954"/>
                  </a:lnTo>
                  <a:lnTo>
                    <a:pt x="39145" y="8274"/>
                  </a:lnTo>
                  <a:lnTo>
                    <a:pt x="39407" y="8548"/>
                  </a:lnTo>
                  <a:lnTo>
                    <a:pt x="40252" y="8662"/>
                  </a:lnTo>
                  <a:lnTo>
                    <a:pt x="41290" y="8879"/>
                  </a:lnTo>
                  <a:lnTo>
                    <a:pt x="43253" y="9050"/>
                  </a:lnTo>
                  <a:lnTo>
                    <a:pt x="44383" y="8959"/>
                  </a:lnTo>
                  <a:lnTo>
                    <a:pt x="44839" y="8730"/>
                  </a:lnTo>
                  <a:lnTo>
                    <a:pt x="45125" y="8993"/>
                  </a:lnTo>
                  <a:lnTo>
                    <a:pt x="45593" y="9039"/>
                  </a:lnTo>
                  <a:lnTo>
                    <a:pt x="45878" y="9507"/>
                  </a:lnTo>
                  <a:lnTo>
                    <a:pt x="45387" y="9701"/>
                  </a:lnTo>
                  <a:lnTo>
                    <a:pt x="46391" y="9963"/>
                  </a:lnTo>
                  <a:lnTo>
                    <a:pt x="47053" y="10328"/>
                  </a:lnTo>
                  <a:lnTo>
                    <a:pt x="47122" y="10602"/>
                  </a:lnTo>
                  <a:lnTo>
                    <a:pt x="47065" y="10944"/>
                  </a:lnTo>
                  <a:lnTo>
                    <a:pt x="45844" y="11720"/>
                  </a:lnTo>
                  <a:lnTo>
                    <a:pt x="45387" y="12097"/>
                  </a:lnTo>
                  <a:lnTo>
                    <a:pt x="45410" y="12382"/>
                  </a:lnTo>
                  <a:lnTo>
                    <a:pt x="44098" y="12485"/>
                  </a:lnTo>
                  <a:lnTo>
                    <a:pt x="42956" y="12496"/>
                  </a:lnTo>
                  <a:lnTo>
                    <a:pt x="42180" y="13101"/>
                  </a:lnTo>
                  <a:lnTo>
                    <a:pt x="42523" y="13375"/>
                  </a:lnTo>
                  <a:lnTo>
                    <a:pt x="44383" y="13238"/>
                  </a:lnTo>
                  <a:lnTo>
                    <a:pt x="44508" y="13010"/>
                  </a:lnTo>
                  <a:lnTo>
                    <a:pt x="45182" y="13398"/>
                  </a:lnTo>
                  <a:lnTo>
                    <a:pt x="45855" y="13809"/>
                  </a:lnTo>
                  <a:lnTo>
                    <a:pt x="45513" y="14037"/>
                  </a:lnTo>
                  <a:lnTo>
                    <a:pt x="46049" y="14437"/>
                  </a:lnTo>
                  <a:lnTo>
                    <a:pt x="47133" y="14916"/>
                  </a:lnTo>
                  <a:lnTo>
                    <a:pt x="48662" y="15235"/>
                  </a:lnTo>
                  <a:lnTo>
                    <a:pt x="48708" y="14950"/>
                  </a:lnTo>
                  <a:lnTo>
                    <a:pt x="48309" y="14459"/>
                  </a:lnTo>
                  <a:lnTo>
                    <a:pt x="47807" y="13752"/>
                  </a:lnTo>
                  <a:lnTo>
                    <a:pt x="49016" y="14414"/>
                  </a:lnTo>
                  <a:lnTo>
                    <a:pt x="49690" y="14631"/>
                  </a:lnTo>
                  <a:lnTo>
                    <a:pt x="50203" y="14037"/>
                  </a:lnTo>
                  <a:lnTo>
                    <a:pt x="50203" y="13238"/>
                  </a:lnTo>
                  <a:lnTo>
                    <a:pt x="50066" y="13033"/>
                  </a:lnTo>
                  <a:lnTo>
                    <a:pt x="49439" y="12668"/>
                  </a:lnTo>
                  <a:lnTo>
                    <a:pt x="49050" y="12200"/>
                  </a:lnTo>
                  <a:lnTo>
                    <a:pt x="49381" y="11743"/>
                  </a:lnTo>
                  <a:lnTo>
                    <a:pt x="50203" y="11641"/>
                  </a:lnTo>
                  <a:lnTo>
                    <a:pt x="50751" y="12417"/>
                  </a:lnTo>
                  <a:lnTo>
                    <a:pt x="51322" y="12759"/>
                  </a:lnTo>
                  <a:lnTo>
                    <a:pt x="52839" y="11835"/>
                  </a:lnTo>
                  <a:lnTo>
                    <a:pt x="53319" y="11275"/>
                  </a:lnTo>
                  <a:lnTo>
                    <a:pt x="52406" y="11230"/>
                  </a:lnTo>
                  <a:lnTo>
                    <a:pt x="51949" y="10499"/>
                  </a:lnTo>
                  <a:lnTo>
                    <a:pt x="51105" y="10328"/>
                  </a:lnTo>
                  <a:lnTo>
                    <a:pt x="49998" y="9837"/>
                  </a:lnTo>
                  <a:lnTo>
                    <a:pt x="51287" y="9472"/>
                  </a:lnTo>
                  <a:lnTo>
                    <a:pt x="51173" y="8765"/>
                  </a:lnTo>
                  <a:lnTo>
                    <a:pt x="50854" y="8468"/>
                  </a:lnTo>
                  <a:lnTo>
                    <a:pt x="49678" y="8160"/>
                  </a:lnTo>
                  <a:lnTo>
                    <a:pt x="49404" y="7692"/>
                  </a:lnTo>
                  <a:lnTo>
                    <a:pt x="48240" y="7863"/>
                  </a:lnTo>
                  <a:lnTo>
                    <a:pt x="48389" y="7532"/>
                  </a:lnTo>
                  <a:lnTo>
                    <a:pt x="47875" y="7178"/>
                  </a:lnTo>
                  <a:lnTo>
                    <a:pt x="46905" y="6813"/>
                  </a:lnTo>
                  <a:lnTo>
                    <a:pt x="46163" y="7110"/>
                  </a:lnTo>
                  <a:lnTo>
                    <a:pt x="44885" y="7327"/>
                  </a:lnTo>
                  <a:lnTo>
                    <a:pt x="45353" y="6836"/>
                  </a:lnTo>
                  <a:lnTo>
                    <a:pt x="45022" y="6083"/>
                  </a:lnTo>
                  <a:lnTo>
                    <a:pt x="43367" y="6380"/>
                  </a:lnTo>
                  <a:lnTo>
                    <a:pt x="42352" y="6962"/>
                  </a:lnTo>
                  <a:close/>
                  <a:moveTo>
                    <a:pt x="35185" y="6026"/>
                  </a:moveTo>
                  <a:lnTo>
                    <a:pt x="34169" y="6368"/>
                  </a:lnTo>
                  <a:lnTo>
                    <a:pt x="34295" y="6847"/>
                  </a:lnTo>
                  <a:lnTo>
                    <a:pt x="33245" y="6756"/>
                  </a:lnTo>
                  <a:lnTo>
                    <a:pt x="33005" y="6996"/>
                  </a:lnTo>
                  <a:lnTo>
                    <a:pt x="33827" y="7555"/>
                  </a:lnTo>
                  <a:lnTo>
                    <a:pt x="33952" y="7840"/>
                  </a:lnTo>
                  <a:lnTo>
                    <a:pt x="34443" y="7909"/>
                  </a:lnTo>
                  <a:lnTo>
                    <a:pt x="35641" y="7623"/>
                  </a:lnTo>
                  <a:lnTo>
                    <a:pt x="36360" y="6950"/>
                  </a:lnTo>
                  <a:lnTo>
                    <a:pt x="35824" y="6642"/>
                  </a:lnTo>
                  <a:lnTo>
                    <a:pt x="36680" y="6300"/>
                  </a:lnTo>
                  <a:lnTo>
                    <a:pt x="36748" y="6083"/>
                  </a:lnTo>
                  <a:lnTo>
                    <a:pt x="35675" y="6163"/>
                  </a:lnTo>
                  <a:close/>
                  <a:moveTo>
                    <a:pt x="38369" y="6790"/>
                  </a:moveTo>
                  <a:lnTo>
                    <a:pt x="39168" y="6653"/>
                  </a:lnTo>
                  <a:lnTo>
                    <a:pt x="40594" y="6014"/>
                  </a:lnTo>
                  <a:lnTo>
                    <a:pt x="39715" y="5843"/>
                  </a:lnTo>
                  <a:lnTo>
                    <a:pt x="38608" y="5809"/>
                  </a:lnTo>
                  <a:lnTo>
                    <a:pt x="37867" y="6014"/>
                  </a:lnTo>
                  <a:lnTo>
                    <a:pt x="37262" y="6311"/>
                  </a:lnTo>
                  <a:lnTo>
                    <a:pt x="36908" y="6676"/>
                  </a:lnTo>
                  <a:lnTo>
                    <a:pt x="36657" y="7327"/>
                  </a:lnTo>
                  <a:lnTo>
                    <a:pt x="37262" y="7350"/>
                  </a:lnTo>
                  <a:close/>
                  <a:moveTo>
                    <a:pt x="22004" y="7818"/>
                  </a:moveTo>
                  <a:lnTo>
                    <a:pt x="22369" y="7498"/>
                  </a:lnTo>
                  <a:lnTo>
                    <a:pt x="23670" y="6984"/>
                  </a:lnTo>
                  <a:lnTo>
                    <a:pt x="25644" y="6471"/>
                  </a:lnTo>
                  <a:lnTo>
                    <a:pt x="26557" y="6277"/>
                  </a:lnTo>
                  <a:lnTo>
                    <a:pt x="26329" y="5980"/>
                  </a:lnTo>
                  <a:lnTo>
                    <a:pt x="26055" y="5763"/>
                  </a:lnTo>
                  <a:lnTo>
                    <a:pt x="24708" y="5740"/>
                  </a:lnTo>
                  <a:lnTo>
                    <a:pt x="24126" y="5581"/>
                  </a:lnTo>
                  <a:lnTo>
                    <a:pt x="22129" y="5695"/>
                  </a:lnTo>
                  <a:lnTo>
                    <a:pt x="22083" y="6140"/>
                  </a:lnTo>
                  <a:lnTo>
                    <a:pt x="20999" y="6608"/>
                  </a:lnTo>
                  <a:lnTo>
                    <a:pt x="19949" y="7156"/>
                  </a:lnTo>
                  <a:lnTo>
                    <a:pt x="19333" y="7464"/>
                  </a:lnTo>
                  <a:lnTo>
                    <a:pt x="20178" y="7852"/>
                  </a:lnTo>
                  <a:lnTo>
                    <a:pt x="20086" y="8183"/>
                  </a:lnTo>
                  <a:close/>
                  <a:moveTo>
                    <a:pt x="39704" y="5216"/>
                  </a:moveTo>
                  <a:lnTo>
                    <a:pt x="39750" y="4987"/>
                  </a:lnTo>
                  <a:lnTo>
                    <a:pt x="39544" y="4736"/>
                  </a:lnTo>
                  <a:lnTo>
                    <a:pt x="38563" y="4930"/>
                  </a:lnTo>
                  <a:lnTo>
                    <a:pt x="37935" y="5238"/>
                  </a:lnTo>
                  <a:lnTo>
                    <a:pt x="38391" y="5421"/>
                  </a:lnTo>
                  <a:lnTo>
                    <a:pt x="39122" y="5478"/>
                  </a:lnTo>
                  <a:close/>
                  <a:moveTo>
                    <a:pt x="38460" y="3983"/>
                  </a:moveTo>
                  <a:lnTo>
                    <a:pt x="38300" y="4086"/>
                  </a:lnTo>
                  <a:lnTo>
                    <a:pt x="37615" y="4040"/>
                  </a:lnTo>
                  <a:lnTo>
                    <a:pt x="36531" y="4268"/>
                  </a:lnTo>
                  <a:lnTo>
                    <a:pt x="35995" y="4257"/>
                  </a:lnTo>
                  <a:lnTo>
                    <a:pt x="35379" y="4793"/>
                  </a:lnTo>
                  <a:lnTo>
                    <a:pt x="36326" y="4736"/>
                  </a:lnTo>
                  <a:lnTo>
                    <a:pt x="35835" y="5158"/>
                  </a:lnTo>
                  <a:lnTo>
                    <a:pt x="36292" y="5273"/>
                  </a:lnTo>
                  <a:lnTo>
                    <a:pt x="37262" y="5193"/>
                  </a:lnTo>
                  <a:lnTo>
                    <a:pt x="38095" y="4668"/>
                  </a:lnTo>
                  <a:lnTo>
                    <a:pt x="38494" y="4314"/>
                  </a:lnTo>
                  <a:close/>
                  <a:moveTo>
                    <a:pt x="32879" y="4337"/>
                  </a:moveTo>
                  <a:lnTo>
                    <a:pt x="33142" y="4017"/>
                  </a:lnTo>
                  <a:lnTo>
                    <a:pt x="32697" y="3937"/>
                  </a:lnTo>
                  <a:lnTo>
                    <a:pt x="31887" y="4188"/>
                  </a:lnTo>
                  <a:lnTo>
                    <a:pt x="31784" y="4850"/>
                  </a:lnTo>
                  <a:lnTo>
                    <a:pt x="30917" y="4793"/>
                  </a:lnTo>
                  <a:lnTo>
                    <a:pt x="30517" y="4382"/>
                  </a:lnTo>
                  <a:lnTo>
                    <a:pt x="29342" y="4154"/>
                  </a:lnTo>
                  <a:lnTo>
                    <a:pt x="28577" y="4360"/>
                  </a:lnTo>
                  <a:lnTo>
                    <a:pt x="26922" y="5044"/>
                  </a:lnTo>
                  <a:lnTo>
                    <a:pt x="27504" y="5158"/>
                  </a:lnTo>
                  <a:lnTo>
                    <a:pt x="30049" y="5079"/>
                  </a:lnTo>
                  <a:lnTo>
                    <a:pt x="28531" y="5398"/>
                  </a:lnTo>
                  <a:lnTo>
                    <a:pt x="28315" y="5626"/>
                  </a:lnTo>
                  <a:lnTo>
                    <a:pt x="29159" y="5615"/>
                  </a:lnTo>
                  <a:lnTo>
                    <a:pt x="30905" y="5295"/>
                  </a:lnTo>
                  <a:lnTo>
                    <a:pt x="32868" y="5181"/>
                  </a:lnTo>
                  <a:lnTo>
                    <a:pt x="33598" y="4850"/>
                  </a:lnTo>
                  <a:lnTo>
                    <a:pt x="33929" y="4508"/>
                  </a:lnTo>
                  <a:lnTo>
                    <a:pt x="33393" y="4485"/>
                  </a:lnTo>
                  <a:lnTo>
                    <a:pt x="32788" y="4599"/>
                  </a:lnTo>
                  <a:close/>
                  <a:moveTo>
                    <a:pt x="40754" y="3732"/>
                  </a:moveTo>
                  <a:lnTo>
                    <a:pt x="39750" y="3686"/>
                  </a:lnTo>
                  <a:lnTo>
                    <a:pt x="39202" y="3972"/>
                  </a:lnTo>
                  <a:lnTo>
                    <a:pt x="39578" y="4188"/>
                  </a:lnTo>
                  <a:lnTo>
                    <a:pt x="40571" y="4268"/>
                  </a:lnTo>
                  <a:lnTo>
                    <a:pt x="40777" y="4565"/>
                  </a:lnTo>
                  <a:lnTo>
                    <a:pt x="40457" y="4907"/>
                  </a:lnTo>
                  <a:lnTo>
                    <a:pt x="40240" y="5307"/>
                  </a:lnTo>
                  <a:lnTo>
                    <a:pt x="41461" y="5535"/>
                  </a:lnTo>
                  <a:lnTo>
                    <a:pt x="42237" y="5626"/>
                  </a:lnTo>
                  <a:lnTo>
                    <a:pt x="43379" y="5615"/>
                  </a:lnTo>
                  <a:lnTo>
                    <a:pt x="45045" y="5501"/>
                  </a:lnTo>
                  <a:lnTo>
                    <a:pt x="45650" y="5581"/>
                  </a:lnTo>
                  <a:lnTo>
                    <a:pt x="46608" y="5444"/>
                  </a:lnTo>
                  <a:lnTo>
                    <a:pt x="47110" y="5238"/>
                  </a:lnTo>
                  <a:lnTo>
                    <a:pt x="47247" y="4953"/>
                  </a:lnTo>
                  <a:lnTo>
                    <a:pt x="46928" y="4679"/>
                  </a:lnTo>
                  <a:lnTo>
                    <a:pt x="46095" y="4645"/>
                  </a:lnTo>
                  <a:lnTo>
                    <a:pt x="44954" y="4702"/>
                  </a:lnTo>
                  <a:lnTo>
                    <a:pt x="43961" y="4850"/>
                  </a:lnTo>
                  <a:lnTo>
                    <a:pt x="43230" y="4793"/>
                  </a:lnTo>
                  <a:lnTo>
                    <a:pt x="42546" y="4759"/>
                  </a:lnTo>
                  <a:lnTo>
                    <a:pt x="42374" y="4599"/>
                  </a:lnTo>
                  <a:lnTo>
                    <a:pt x="41929" y="4439"/>
                  </a:lnTo>
                  <a:lnTo>
                    <a:pt x="42329" y="4166"/>
                  </a:lnTo>
                  <a:lnTo>
                    <a:pt x="42135" y="3937"/>
                  </a:lnTo>
                  <a:lnTo>
                    <a:pt x="41085" y="3960"/>
                  </a:lnTo>
                  <a:close/>
                  <a:moveTo>
                    <a:pt x="30061" y="3355"/>
                  </a:moveTo>
                  <a:lnTo>
                    <a:pt x="29205" y="3458"/>
                  </a:lnTo>
                  <a:lnTo>
                    <a:pt x="28417" y="3447"/>
                  </a:lnTo>
                  <a:lnTo>
                    <a:pt x="26694" y="3880"/>
                  </a:lnTo>
                  <a:lnTo>
                    <a:pt x="25039" y="4417"/>
                  </a:lnTo>
                  <a:lnTo>
                    <a:pt x="25039" y="4417"/>
                  </a:lnTo>
                  <a:lnTo>
                    <a:pt x="25553" y="4554"/>
                  </a:lnTo>
                  <a:lnTo>
                    <a:pt x="26546" y="4451"/>
                  </a:lnTo>
                  <a:lnTo>
                    <a:pt x="27949" y="4154"/>
                  </a:lnTo>
                  <a:lnTo>
                    <a:pt x="28486" y="4109"/>
                  </a:lnTo>
                  <a:lnTo>
                    <a:pt x="29227" y="3880"/>
                  </a:lnTo>
                  <a:close/>
                  <a:moveTo>
                    <a:pt x="41541" y="3447"/>
                  </a:moveTo>
                  <a:lnTo>
                    <a:pt x="41690" y="3367"/>
                  </a:lnTo>
                  <a:lnTo>
                    <a:pt x="41473" y="3241"/>
                  </a:lnTo>
                  <a:lnTo>
                    <a:pt x="40446" y="3230"/>
                  </a:lnTo>
                  <a:lnTo>
                    <a:pt x="40354" y="3412"/>
                  </a:lnTo>
                  <a:lnTo>
                    <a:pt x="41267" y="3458"/>
                  </a:lnTo>
                  <a:close/>
                  <a:moveTo>
                    <a:pt x="33210" y="3333"/>
                  </a:moveTo>
                  <a:lnTo>
                    <a:pt x="33667" y="3127"/>
                  </a:lnTo>
                  <a:lnTo>
                    <a:pt x="33085" y="3013"/>
                  </a:lnTo>
                  <a:lnTo>
                    <a:pt x="32240" y="3081"/>
                  </a:lnTo>
                  <a:lnTo>
                    <a:pt x="31521" y="3298"/>
                  </a:lnTo>
                  <a:lnTo>
                    <a:pt x="31989" y="3515"/>
                  </a:lnTo>
                  <a:close/>
                  <a:moveTo>
                    <a:pt x="34329" y="2728"/>
                  </a:moveTo>
                  <a:lnTo>
                    <a:pt x="33861" y="2602"/>
                  </a:lnTo>
                  <a:lnTo>
                    <a:pt x="33621" y="2568"/>
                  </a:lnTo>
                  <a:lnTo>
                    <a:pt x="32811" y="2762"/>
                  </a:lnTo>
                  <a:lnTo>
                    <a:pt x="32674" y="2853"/>
                  </a:lnTo>
                  <a:lnTo>
                    <a:pt x="33530" y="2853"/>
                  </a:lnTo>
                  <a:close/>
                  <a:moveTo>
                    <a:pt x="40948" y="3081"/>
                  </a:moveTo>
                  <a:lnTo>
                    <a:pt x="41370" y="2842"/>
                  </a:lnTo>
                  <a:lnTo>
                    <a:pt x="41039" y="2614"/>
                  </a:lnTo>
                  <a:lnTo>
                    <a:pt x="40799" y="2568"/>
                  </a:lnTo>
                  <a:lnTo>
                    <a:pt x="40172" y="2556"/>
                  </a:lnTo>
                  <a:lnTo>
                    <a:pt x="39875" y="2819"/>
                  </a:lnTo>
                  <a:lnTo>
                    <a:pt x="39772" y="3070"/>
                  </a:lnTo>
                  <a:lnTo>
                    <a:pt x="40001" y="3230"/>
                  </a:lnTo>
                  <a:close/>
                  <a:moveTo>
                    <a:pt x="38985" y="2910"/>
                  </a:moveTo>
                  <a:lnTo>
                    <a:pt x="39008" y="2602"/>
                  </a:lnTo>
                  <a:lnTo>
                    <a:pt x="37946" y="2362"/>
                  </a:lnTo>
                  <a:lnTo>
                    <a:pt x="37079" y="2271"/>
                  </a:lnTo>
                  <a:lnTo>
                    <a:pt x="36782" y="2511"/>
                  </a:lnTo>
                  <a:lnTo>
                    <a:pt x="37182" y="2671"/>
                  </a:lnTo>
                  <a:lnTo>
                    <a:pt x="36417" y="2876"/>
                  </a:lnTo>
                  <a:lnTo>
                    <a:pt x="37524" y="2899"/>
                  </a:lnTo>
                  <a:lnTo>
                    <a:pt x="38095" y="3116"/>
                  </a:lnTo>
                  <a:lnTo>
                    <a:pt x="38837" y="3184"/>
                  </a:lnTo>
                  <a:close/>
                  <a:moveTo>
                    <a:pt x="46654" y="2043"/>
                  </a:moveTo>
                  <a:lnTo>
                    <a:pt x="46734" y="1644"/>
                  </a:lnTo>
                  <a:lnTo>
                    <a:pt x="46060" y="1529"/>
                  </a:lnTo>
                  <a:lnTo>
                    <a:pt x="45399" y="1404"/>
                  </a:lnTo>
                  <a:lnTo>
                    <a:pt x="45170" y="1084"/>
                  </a:lnTo>
                  <a:lnTo>
                    <a:pt x="43995" y="1119"/>
                  </a:lnTo>
                  <a:lnTo>
                    <a:pt x="44041" y="1244"/>
                  </a:lnTo>
                  <a:lnTo>
                    <a:pt x="43481" y="1290"/>
                  </a:lnTo>
                  <a:lnTo>
                    <a:pt x="42899" y="1472"/>
                  </a:lnTo>
                  <a:lnTo>
                    <a:pt x="42203" y="1746"/>
                  </a:lnTo>
                  <a:lnTo>
                    <a:pt x="42158" y="2020"/>
                  </a:lnTo>
                  <a:lnTo>
                    <a:pt x="42443" y="2226"/>
                  </a:lnTo>
                  <a:lnTo>
                    <a:pt x="43367" y="2226"/>
                  </a:lnTo>
                  <a:lnTo>
                    <a:pt x="42751" y="2397"/>
                  </a:lnTo>
                  <a:lnTo>
                    <a:pt x="42454" y="2625"/>
                  </a:lnTo>
                  <a:lnTo>
                    <a:pt x="42682" y="2899"/>
                  </a:lnTo>
                  <a:lnTo>
                    <a:pt x="43641" y="2990"/>
                  </a:lnTo>
                  <a:lnTo>
                    <a:pt x="44611" y="2933"/>
                  </a:lnTo>
                  <a:lnTo>
                    <a:pt x="46106" y="2442"/>
                  </a:lnTo>
                  <a:lnTo>
                    <a:pt x="47019" y="2260"/>
                  </a:lnTo>
                  <a:close/>
                  <a:moveTo>
                    <a:pt x="57849" y="80"/>
                  </a:moveTo>
                  <a:lnTo>
                    <a:pt x="56845" y="46"/>
                  </a:lnTo>
                  <a:lnTo>
                    <a:pt x="55864" y="0"/>
                  </a:lnTo>
                  <a:lnTo>
                    <a:pt x="54414" y="91"/>
                  </a:lnTo>
                  <a:lnTo>
                    <a:pt x="54209" y="34"/>
                  </a:lnTo>
                  <a:lnTo>
                    <a:pt x="52748" y="57"/>
                  </a:lnTo>
                  <a:lnTo>
                    <a:pt x="51835" y="114"/>
                  </a:lnTo>
                  <a:lnTo>
                    <a:pt x="51105" y="206"/>
                  </a:lnTo>
                  <a:lnTo>
                    <a:pt x="50386" y="491"/>
                  </a:lnTo>
                  <a:lnTo>
                    <a:pt x="50066" y="343"/>
                  </a:lnTo>
                  <a:lnTo>
                    <a:pt x="49507" y="320"/>
                  </a:lnTo>
                  <a:lnTo>
                    <a:pt x="48548" y="514"/>
                  </a:lnTo>
                  <a:lnTo>
                    <a:pt x="47498" y="605"/>
                  </a:lnTo>
                  <a:lnTo>
                    <a:pt x="46905" y="616"/>
                  </a:lnTo>
                  <a:lnTo>
                    <a:pt x="46049" y="731"/>
                  </a:lnTo>
                  <a:lnTo>
                    <a:pt x="45901" y="913"/>
                  </a:lnTo>
                  <a:lnTo>
                    <a:pt x="46254" y="1084"/>
                  </a:lnTo>
                  <a:lnTo>
                    <a:pt x="46369" y="1313"/>
                  </a:lnTo>
                  <a:lnTo>
                    <a:pt x="46996" y="1529"/>
                  </a:lnTo>
                  <a:lnTo>
                    <a:pt x="48765" y="1484"/>
                  </a:lnTo>
                  <a:lnTo>
                    <a:pt x="49792" y="1564"/>
                  </a:lnTo>
                  <a:lnTo>
                    <a:pt x="48765" y="1769"/>
                  </a:lnTo>
                  <a:lnTo>
                    <a:pt x="48446" y="1712"/>
                  </a:lnTo>
                  <a:lnTo>
                    <a:pt x="47122" y="1689"/>
                  </a:lnTo>
                  <a:lnTo>
                    <a:pt x="46962" y="1997"/>
                  </a:lnTo>
                  <a:lnTo>
                    <a:pt x="47396" y="2248"/>
                  </a:lnTo>
                  <a:lnTo>
                    <a:pt x="46996" y="2477"/>
                  </a:lnTo>
                  <a:lnTo>
                    <a:pt x="45924" y="2625"/>
                  </a:lnTo>
                  <a:lnTo>
                    <a:pt x="45227" y="2876"/>
                  </a:lnTo>
                  <a:lnTo>
                    <a:pt x="45912" y="3002"/>
                  </a:lnTo>
                  <a:lnTo>
                    <a:pt x="46152" y="3424"/>
                  </a:lnTo>
                  <a:lnTo>
                    <a:pt x="45079" y="3139"/>
                  </a:lnTo>
                  <a:lnTo>
                    <a:pt x="44725" y="3184"/>
                  </a:lnTo>
                  <a:lnTo>
                    <a:pt x="44440" y="3675"/>
                  </a:lnTo>
                  <a:lnTo>
                    <a:pt x="43299" y="3823"/>
                  </a:lnTo>
                  <a:lnTo>
                    <a:pt x="43013" y="4154"/>
                  </a:lnTo>
                  <a:lnTo>
                    <a:pt x="43972" y="4200"/>
                  </a:lnTo>
                  <a:lnTo>
                    <a:pt x="44668" y="4280"/>
                  </a:lnTo>
                  <a:lnTo>
                    <a:pt x="46334" y="4166"/>
                  </a:lnTo>
                  <a:lnTo>
                    <a:pt x="47533" y="4371"/>
                  </a:lnTo>
                  <a:lnTo>
                    <a:pt x="49336" y="3937"/>
                  </a:lnTo>
                  <a:lnTo>
                    <a:pt x="49473" y="3789"/>
                  </a:lnTo>
                  <a:lnTo>
                    <a:pt x="48560" y="3812"/>
                  </a:lnTo>
                  <a:lnTo>
                    <a:pt x="48640" y="3652"/>
                  </a:lnTo>
                  <a:lnTo>
                    <a:pt x="49564" y="3458"/>
                  </a:lnTo>
                  <a:lnTo>
                    <a:pt x="50078" y="3184"/>
                  </a:lnTo>
                  <a:lnTo>
                    <a:pt x="51048" y="3002"/>
                  </a:lnTo>
                  <a:lnTo>
                    <a:pt x="51755" y="2773"/>
                  </a:lnTo>
                  <a:lnTo>
                    <a:pt x="51641" y="2454"/>
                  </a:lnTo>
                  <a:lnTo>
                    <a:pt x="52120" y="2340"/>
                  </a:lnTo>
                  <a:lnTo>
                    <a:pt x="51504" y="2260"/>
                  </a:lnTo>
                  <a:lnTo>
                    <a:pt x="53090" y="2203"/>
                  </a:lnTo>
                  <a:lnTo>
                    <a:pt x="53547" y="2077"/>
                  </a:lnTo>
                  <a:lnTo>
                    <a:pt x="54665" y="1963"/>
                  </a:lnTo>
                  <a:lnTo>
                    <a:pt x="56001" y="1461"/>
                  </a:lnTo>
                  <a:lnTo>
                    <a:pt x="56971" y="1301"/>
                  </a:lnTo>
                  <a:lnTo>
                    <a:pt x="58431" y="947"/>
                  </a:lnTo>
                  <a:lnTo>
                    <a:pt x="57381" y="947"/>
                  </a:lnTo>
                  <a:lnTo>
                    <a:pt x="57941" y="822"/>
                  </a:lnTo>
                  <a:lnTo>
                    <a:pt x="59219" y="708"/>
                  </a:lnTo>
                  <a:lnTo>
                    <a:pt x="60600" y="479"/>
                  </a:lnTo>
                  <a:lnTo>
                    <a:pt x="60759" y="320"/>
                  </a:lnTo>
                  <a:lnTo>
                    <a:pt x="60018" y="171"/>
                  </a:lnTo>
                  <a:lnTo>
                    <a:pt x="59059" y="11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8926;p37">
              <a:extLst>
                <a:ext uri="{FF2B5EF4-FFF2-40B4-BE49-F238E27FC236}">
                  <a16:creationId xmlns:a16="http://schemas.microsoft.com/office/drawing/2014/main" xmlns="" id="{0A1FE91F-EDDA-49CB-8382-C0522035DB16}"/>
                </a:ext>
              </a:extLst>
            </p:cNvPr>
            <p:cNvSpPr/>
            <p:nvPr/>
          </p:nvSpPr>
          <p:spPr>
            <a:xfrm>
              <a:off x="3828675" y="2029950"/>
              <a:ext cx="78200" cy="45675"/>
            </a:xfrm>
            <a:custGeom>
              <a:avLst/>
              <a:gdLst/>
              <a:ahLst/>
              <a:cxnLst/>
              <a:rect l="l" t="t" r="r" b="b"/>
              <a:pathLst>
                <a:path w="3128" h="1827" extrusionOk="0">
                  <a:moveTo>
                    <a:pt x="2500" y="274"/>
                  </a:moveTo>
                  <a:lnTo>
                    <a:pt x="1724" y="0"/>
                  </a:lnTo>
                  <a:lnTo>
                    <a:pt x="1587" y="195"/>
                  </a:lnTo>
                  <a:lnTo>
                    <a:pt x="982" y="195"/>
                  </a:lnTo>
                  <a:lnTo>
                    <a:pt x="799" y="343"/>
                  </a:lnTo>
                  <a:lnTo>
                    <a:pt x="468" y="252"/>
                  </a:lnTo>
                  <a:lnTo>
                    <a:pt x="503" y="480"/>
                  </a:lnTo>
                  <a:lnTo>
                    <a:pt x="1" y="982"/>
                  </a:lnTo>
                  <a:lnTo>
                    <a:pt x="1" y="1381"/>
                  </a:lnTo>
                  <a:lnTo>
                    <a:pt x="343" y="1256"/>
                  </a:lnTo>
                  <a:lnTo>
                    <a:pt x="605" y="1644"/>
                  </a:lnTo>
                  <a:lnTo>
                    <a:pt x="913" y="1826"/>
                  </a:lnTo>
                  <a:lnTo>
                    <a:pt x="1256" y="1781"/>
                  </a:lnTo>
                  <a:lnTo>
                    <a:pt x="1644" y="1484"/>
                  </a:lnTo>
                  <a:lnTo>
                    <a:pt x="1769" y="1621"/>
                  </a:lnTo>
                  <a:lnTo>
                    <a:pt x="2112" y="1598"/>
                  </a:lnTo>
                  <a:lnTo>
                    <a:pt x="2237" y="1244"/>
                  </a:lnTo>
                  <a:lnTo>
                    <a:pt x="2785" y="1359"/>
                  </a:lnTo>
                  <a:lnTo>
                    <a:pt x="3082" y="1199"/>
                  </a:lnTo>
                  <a:lnTo>
                    <a:pt x="3127" y="845"/>
                  </a:lnTo>
                  <a:lnTo>
                    <a:pt x="2751" y="811"/>
                  </a:lnTo>
                  <a:lnTo>
                    <a:pt x="2431" y="651"/>
                  </a:lnTo>
                  <a:lnTo>
                    <a:pt x="2523" y="42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927;p37">
              <a:extLst>
                <a:ext uri="{FF2B5EF4-FFF2-40B4-BE49-F238E27FC236}">
                  <a16:creationId xmlns:a16="http://schemas.microsoft.com/office/drawing/2014/main" xmlns="" id="{84514A8F-C379-4E11-97D8-C715AD2BBB23}"/>
                </a:ext>
              </a:extLst>
            </p:cNvPr>
            <p:cNvSpPr/>
            <p:nvPr/>
          </p:nvSpPr>
          <p:spPr>
            <a:xfrm>
              <a:off x="2331975" y="3510975"/>
              <a:ext cx="267625" cy="852800"/>
            </a:xfrm>
            <a:custGeom>
              <a:avLst/>
              <a:gdLst/>
              <a:ahLst/>
              <a:cxnLst/>
              <a:rect l="l" t="t" r="r" b="b"/>
              <a:pathLst>
                <a:path w="10705" h="34112" extrusionOk="0">
                  <a:moveTo>
                    <a:pt x="8742" y="31555"/>
                  </a:moveTo>
                  <a:lnTo>
                    <a:pt x="8217" y="31452"/>
                  </a:lnTo>
                  <a:lnTo>
                    <a:pt x="7749" y="31817"/>
                  </a:lnTo>
                  <a:lnTo>
                    <a:pt x="7772" y="32399"/>
                  </a:lnTo>
                  <a:lnTo>
                    <a:pt x="7601" y="32799"/>
                  </a:lnTo>
                  <a:lnTo>
                    <a:pt x="6574" y="32479"/>
                  </a:lnTo>
                  <a:lnTo>
                    <a:pt x="5341" y="31909"/>
                  </a:lnTo>
                  <a:lnTo>
                    <a:pt x="4702" y="31726"/>
                  </a:lnTo>
                  <a:lnTo>
                    <a:pt x="6083" y="32696"/>
                  </a:lnTo>
                  <a:lnTo>
                    <a:pt x="6984" y="33152"/>
                  </a:lnTo>
                  <a:lnTo>
                    <a:pt x="8057" y="33643"/>
                  </a:lnTo>
                  <a:lnTo>
                    <a:pt x="8810" y="33769"/>
                  </a:lnTo>
                  <a:lnTo>
                    <a:pt x="9427" y="34020"/>
                  </a:lnTo>
                  <a:lnTo>
                    <a:pt x="9849" y="34088"/>
                  </a:lnTo>
                  <a:lnTo>
                    <a:pt x="10180" y="34111"/>
                  </a:lnTo>
                  <a:lnTo>
                    <a:pt x="10636" y="33849"/>
                  </a:lnTo>
                  <a:lnTo>
                    <a:pt x="10705" y="33506"/>
                  </a:lnTo>
                  <a:lnTo>
                    <a:pt x="10294" y="33483"/>
                  </a:lnTo>
                  <a:lnTo>
                    <a:pt x="9586" y="33483"/>
                  </a:lnTo>
                  <a:close/>
                  <a:moveTo>
                    <a:pt x="1997" y="3549"/>
                  </a:moveTo>
                  <a:lnTo>
                    <a:pt x="1472" y="2545"/>
                  </a:lnTo>
                  <a:lnTo>
                    <a:pt x="1621" y="1655"/>
                  </a:lnTo>
                  <a:lnTo>
                    <a:pt x="1164" y="1267"/>
                  </a:lnTo>
                  <a:lnTo>
                    <a:pt x="993" y="616"/>
                  </a:lnTo>
                  <a:lnTo>
                    <a:pt x="548" y="0"/>
                  </a:lnTo>
                  <a:lnTo>
                    <a:pt x="377" y="468"/>
                  </a:lnTo>
                  <a:lnTo>
                    <a:pt x="0" y="696"/>
                  </a:lnTo>
                  <a:lnTo>
                    <a:pt x="297" y="1986"/>
                  </a:lnTo>
                  <a:lnTo>
                    <a:pt x="514" y="3469"/>
                  </a:lnTo>
                  <a:lnTo>
                    <a:pt x="491" y="5489"/>
                  </a:lnTo>
                  <a:lnTo>
                    <a:pt x="491" y="7372"/>
                  </a:lnTo>
                  <a:lnTo>
                    <a:pt x="628" y="9130"/>
                  </a:lnTo>
                  <a:lnTo>
                    <a:pt x="354" y="10248"/>
                  </a:lnTo>
                  <a:lnTo>
                    <a:pt x="651" y="11355"/>
                  </a:lnTo>
                  <a:lnTo>
                    <a:pt x="582" y="12108"/>
                  </a:lnTo>
                  <a:lnTo>
                    <a:pt x="1039" y="13466"/>
                  </a:lnTo>
                  <a:lnTo>
                    <a:pt x="1027" y="14825"/>
                  </a:lnTo>
                  <a:lnTo>
                    <a:pt x="856" y="16274"/>
                  </a:lnTo>
                  <a:lnTo>
                    <a:pt x="765" y="17769"/>
                  </a:lnTo>
                  <a:lnTo>
                    <a:pt x="468" y="17803"/>
                  </a:lnTo>
                  <a:lnTo>
                    <a:pt x="810" y="18842"/>
                  </a:lnTo>
                  <a:lnTo>
                    <a:pt x="1278" y="19743"/>
                  </a:lnTo>
                  <a:lnTo>
                    <a:pt x="1119" y="20359"/>
                  </a:lnTo>
                  <a:lnTo>
                    <a:pt x="1392" y="22014"/>
                  </a:lnTo>
                  <a:lnTo>
                    <a:pt x="1609" y="23270"/>
                  </a:lnTo>
                  <a:lnTo>
                    <a:pt x="2111" y="23395"/>
                  </a:lnTo>
                  <a:lnTo>
                    <a:pt x="1952" y="22299"/>
                  </a:lnTo>
                  <a:lnTo>
                    <a:pt x="2522" y="22528"/>
                  </a:lnTo>
                  <a:lnTo>
                    <a:pt x="2773" y="24331"/>
                  </a:lnTo>
                  <a:lnTo>
                    <a:pt x="1860" y="24034"/>
                  </a:lnTo>
                  <a:lnTo>
                    <a:pt x="2146" y="25495"/>
                  </a:lnTo>
                  <a:lnTo>
                    <a:pt x="1769" y="26271"/>
                  </a:lnTo>
                  <a:lnTo>
                    <a:pt x="2933" y="26533"/>
                  </a:lnTo>
                  <a:lnTo>
                    <a:pt x="2454" y="27218"/>
                  </a:lnTo>
                  <a:lnTo>
                    <a:pt x="2477" y="28074"/>
                  </a:lnTo>
                  <a:lnTo>
                    <a:pt x="3196" y="29580"/>
                  </a:lnTo>
                  <a:lnTo>
                    <a:pt x="3789" y="30174"/>
                  </a:lnTo>
                  <a:lnTo>
                    <a:pt x="3823" y="30687"/>
                  </a:lnTo>
                  <a:lnTo>
                    <a:pt x="4291" y="31224"/>
                  </a:lnTo>
                  <a:lnTo>
                    <a:pt x="5364" y="31726"/>
                  </a:lnTo>
                  <a:lnTo>
                    <a:pt x="5364" y="31726"/>
                  </a:lnTo>
                  <a:lnTo>
                    <a:pt x="6414" y="32319"/>
                  </a:lnTo>
                  <a:lnTo>
                    <a:pt x="7304" y="32605"/>
                  </a:lnTo>
                  <a:lnTo>
                    <a:pt x="7589" y="32593"/>
                  </a:lnTo>
                  <a:lnTo>
                    <a:pt x="7327" y="31783"/>
                  </a:lnTo>
                  <a:lnTo>
                    <a:pt x="7817" y="31463"/>
                  </a:lnTo>
                  <a:lnTo>
                    <a:pt x="8057" y="31258"/>
                  </a:lnTo>
                  <a:lnTo>
                    <a:pt x="8651" y="31258"/>
                  </a:lnTo>
                  <a:lnTo>
                    <a:pt x="7966" y="31121"/>
                  </a:lnTo>
                  <a:lnTo>
                    <a:pt x="6254" y="31007"/>
                  </a:lnTo>
                  <a:lnTo>
                    <a:pt x="5763" y="30493"/>
                  </a:lnTo>
                  <a:lnTo>
                    <a:pt x="5501" y="29843"/>
                  </a:lnTo>
                  <a:lnTo>
                    <a:pt x="5056" y="29900"/>
                  </a:lnTo>
                  <a:lnTo>
                    <a:pt x="4691" y="29580"/>
                  </a:lnTo>
                  <a:lnTo>
                    <a:pt x="4245" y="28645"/>
                  </a:lnTo>
                  <a:lnTo>
                    <a:pt x="4633" y="28257"/>
                  </a:lnTo>
                  <a:lnTo>
                    <a:pt x="4645" y="27697"/>
                  </a:lnTo>
                  <a:lnTo>
                    <a:pt x="4394" y="27241"/>
                  </a:lnTo>
                  <a:lnTo>
                    <a:pt x="4497" y="26488"/>
                  </a:lnTo>
                  <a:lnTo>
                    <a:pt x="4337" y="25324"/>
                  </a:lnTo>
                  <a:lnTo>
                    <a:pt x="4074" y="24787"/>
                  </a:lnTo>
                  <a:lnTo>
                    <a:pt x="4337" y="24639"/>
                  </a:lnTo>
                  <a:lnTo>
                    <a:pt x="4154" y="24308"/>
                  </a:lnTo>
                  <a:lnTo>
                    <a:pt x="3755" y="24125"/>
                  </a:lnTo>
                  <a:lnTo>
                    <a:pt x="3869" y="23749"/>
                  </a:lnTo>
                  <a:lnTo>
                    <a:pt x="3424" y="23418"/>
                  </a:lnTo>
                  <a:lnTo>
                    <a:pt x="2910" y="22414"/>
                  </a:lnTo>
                  <a:lnTo>
                    <a:pt x="3138" y="22242"/>
                  </a:lnTo>
                  <a:lnTo>
                    <a:pt x="2671" y="21158"/>
                  </a:lnTo>
                  <a:lnTo>
                    <a:pt x="2568" y="20245"/>
                  </a:lnTo>
                  <a:lnTo>
                    <a:pt x="2522" y="19424"/>
                  </a:lnTo>
                  <a:lnTo>
                    <a:pt x="2876" y="19081"/>
                  </a:lnTo>
                  <a:lnTo>
                    <a:pt x="2408" y="18191"/>
                  </a:lnTo>
                  <a:lnTo>
                    <a:pt x="2191" y="17347"/>
                  </a:lnTo>
                  <a:lnTo>
                    <a:pt x="2614" y="16730"/>
                  </a:lnTo>
                  <a:lnTo>
                    <a:pt x="2408" y="15966"/>
                  </a:lnTo>
                  <a:lnTo>
                    <a:pt x="2636" y="15076"/>
                  </a:lnTo>
                  <a:lnTo>
                    <a:pt x="2454" y="14231"/>
                  </a:lnTo>
                  <a:lnTo>
                    <a:pt x="2225" y="14060"/>
                  </a:lnTo>
                  <a:lnTo>
                    <a:pt x="1529" y="12508"/>
                  </a:lnTo>
                  <a:lnTo>
                    <a:pt x="1826" y="11583"/>
                  </a:lnTo>
                  <a:lnTo>
                    <a:pt x="1586" y="10693"/>
                  </a:lnTo>
                  <a:lnTo>
                    <a:pt x="1712" y="9872"/>
                  </a:lnTo>
                  <a:lnTo>
                    <a:pt x="2077" y="9027"/>
                  </a:lnTo>
                  <a:lnTo>
                    <a:pt x="2534" y="8457"/>
                  </a:lnTo>
                  <a:lnTo>
                    <a:pt x="2248" y="8103"/>
                  </a:lnTo>
                  <a:lnTo>
                    <a:pt x="2385" y="7817"/>
                  </a:lnTo>
                  <a:lnTo>
                    <a:pt x="2157" y="6300"/>
                  </a:lnTo>
                  <a:lnTo>
                    <a:pt x="2956" y="5843"/>
                  </a:lnTo>
                  <a:lnTo>
                    <a:pt x="3104" y="4907"/>
                  </a:lnTo>
                  <a:lnTo>
                    <a:pt x="2979" y="4679"/>
                  </a:lnTo>
                  <a:lnTo>
                    <a:pt x="2442" y="480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928;p37">
              <a:extLst>
                <a:ext uri="{FF2B5EF4-FFF2-40B4-BE49-F238E27FC236}">
                  <a16:creationId xmlns:a16="http://schemas.microsoft.com/office/drawing/2014/main" xmlns="" id="{76E81748-F9E8-4795-928A-E2A369CE9164}"/>
                </a:ext>
              </a:extLst>
            </p:cNvPr>
            <p:cNvSpPr/>
            <p:nvPr/>
          </p:nvSpPr>
          <p:spPr>
            <a:xfrm>
              <a:off x="5085725" y="1906425"/>
              <a:ext cx="1024275" cy="792875"/>
            </a:xfrm>
            <a:custGeom>
              <a:avLst/>
              <a:gdLst/>
              <a:ahLst/>
              <a:cxnLst/>
              <a:rect l="l" t="t" r="r" b="b"/>
              <a:pathLst>
                <a:path w="40971" h="31715" extrusionOk="0">
                  <a:moveTo>
                    <a:pt x="32514" y="31269"/>
                  </a:moveTo>
                  <a:lnTo>
                    <a:pt x="32605" y="30756"/>
                  </a:lnTo>
                  <a:lnTo>
                    <a:pt x="32891" y="30356"/>
                  </a:lnTo>
                  <a:lnTo>
                    <a:pt x="32662" y="30003"/>
                  </a:lnTo>
                  <a:lnTo>
                    <a:pt x="32206" y="29991"/>
                  </a:lnTo>
                  <a:lnTo>
                    <a:pt x="31373" y="30242"/>
                  </a:lnTo>
                  <a:lnTo>
                    <a:pt x="31065" y="30642"/>
                  </a:lnTo>
                  <a:lnTo>
                    <a:pt x="31202" y="31429"/>
                  </a:lnTo>
                  <a:lnTo>
                    <a:pt x="31898" y="31714"/>
                  </a:lnTo>
                  <a:close/>
                  <a:moveTo>
                    <a:pt x="34397" y="3241"/>
                  </a:moveTo>
                  <a:lnTo>
                    <a:pt x="33530" y="2374"/>
                  </a:lnTo>
                  <a:lnTo>
                    <a:pt x="32902" y="1849"/>
                  </a:lnTo>
                  <a:lnTo>
                    <a:pt x="32354" y="1461"/>
                  </a:lnTo>
                  <a:lnTo>
                    <a:pt x="31259" y="593"/>
                  </a:lnTo>
                  <a:lnTo>
                    <a:pt x="30414" y="263"/>
                  </a:lnTo>
                  <a:lnTo>
                    <a:pt x="29204" y="0"/>
                  </a:lnTo>
                  <a:lnTo>
                    <a:pt x="28326" y="34"/>
                  </a:lnTo>
                  <a:lnTo>
                    <a:pt x="27595" y="194"/>
                  </a:lnTo>
                  <a:lnTo>
                    <a:pt x="27356" y="616"/>
                  </a:lnTo>
                  <a:lnTo>
                    <a:pt x="27881" y="833"/>
                  </a:lnTo>
                  <a:lnTo>
                    <a:pt x="28234" y="1301"/>
                  </a:lnTo>
                  <a:lnTo>
                    <a:pt x="28063" y="1586"/>
                  </a:lnTo>
                  <a:lnTo>
                    <a:pt x="28075" y="2511"/>
                  </a:lnTo>
                  <a:lnTo>
                    <a:pt x="28349" y="2899"/>
                  </a:lnTo>
                  <a:lnTo>
                    <a:pt x="27721" y="3458"/>
                  </a:lnTo>
                  <a:lnTo>
                    <a:pt x="26682" y="3127"/>
                  </a:lnTo>
                  <a:lnTo>
                    <a:pt x="26762" y="3789"/>
                  </a:lnTo>
                  <a:lnTo>
                    <a:pt x="26808" y="4668"/>
                  </a:lnTo>
                  <a:lnTo>
                    <a:pt x="27196" y="5044"/>
                  </a:lnTo>
                  <a:lnTo>
                    <a:pt x="27538" y="4930"/>
                  </a:lnTo>
                  <a:lnTo>
                    <a:pt x="28303" y="5067"/>
                  </a:lnTo>
                  <a:lnTo>
                    <a:pt x="28668" y="4736"/>
                  </a:lnTo>
                  <a:lnTo>
                    <a:pt x="29387" y="5021"/>
                  </a:lnTo>
                  <a:lnTo>
                    <a:pt x="30414" y="5638"/>
                  </a:lnTo>
                  <a:lnTo>
                    <a:pt x="30517" y="5957"/>
                  </a:lnTo>
                  <a:lnTo>
                    <a:pt x="29901" y="5854"/>
                  </a:lnTo>
                  <a:lnTo>
                    <a:pt x="28931" y="5969"/>
                  </a:lnTo>
                  <a:lnTo>
                    <a:pt x="28588" y="6220"/>
                  </a:lnTo>
                  <a:lnTo>
                    <a:pt x="28394" y="6813"/>
                  </a:lnTo>
                  <a:lnTo>
                    <a:pt x="27493" y="7155"/>
                  </a:lnTo>
                  <a:lnTo>
                    <a:pt x="27048" y="7623"/>
                  </a:lnTo>
                  <a:lnTo>
                    <a:pt x="26214" y="7441"/>
                  </a:lnTo>
                  <a:lnTo>
                    <a:pt x="25758" y="7361"/>
                  </a:lnTo>
                  <a:lnTo>
                    <a:pt x="25701" y="7931"/>
                  </a:lnTo>
                  <a:lnTo>
                    <a:pt x="26112" y="8262"/>
                  </a:lnTo>
                  <a:lnTo>
                    <a:pt x="26386" y="8559"/>
                  </a:lnTo>
                  <a:lnTo>
                    <a:pt x="26020" y="8844"/>
                  </a:lnTo>
                  <a:lnTo>
                    <a:pt x="25758" y="9324"/>
                  </a:lnTo>
                  <a:lnTo>
                    <a:pt x="25050" y="9632"/>
                  </a:lnTo>
                  <a:lnTo>
                    <a:pt x="23989" y="9666"/>
                  </a:lnTo>
                  <a:lnTo>
                    <a:pt x="22951" y="9974"/>
                  </a:lnTo>
                  <a:lnTo>
                    <a:pt x="22323" y="10442"/>
                  </a:lnTo>
                  <a:lnTo>
                    <a:pt x="21866" y="10157"/>
                  </a:lnTo>
                  <a:lnTo>
                    <a:pt x="20988" y="10180"/>
                  </a:lnTo>
                  <a:lnTo>
                    <a:pt x="19664" y="9632"/>
                  </a:lnTo>
                  <a:lnTo>
                    <a:pt x="18876" y="9506"/>
                  </a:lnTo>
                  <a:lnTo>
                    <a:pt x="17963" y="9620"/>
                  </a:lnTo>
                  <a:lnTo>
                    <a:pt x="16366" y="9438"/>
                  </a:lnTo>
                  <a:lnTo>
                    <a:pt x="15578" y="9449"/>
                  </a:lnTo>
                  <a:lnTo>
                    <a:pt x="14905" y="8936"/>
                  </a:lnTo>
                  <a:lnTo>
                    <a:pt x="14209" y="8125"/>
                  </a:lnTo>
                  <a:lnTo>
                    <a:pt x="13730" y="8023"/>
                  </a:lnTo>
                  <a:lnTo>
                    <a:pt x="12600" y="7475"/>
                  </a:lnTo>
                  <a:lnTo>
                    <a:pt x="11573" y="7349"/>
                  </a:lnTo>
                  <a:lnTo>
                    <a:pt x="10660" y="7213"/>
                  </a:lnTo>
                  <a:lnTo>
                    <a:pt x="10226" y="6825"/>
                  </a:lnTo>
                  <a:lnTo>
                    <a:pt x="10043" y="5786"/>
                  </a:lnTo>
                  <a:lnTo>
                    <a:pt x="9222" y="5067"/>
                  </a:lnTo>
                  <a:lnTo>
                    <a:pt x="8058" y="4736"/>
                  </a:lnTo>
                  <a:lnTo>
                    <a:pt x="7247" y="4268"/>
                  </a:lnTo>
                  <a:lnTo>
                    <a:pt x="6779" y="3641"/>
                  </a:lnTo>
                  <a:lnTo>
                    <a:pt x="6540" y="3709"/>
                  </a:lnTo>
                  <a:lnTo>
                    <a:pt x="6277" y="4314"/>
                  </a:lnTo>
                  <a:lnTo>
                    <a:pt x="5741" y="4394"/>
                  </a:lnTo>
                  <a:lnTo>
                    <a:pt x="6095" y="5284"/>
                  </a:lnTo>
                  <a:lnTo>
                    <a:pt x="5867" y="5683"/>
                  </a:lnTo>
                  <a:lnTo>
                    <a:pt x="4337" y="5398"/>
                  </a:lnTo>
                  <a:lnTo>
                    <a:pt x="4486" y="6984"/>
                  </a:lnTo>
                  <a:lnTo>
                    <a:pt x="4200" y="7178"/>
                  </a:lnTo>
                  <a:lnTo>
                    <a:pt x="2911" y="7521"/>
                  </a:lnTo>
                  <a:lnTo>
                    <a:pt x="4155" y="9050"/>
                  </a:lnTo>
                  <a:lnTo>
                    <a:pt x="3744" y="9278"/>
                  </a:lnTo>
                  <a:lnTo>
                    <a:pt x="3984" y="9780"/>
                  </a:lnTo>
                  <a:lnTo>
                    <a:pt x="3949" y="9974"/>
                  </a:lnTo>
                  <a:lnTo>
                    <a:pt x="2979" y="10465"/>
                  </a:lnTo>
                  <a:lnTo>
                    <a:pt x="2842" y="10807"/>
                  </a:lnTo>
                  <a:lnTo>
                    <a:pt x="1929" y="10921"/>
                  </a:lnTo>
                  <a:lnTo>
                    <a:pt x="1838" y="11492"/>
                  </a:lnTo>
                  <a:lnTo>
                    <a:pt x="1028" y="11355"/>
                  </a:lnTo>
                  <a:lnTo>
                    <a:pt x="571" y="11526"/>
                  </a:lnTo>
                  <a:lnTo>
                    <a:pt x="1" y="11960"/>
                  </a:lnTo>
                  <a:lnTo>
                    <a:pt x="160" y="12177"/>
                  </a:lnTo>
                  <a:lnTo>
                    <a:pt x="12" y="12382"/>
                  </a:lnTo>
                  <a:lnTo>
                    <a:pt x="446" y="13227"/>
                  </a:lnTo>
                  <a:lnTo>
                    <a:pt x="674" y="13147"/>
                  </a:lnTo>
                  <a:lnTo>
                    <a:pt x="1176" y="13341"/>
                  </a:lnTo>
                  <a:lnTo>
                    <a:pt x="1256" y="13695"/>
                  </a:lnTo>
                  <a:lnTo>
                    <a:pt x="1518" y="14231"/>
                  </a:lnTo>
                  <a:lnTo>
                    <a:pt x="1712" y="14493"/>
                  </a:lnTo>
                  <a:lnTo>
                    <a:pt x="2386" y="14927"/>
                  </a:lnTo>
                  <a:lnTo>
                    <a:pt x="2797" y="15635"/>
                  </a:lnTo>
                  <a:lnTo>
                    <a:pt x="4143" y="16011"/>
                  </a:lnTo>
                  <a:lnTo>
                    <a:pt x="5227" y="17084"/>
                  </a:lnTo>
                  <a:lnTo>
                    <a:pt x="5342" y="17826"/>
                  </a:lnTo>
                  <a:lnTo>
                    <a:pt x="5764" y="18294"/>
                  </a:lnTo>
                  <a:lnTo>
                    <a:pt x="5855" y="18762"/>
                  </a:lnTo>
                  <a:lnTo>
                    <a:pt x="5262" y="18636"/>
                  </a:lnTo>
                  <a:lnTo>
                    <a:pt x="5718" y="19629"/>
                  </a:lnTo>
                  <a:lnTo>
                    <a:pt x="6608" y="20200"/>
                  </a:lnTo>
                  <a:lnTo>
                    <a:pt x="7818" y="20827"/>
                  </a:lnTo>
                  <a:lnTo>
                    <a:pt x="8092" y="20622"/>
                  </a:lnTo>
                  <a:lnTo>
                    <a:pt x="8765" y="20907"/>
                  </a:lnTo>
                  <a:lnTo>
                    <a:pt x="9678" y="21489"/>
                  </a:lnTo>
                  <a:lnTo>
                    <a:pt x="10135" y="21615"/>
                  </a:lnTo>
                  <a:lnTo>
                    <a:pt x="10488" y="22060"/>
                  </a:lnTo>
                  <a:lnTo>
                    <a:pt x="11128" y="22231"/>
                  </a:lnTo>
                  <a:lnTo>
                    <a:pt x="11847" y="22630"/>
                  </a:lnTo>
                  <a:lnTo>
                    <a:pt x="12759" y="22847"/>
                  </a:lnTo>
                  <a:lnTo>
                    <a:pt x="13684" y="22927"/>
                  </a:lnTo>
                  <a:lnTo>
                    <a:pt x="14106" y="22733"/>
                  </a:lnTo>
                  <a:lnTo>
                    <a:pt x="14323" y="23452"/>
                  </a:lnTo>
                  <a:lnTo>
                    <a:pt x="14700" y="22767"/>
                  </a:lnTo>
                  <a:lnTo>
                    <a:pt x="15065" y="22539"/>
                  </a:lnTo>
                  <a:lnTo>
                    <a:pt x="15670" y="22756"/>
                  </a:lnTo>
                  <a:lnTo>
                    <a:pt x="16080" y="22767"/>
                  </a:lnTo>
                  <a:lnTo>
                    <a:pt x="16468" y="23030"/>
                  </a:lnTo>
                  <a:lnTo>
                    <a:pt x="17062" y="22916"/>
                  </a:lnTo>
                  <a:lnTo>
                    <a:pt x="17621" y="22231"/>
                  </a:lnTo>
                  <a:lnTo>
                    <a:pt x="18374" y="21660"/>
                  </a:lnTo>
                  <a:lnTo>
                    <a:pt x="19070" y="21877"/>
                  </a:lnTo>
                  <a:lnTo>
                    <a:pt x="19527" y="21501"/>
                  </a:lnTo>
                  <a:lnTo>
                    <a:pt x="20029" y="22060"/>
                  </a:lnTo>
                  <a:lnTo>
                    <a:pt x="19858" y="22448"/>
                  </a:lnTo>
                  <a:lnTo>
                    <a:pt x="20725" y="22573"/>
                  </a:lnTo>
                  <a:lnTo>
                    <a:pt x="21159" y="22516"/>
                  </a:lnTo>
                  <a:lnTo>
                    <a:pt x="21547" y="23041"/>
                  </a:lnTo>
                  <a:lnTo>
                    <a:pt x="21923" y="23258"/>
                  </a:lnTo>
                  <a:lnTo>
                    <a:pt x="22117" y="23954"/>
                  </a:lnTo>
                  <a:lnTo>
                    <a:pt x="22232" y="24707"/>
                  </a:lnTo>
                  <a:lnTo>
                    <a:pt x="21638" y="25472"/>
                  </a:lnTo>
                  <a:lnTo>
                    <a:pt x="21741" y="26533"/>
                  </a:lnTo>
                  <a:lnTo>
                    <a:pt x="22540" y="26396"/>
                  </a:lnTo>
                  <a:lnTo>
                    <a:pt x="22871" y="27218"/>
                  </a:lnTo>
                  <a:lnTo>
                    <a:pt x="23396" y="27412"/>
                  </a:lnTo>
                  <a:lnTo>
                    <a:pt x="23282" y="28154"/>
                  </a:lnTo>
                  <a:lnTo>
                    <a:pt x="23921" y="28496"/>
                  </a:lnTo>
                  <a:lnTo>
                    <a:pt x="24286" y="28667"/>
                  </a:lnTo>
                  <a:lnTo>
                    <a:pt x="24822" y="28405"/>
                  </a:lnTo>
                  <a:lnTo>
                    <a:pt x="24913" y="28782"/>
                  </a:lnTo>
                  <a:lnTo>
                    <a:pt x="25005" y="28987"/>
                  </a:lnTo>
                  <a:lnTo>
                    <a:pt x="25427" y="29010"/>
                  </a:lnTo>
                  <a:lnTo>
                    <a:pt x="25153" y="27983"/>
                  </a:lnTo>
                  <a:lnTo>
                    <a:pt x="25541" y="27834"/>
                  </a:lnTo>
                  <a:lnTo>
                    <a:pt x="25918" y="27617"/>
                  </a:lnTo>
                  <a:lnTo>
                    <a:pt x="26534" y="27617"/>
                  </a:lnTo>
                  <a:lnTo>
                    <a:pt x="27287" y="27526"/>
                  </a:lnTo>
                  <a:lnTo>
                    <a:pt x="27881" y="27035"/>
                  </a:lnTo>
                  <a:lnTo>
                    <a:pt x="28303" y="27378"/>
                  </a:lnTo>
                  <a:lnTo>
                    <a:pt x="29045" y="27538"/>
                  </a:lnTo>
                  <a:lnTo>
                    <a:pt x="29022" y="28063"/>
                  </a:lnTo>
                  <a:lnTo>
                    <a:pt x="29444" y="28439"/>
                  </a:lnTo>
                  <a:lnTo>
                    <a:pt x="30289" y="28667"/>
                  </a:lnTo>
                  <a:lnTo>
                    <a:pt x="30631" y="28519"/>
                  </a:lnTo>
                  <a:lnTo>
                    <a:pt x="31727" y="28804"/>
                  </a:lnTo>
                  <a:lnTo>
                    <a:pt x="31601" y="29158"/>
                  </a:lnTo>
                  <a:lnTo>
                    <a:pt x="31909" y="29820"/>
                  </a:lnTo>
                  <a:lnTo>
                    <a:pt x="32343" y="29763"/>
                  </a:lnTo>
                  <a:lnTo>
                    <a:pt x="32457" y="28804"/>
                  </a:lnTo>
                  <a:lnTo>
                    <a:pt x="33256" y="28679"/>
                  </a:lnTo>
                  <a:lnTo>
                    <a:pt x="34283" y="28222"/>
                  </a:lnTo>
                  <a:lnTo>
                    <a:pt x="34637" y="27766"/>
                  </a:lnTo>
                  <a:lnTo>
                    <a:pt x="34968" y="28063"/>
                  </a:lnTo>
                  <a:lnTo>
                    <a:pt x="35367" y="27652"/>
                  </a:lnTo>
                  <a:lnTo>
                    <a:pt x="36234" y="27549"/>
                  </a:lnTo>
                  <a:lnTo>
                    <a:pt x="37182" y="26796"/>
                  </a:lnTo>
                  <a:lnTo>
                    <a:pt x="38072" y="25951"/>
                  </a:lnTo>
                  <a:lnTo>
                    <a:pt x="38551" y="24867"/>
                  </a:lnTo>
                  <a:lnTo>
                    <a:pt x="38871" y="23669"/>
                  </a:lnTo>
                  <a:lnTo>
                    <a:pt x="39179" y="22687"/>
                  </a:lnTo>
                  <a:lnTo>
                    <a:pt x="39578" y="22619"/>
                  </a:lnTo>
                  <a:lnTo>
                    <a:pt x="39555" y="21889"/>
                  </a:lnTo>
                  <a:lnTo>
                    <a:pt x="39441" y="21158"/>
                  </a:lnTo>
                  <a:lnTo>
                    <a:pt x="38905" y="20873"/>
                  </a:lnTo>
                  <a:lnTo>
                    <a:pt x="38551" y="20394"/>
                  </a:lnTo>
                  <a:lnTo>
                    <a:pt x="38950" y="20143"/>
                  </a:lnTo>
                  <a:lnTo>
                    <a:pt x="38722" y="19481"/>
                  </a:lnTo>
                  <a:lnTo>
                    <a:pt x="37946" y="18773"/>
                  </a:lnTo>
                  <a:lnTo>
                    <a:pt x="37182" y="17951"/>
                  </a:lnTo>
                  <a:lnTo>
                    <a:pt x="36520" y="17050"/>
                  </a:lnTo>
                  <a:lnTo>
                    <a:pt x="35504" y="16548"/>
                  </a:lnTo>
                  <a:lnTo>
                    <a:pt x="35641" y="15897"/>
                  </a:lnTo>
                  <a:lnTo>
                    <a:pt x="36177" y="15441"/>
                  </a:lnTo>
                  <a:lnTo>
                    <a:pt x="36326" y="14939"/>
                  </a:lnTo>
                  <a:lnTo>
                    <a:pt x="37273" y="14687"/>
                  </a:lnTo>
                  <a:lnTo>
                    <a:pt x="36931" y="14197"/>
                  </a:lnTo>
                  <a:lnTo>
                    <a:pt x="36451" y="14174"/>
                  </a:lnTo>
                  <a:lnTo>
                    <a:pt x="35618" y="13809"/>
                  </a:lnTo>
                  <a:lnTo>
                    <a:pt x="35070" y="14471"/>
                  </a:lnTo>
                  <a:lnTo>
                    <a:pt x="34363" y="14197"/>
                  </a:lnTo>
                  <a:lnTo>
                    <a:pt x="34157" y="13786"/>
                  </a:lnTo>
                  <a:lnTo>
                    <a:pt x="33484" y="13638"/>
                  </a:lnTo>
                  <a:lnTo>
                    <a:pt x="32811" y="13010"/>
                  </a:lnTo>
                  <a:lnTo>
                    <a:pt x="32982" y="12588"/>
                  </a:lnTo>
                  <a:lnTo>
                    <a:pt x="33701" y="12542"/>
                  </a:lnTo>
                  <a:lnTo>
                    <a:pt x="33872" y="11960"/>
                  </a:lnTo>
                  <a:lnTo>
                    <a:pt x="34386" y="11332"/>
                  </a:lnTo>
                  <a:lnTo>
                    <a:pt x="34865" y="11013"/>
                  </a:lnTo>
                  <a:lnTo>
                    <a:pt x="35493" y="11492"/>
                  </a:lnTo>
                  <a:lnTo>
                    <a:pt x="35219" y="12086"/>
                  </a:lnTo>
                  <a:lnTo>
                    <a:pt x="35550" y="12439"/>
                  </a:lnTo>
                  <a:lnTo>
                    <a:pt x="35356" y="12873"/>
                  </a:lnTo>
                  <a:lnTo>
                    <a:pt x="36040" y="12610"/>
                  </a:lnTo>
                  <a:lnTo>
                    <a:pt x="36383" y="12200"/>
                  </a:lnTo>
                  <a:lnTo>
                    <a:pt x="37273" y="11926"/>
                  </a:lnTo>
                  <a:lnTo>
                    <a:pt x="37581" y="11355"/>
                  </a:lnTo>
                  <a:lnTo>
                    <a:pt x="38117" y="10876"/>
                  </a:lnTo>
                  <a:lnTo>
                    <a:pt x="38266" y="10248"/>
                  </a:lnTo>
                  <a:lnTo>
                    <a:pt x="38779" y="10533"/>
                  </a:lnTo>
                  <a:lnTo>
                    <a:pt x="39430" y="10556"/>
                  </a:lnTo>
                  <a:lnTo>
                    <a:pt x="39042" y="10088"/>
                  </a:lnTo>
                  <a:lnTo>
                    <a:pt x="39943" y="9723"/>
                  </a:lnTo>
                  <a:lnTo>
                    <a:pt x="39932" y="9221"/>
                  </a:lnTo>
                  <a:lnTo>
                    <a:pt x="40719" y="9735"/>
                  </a:lnTo>
                  <a:lnTo>
                    <a:pt x="40719" y="9735"/>
                  </a:lnTo>
                  <a:lnTo>
                    <a:pt x="40445" y="9290"/>
                  </a:lnTo>
                  <a:lnTo>
                    <a:pt x="40799" y="9278"/>
                  </a:lnTo>
                  <a:lnTo>
                    <a:pt x="40263" y="8240"/>
                  </a:lnTo>
                  <a:lnTo>
                    <a:pt x="39590" y="7475"/>
                  </a:lnTo>
                  <a:lnTo>
                    <a:pt x="40000" y="7167"/>
                  </a:lnTo>
                  <a:lnTo>
                    <a:pt x="40970" y="7327"/>
                  </a:lnTo>
                  <a:lnTo>
                    <a:pt x="40891" y="6471"/>
                  </a:lnTo>
                  <a:lnTo>
                    <a:pt x="40491" y="5501"/>
                  </a:lnTo>
                  <a:lnTo>
                    <a:pt x="40548" y="5170"/>
                  </a:lnTo>
                  <a:lnTo>
                    <a:pt x="40354" y="4371"/>
                  </a:lnTo>
                  <a:lnTo>
                    <a:pt x="39373" y="4622"/>
                  </a:lnTo>
                  <a:lnTo>
                    <a:pt x="39008" y="4987"/>
                  </a:lnTo>
                  <a:lnTo>
                    <a:pt x="37935" y="4987"/>
                  </a:lnTo>
                  <a:lnTo>
                    <a:pt x="37079" y="4154"/>
                  </a:lnTo>
                  <a:lnTo>
                    <a:pt x="35812" y="35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929;p37">
              <a:extLst>
                <a:ext uri="{FF2B5EF4-FFF2-40B4-BE49-F238E27FC236}">
                  <a16:creationId xmlns:a16="http://schemas.microsoft.com/office/drawing/2014/main" xmlns="" id="{F0862BF7-A805-4CE7-9EBB-C88FBF2B0491}"/>
                </a:ext>
              </a:extLst>
            </p:cNvPr>
            <p:cNvSpPr/>
            <p:nvPr/>
          </p:nvSpPr>
          <p:spPr>
            <a:xfrm>
              <a:off x="3549350" y="2873300"/>
              <a:ext cx="120725" cy="140400"/>
            </a:xfrm>
            <a:custGeom>
              <a:avLst/>
              <a:gdLst/>
              <a:ahLst/>
              <a:cxnLst/>
              <a:rect l="l" t="t" r="r" b="b"/>
              <a:pathLst>
                <a:path w="4829" h="5616" extrusionOk="0">
                  <a:moveTo>
                    <a:pt x="2569" y="149"/>
                  </a:moveTo>
                  <a:lnTo>
                    <a:pt x="2249" y="275"/>
                  </a:lnTo>
                  <a:lnTo>
                    <a:pt x="2055" y="389"/>
                  </a:lnTo>
                  <a:lnTo>
                    <a:pt x="1930" y="1"/>
                  </a:lnTo>
                  <a:lnTo>
                    <a:pt x="1701" y="104"/>
                  </a:lnTo>
                  <a:lnTo>
                    <a:pt x="1564" y="81"/>
                  </a:lnTo>
                  <a:lnTo>
                    <a:pt x="1416" y="355"/>
                  </a:lnTo>
                  <a:lnTo>
                    <a:pt x="800" y="343"/>
                  </a:lnTo>
                  <a:lnTo>
                    <a:pt x="572" y="195"/>
                  </a:lnTo>
                  <a:lnTo>
                    <a:pt x="480" y="286"/>
                  </a:lnTo>
                  <a:lnTo>
                    <a:pt x="321" y="355"/>
                  </a:lnTo>
                  <a:lnTo>
                    <a:pt x="252" y="674"/>
                  </a:lnTo>
                  <a:lnTo>
                    <a:pt x="435" y="1039"/>
                  </a:lnTo>
                  <a:lnTo>
                    <a:pt x="617" y="1770"/>
                  </a:lnTo>
                  <a:lnTo>
                    <a:pt x="332" y="1884"/>
                  </a:lnTo>
                  <a:lnTo>
                    <a:pt x="252" y="2009"/>
                  </a:lnTo>
                  <a:lnTo>
                    <a:pt x="298" y="2181"/>
                  </a:lnTo>
                  <a:lnTo>
                    <a:pt x="263" y="2580"/>
                  </a:lnTo>
                  <a:lnTo>
                    <a:pt x="138" y="2580"/>
                  </a:lnTo>
                  <a:lnTo>
                    <a:pt x="92" y="2843"/>
                  </a:lnTo>
                  <a:lnTo>
                    <a:pt x="172" y="3276"/>
                  </a:lnTo>
                  <a:lnTo>
                    <a:pt x="1" y="3676"/>
                  </a:lnTo>
                  <a:lnTo>
                    <a:pt x="229" y="3938"/>
                  </a:lnTo>
                  <a:lnTo>
                    <a:pt x="492" y="3995"/>
                  </a:lnTo>
                  <a:lnTo>
                    <a:pt x="823" y="4383"/>
                  </a:lnTo>
                  <a:lnTo>
                    <a:pt x="845" y="4737"/>
                  </a:lnTo>
                  <a:lnTo>
                    <a:pt x="777" y="4851"/>
                  </a:lnTo>
                  <a:lnTo>
                    <a:pt x="709" y="5593"/>
                  </a:lnTo>
                  <a:lnTo>
                    <a:pt x="857" y="5616"/>
                  </a:lnTo>
                  <a:lnTo>
                    <a:pt x="1656" y="5273"/>
                  </a:lnTo>
                  <a:lnTo>
                    <a:pt x="2215" y="5022"/>
                  </a:lnTo>
                  <a:lnTo>
                    <a:pt x="3162" y="4862"/>
                  </a:lnTo>
                  <a:lnTo>
                    <a:pt x="3676" y="4851"/>
                  </a:lnTo>
                  <a:lnTo>
                    <a:pt x="4223" y="5034"/>
                  </a:lnTo>
                  <a:lnTo>
                    <a:pt x="4600" y="5022"/>
                  </a:lnTo>
                  <a:lnTo>
                    <a:pt x="4623" y="4668"/>
                  </a:lnTo>
                  <a:lnTo>
                    <a:pt x="4281" y="3881"/>
                  </a:lnTo>
                  <a:lnTo>
                    <a:pt x="4497" y="2854"/>
                  </a:lnTo>
                  <a:lnTo>
                    <a:pt x="4828" y="2101"/>
                  </a:lnTo>
                  <a:lnTo>
                    <a:pt x="4623" y="800"/>
                  </a:lnTo>
                  <a:lnTo>
                    <a:pt x="4087" y="571"/>
                  </a:lnTo>
                  <a:lnTo>
                    <a:pt x="3699" y="594"/>
                  </a:lnTo>
                  <a:lnTo>
                    <a:pt x="3425" y="823"/>
                  </a:lnTo>
                  <a:lnTo>
                    <a:pt x="3071" y="640"/>
                  </a:lnTo>
                  <a:lnTo>
                    <a:pt x="2934" y="34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8930;p37">
              <a:extLst>
                <a:ext uri="{FF2B5EF4-FFF2-40B4-BE49-F238E27FC236}">
                  <a16:creationId xmlns:a16="http://schemas.microsoft.com/office/drawing/2014/main" xmlns="" id="{46859247-4AD6-49DA-9DBD-408648DFDED7}"/>
                </a:ext>
              </a:extLst>
            </p:cNvPr>
            <p:cNvSpPr/>
            <p:nvPr/>
          </p:nvSpPr>
          <p:spPr>
            <a:xfrm>
              <a:off x="3891450" y="2820250"/>
              <a:ext cx="150950" cy="252800"/>
            </a:xfrm>
            <a:custGeom>
              <a:avLst/>
              <a:gdLst/>
              <a:ahLst/>
              <a:cxnLst/>
              <a:rect l="l" t="t" r="r" b="b"/>
              <a:pathLst>
                <a:path w="6038" h="10112" extrusionOk="0">
                  <a:moveTo>
                    <a:pt x="5090" y="1792"/>
                  </a:moveTo>
                  <a:lnTo>
                    <a:pt x="5124" y="1187"/>
                  </a:lnTo>
                  <a:lnTo>
                    <a:pt x="5056" y="582"/>
                  </a:lnTo>
                  <a:lnTo>
                    <a:pt x="4736" y="0"/>
                  </a:lnTo>
                  <a:lnTo>
                    <a:pt x="4508" y="57"/>
                  </a:lnTo>
                  <a:lnTo>
                    <a:pt x="4485" y="343"/>
                  </a:lnTo>
                  <a:lnTo>
                    <a:pt x="4805" y="708"/>
                  </a:lnTo>
                  <a:lnTo>
                    <a:pt x="4725" y="868"/>
                  </a:lnTo>
                  <a:lnTo>
                    <a:pt x="4679" y="1164"/>
                  </a:lnTo>
                  <a:lnTo>
                    <a:pt x="4029" y="1883"/>
                  </a:lnTo>
                  <a:lnTo>
                    <a:pt x="3812" y="2454"/>
                  </a:lnTo>
                  <a:lnTo>
                    <a:pt x="3709" y="2922"/>
                  </a:lnTo>
                  <a:lnTo>
                    <a:pt x="3538" y="3127"/>
                  </a:lnTo>
                  <a:lnTo>
                    <a:pt x="3378" y="3766"/>
                  </a:lnTo>
                  <a:lnTo>
                    <a:pt x="2956" y="4131"/>
                  </a:lnTo>
                  <a:lnTo>
                    <a:pt x="2842" y="4588"/>
                  </a:lnTo>
                  <a:lnTo>
                    <a:pt x="2671" y="4965"/>
                  </a:lnTo>
                  <a:lnTo>
                    <a:pt x="2602" y="5330"/>
                  </a:lnTo>
                  <a:lnTo>
                    <a:pt x="2043" y="5649"/>
                  </a:lnTo>
                  <a:lnTo>
                    <a:pt x="1586" y="5273"/>
                  </a:lnTo>
                  <a:lnTo>
                    <a:pt x="1290" y="5295"/>
                  </a:lnTo>
                  <a:lnTo>
                    <a:pt x="810" y="5820"/>
                  </a:lnTo>
                  <a:lnTo>
                    <a:pt x="582" y="5832"/>
                  </a:lnTo>
                  <a:lnTo>
                    <a:pt x="206" y="6699"/>
                  </a:lnTo>
                  <a:lnTo>
                    <a:pt x="0" y="7350"/>
                  </a:lnTo>
                  <a:lnTo>
                    <a:pt x="0" y="7601"/>
                  </a:lnTo>
                  <a:lnTo>
                    <a:pt x="206" y="7726"/>
                  </a:lnTo>
                  <a:lnTo>
                    <a:pt x="354" y="8126"/>
                  </a:lnTo>
                  <a:lnTo>
                    <a:pt x="731" y="8285"/>
                  </a:lnTo>
                  <a:lnTo>
                    <a:pt x="1039" y="8890"/>
                  </a:lnTo>
                  <a:lnTo>
                    <a:pt x="925" y="9598"/>
                  </a:lnTo>
                  <a:lnTo>
                    <a:pt x="2237" y="9632"/>
                  </a:lnTo>
                  <a:lnTo>
                    <a:pt x="2614" y="9575"/>
                  </a:lnTo>
                  <a:lnTo>
                    <a:pt x="3093" y="9689"/>
                  </a:lnTo>
                  <a:lnTo>
                    <a:pt x="3584" y="9575"/>
                  </a:lnTo>
                  <a:lnTo>
                    <a:pt x="3686" y="9609"/>
                  </a:lnTo>
                  <a:lnTo>
                    <a:pt x="4691" y="9655"/>
                  </a:lnTo>
                  <a:lnTo>
                    <a:pt x="5341" y="9895"/>
                  </a:lnTo>
                  <a:lnTo>
                    <a:pt x="5980" y="10111"/>
                  </a:lnTo>
                  <a:lnTo>
                    <a:pt x="6037" y="9609"/>
                  </a:lnTo>
                  <a:lnTo>
                    <a:pt x="5946" y="9358"/>
                  </a:lnTo>
                  <a:lnTo>
                    <a:pt x="5912" y="8947"/>
                  </a:lnTo>
                  <a:lnTo>
                    <a:pt x="5535" y="8639"/>
                  </a:lnTo>
                  <a:lnTo>
                    <a:pt x="5238" y="8183"/>
                  </a:lnTo>
                  <a:lnTo>
                    <a:pt x="5170" y="7863"/>
                  </a:lnTo>
                  <a:lnTo>
                    <a:pt x="4793" y="7384"/>
                  </a:lnTo>
                  <a:lnTo>
                    <a:pt x="4850" y="7121"/>
                  </a:lnTo>
                  <a:lnTo>
                    <a:pt x="4770" y="6733"/>
                  </a:lnTo>
                  <a:lnTo>
                    <a:pt x="4828" y="6014"/>
                  </a:lnTo>
                  <a:lnTo>
                    <a:pt x="5022" y="5866"/>
                  </a:lnTo>
                  <a:lnTo>
                    <a:pt x="5410" y="4930"/>
                  </a:lnTo>
                  <a:lnTo>
                    <a:pt x="5535" y="4691"/>
                  </a:lnTo>
                  <a:lnTo>
                    <a:pt x="5284" y="4063"/>
                  </a:lnTo>
                  <a:lnTo>
                    <a:pt x="5170" y="3698"/>
                  </a:lnTo>
                  <a:lnTo>
                    <a:pt x="4805" y="3538"/>
                  </a:lnTo>
                  <a:lnTo>
                    <a:pt x="4337" y="3013"/>
                  </a:lnTo>
                  <a:lnTo>
                    <a:pt x="4508" y="2579"/>
                  </a:lnTo>
                  <a:lnTo>
                    <a:pt x="4862" y="2671"/>
                  </a:lnTo>
                  <a:lnTo>
                    <a:pt x="5090" y="2614"/>
                  </a:lnTo>
                  <a:lnTo>
                    <a:pt x="5535" y="262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8931;p37">
              <a:extLst>
                <a:ext uri="{FF2B5EF4-FFF2-40B4-BE49-F238E27FC236}">
                  <a16:creationId xmlns:a16="http://schemas.microsoft.com/office/drawing/2014/main" xmlns="" id="{947410EE-7A31-438E-B67A-DAAA833DF0FE}"/>
                </a:ext>
              </a:extLst>
            </p:cNvPr>
            <p:cNvSpPr/>
            <p:nvPr/>
          </p:nvSpPr>
          <p:spPr>
            <a:xfrm>
              <a:off x="3965050" y="2992850"/>
              <a:ext cx="381200" cy="420000"/>
            </a:xfrm>
            <a:custGeom>
              <a:avLst/>
              <a:gdLst/>
              <a:ahLst/>
              <a:cxnLst/>
              <a:rect l="l" t="t" r="r" b="b"/>
              <a:pathLst>
                <a:path w="15248" h="16800" extrusionOk="0">
                  <a:moveTo>
                    <a:pt x="11390" y="103"/>
                  </a:moveTo>
                  <a:lnTo>
                    <a:pt x="10785" y="1"/>
                  </a:lnTo>
                  <a:lnTo>
                    <a:pt x="10500" y="80"/>
                  </a:lnTo>
                  <a:lnTo>
                    <a:pt x="10363" y="297"/>
                  </a:lnTo>
                  <a:lnTo>
                    <a:pt x="10112" y="332"/>
                  </a:lnTo>
                  <a:lnTo>
                    <a:pt x="9792" y="138"/>
                  </a:lnTo>
                  <a:lnTo>
                    <a:pt x="8913" y="583"/>
                  </a:lnTo>
                  <a:lnTo>
                    <a:pt x="8537" y="503"/>
                  </a:lnTo>
                  <a:lnTo>
                    <a:pt x="8423" y="571"/>
                  </a:lnTo>
                  <a:lnTo>
                    <a:pt x="8194" y="1108"/>
                  </a:lnTo>
                  <a:lnTo>
                    <a:pt x="7601" y="936"/>
                  </a:lnTo>
                  <a:lnTo>
                    <a:pt x="7019" y="856"/>
                  </a:lnTo>
                  <a:lnTo>
                    <a:pt x="6505" y="514"/>
                  </a:lnTo>
                  <a:lnTo>
                    <a:pt x="5844" y="206"/>
                  </a:lnTo>
                  <a:lnTo>
                    <a:pt x="5421" y="491"/>
                  </a:lnTo>
                  <a:lnTo>
                    <a:pt x="5102" y="959"/>
                  </a:lnTo>
                  <a:lnTo>
                    <a:pt x="5033" y="1598"/>
                  </a:lnTo>
                  <a:lnTo>
                    <a:pt x="4988" y="2135"/>
                  </a:lnTo>
                  <a:lnTo>
                    <a:pt x="4759" y="2625"/>
                  </a:lnTo>
                  <a:lnTo>
                    <a:pt x="4600" y="3196"/>
                  </a:lnTo>
                  <a:lnTo>
                    <a:pt x="4508" y="3995"/>
                  </a:lnTo>
                  <a:lnTo>
                    <a:pt x="4543" y="4508"/>
                  </a:lnTo>
                  <a:lnTo>
                    <a:pt x="4417" y="4817"/>
                  </a:lnTo>
                  <a:lnTo>
                    <a:pt x="4394" y="5159"/>
                  </a:lnTo>
                  <a:lnTo>
                    <a:pt x="4303" y="5444"/>
                  </a:lnTo>
                  <a:lnTo>
                    <a:pt x="3778" y="5889"/>
                  </a:lnTo>
                  <a:lnTo>
                    <a:pt x="3401" y="6346"/>
                  </a:lnTo>
                  <a:lnTo>
                    <a:pt x="3048" y="7236"/>
                  </a:lnTo>
                  <a:lnTo>
                    <a:pt x="3082" y="7989"/>
                  </a:lnTo>
                  <a:lnTo>
                    <a:pt x="2876" y="8274"/>
                  </a:lnTo>
                  <a:lnTo>
                    <a:pt x="2409" y="8719"/>
                  </a:lnTo>
                  <a:lnTo>
                    <a:pt x="1918" y="9290"/>
                  </a:lnTo>
                  <a:lnTo>
                    <a:pt x="1632" y="9130"/>
                  </a:lnTo>
                  <a:lnTo>
                    <a:pt x="1575" y="8868"/>
                  </a:lnTo>
                  <a:lnTo>
                    <a:pt x="1142" y="8856"/>
                  </a:lnTo>
                  <a:lnTo>
                    <a:pt x="868" y="9199"/>
                  </a:lnTo>
                  <a:lnTo>
                    <a:pt x="651" y="9119"/>
                  </a:lnTo>
                  <a:lnTo>
                    <a:pt x="366" y="9302"/>
                  </a:lnTo>
                  <a:lnTo>
                    <a:pt x="240" y="9541"/>
                  </a:lnTo>
                  <a:lnTo>
                    <a:pt x="206" y="9929"/>
                  </a:lnTo>
                  <a:lnTo>
                    <a:pt x="1" y="10032"/>
                  </a:lnTo>
                  <a:lnTo>
                    <a:pt x="115" y="10317"/>
                  </a:lnTo>
                  <a:lnTo>
                    <a:pt x="434" y="10180"/>
                  </a:lnTo>
                  <a:lnTo>
                    <a:pt x="685" y="10203"/>
                  </a:lnTo>
                  <a:lnTo>
                    <a:pt x="948" y="10100"/>
                  </a:lnTo>
                  <a:lnTo>
                    <a:pt x="3321" y="10112"/>
                  </a:lnTo>
                  <a:lnTo>
                    <a:pt x="3504" y="10785"/>
                  </a:lnTo>
                  <a:lnTo>
                    <a:pt x="3732" y="11321"/>
                  </a:lnTo>
                  <a:lnTo>
                    <a:pt x="3915" y="11630"/>
                  </a:lnTo>
                  <a:lnTo>
                    <a:pt x="4212" y="12097"/>
                  </a:lnTo>
                  <a:lnTo>
                    <a:pt x="4748" y="12029"/>
                  </a:lnTo>
                  <a:lnTo>
                    <a:pt x="5022" y="11892"/>
                  </a:lnTo>
                  <a:lnTo>
                    <a:pt x="5444" y="12029"/>
                  </a:lnTo>
                  <a:lnTo>
                    <a:pt x="5570" y="11801"/>
                  </a:lnTo>
                  <a:lnTo>
                    <a:pt x="5787" y="11264"/>
                  </a:lnTo>
                  <a:lnTo>
                    <a:pt x="6277" y="11230"/>
                  </a:lnTo>
                  <a:lnTo>
                    <a:pt x="6311" y="11070"/>
                  </a:lnTo>
                  <a:lnTo>
                    <a:pt x="6734" y="11070"/>
                  </a:lnTo>
                  <a:lnTo>
                    <a:pt x="6654" y="11401"/>
                  </a:lnTo>
                  <a:lnTo>
                    <a:pt x="7624" y="11401"/>
                  </a:lnTo>
                  <a:lnTo>
                    <a:pt x="7624" y="11972"/>
                  </a:lnTo>
                  <a:lnTo>
                    <a:pt x="7795" y="12314"/>
                  </a:lnTo>
                  <a:lnTo>
                    <a:pt x="7670" y="12851"/>
                  </a:lnTo>
                  <a:lnTo>
                    <a:pt x="7715" y="13421"/>
                  </a:lnTo>
                  <a:lnTo>
                    <a:pt x="7989" y="13752"/>
                  </a:lnTo>
                  <a:lnTo>
                    <a:pt x="7909" y="14836"/>
                  </a:lnTo>
                  <a:lnTo>
                    <a:pt x="8115" y="14745"/>
                  </a:lnTo>
                  <a:lnTo>
                    <a:pt x="8457" y="14779"/>
                  </a:lnTo>
                  <a:lnTo>
                    <a:pt x="8959" y="14631"/>
                  </a:lnTo>
                  <a:lnTo>
                    <a:pt x="9324" y="14688"/>
                  </a:lnTo>
                  <a:lnTo>
                    <a:pt x="9598" y="14699"/>
                  </a:lnTo>
                  <a:lnTo>
                    <a:pt x="9644" y="14985"/>
                  </a:lnTo>
                  <a:lnTo>
                    <a:pt x="10009" y="14973"/>
                  </a:lnTo>
                  <a:lnTo>
                    <a:pt x="10511" y="15065"/>
                  </a:lnTo>
                  <a:lnTo>
                    <a:pt x="10762" y="15464"/>
                  </a:lnTo>
                  <a:lnTo>
                    <a:pt x="11413" y="15590"/>
                  </a:lnTo>
                  <a:lnTo>
                    <a:pt x="11892" y="15304"/>
                  </a:lnTo>
                  <a:lnTo>
                    <a:pt x="12063" y="15784"/>
                  </a:lnTo>
                  <a:lnTo>
                    <a:pt x="12679" y="15898"/>
                  </a:lnTo>
                  <a:lnTo>
                    <a:pt x="12965" y="16297"/>
                  </a:lnTo>
                  <a:lnTo>
                    <a:pt x="13262" y="16799"/>
                  </a:lnTo>
                  <a:lnTo>
                    <a:pt x="13878" y="16799"/>
                  </a:lnTo>
                  <a:lnTo>
                    <a:pt x="13832" y="15818"/>
                  </a:lnTo>
                  <a:lnTo>
                    <a:pt x="13615" y="15989"/>
                  </a:lnTo>
                  <a:lnTo>
                    <a:pt x="13068" y="15635"/>
                  </a:lnTo>
                  <a:lnTo>
                    <a:pt x="12862" y="15475"/>
                  </a:lnTo>
                  <a:lnTo>
                    <a:pt x="12976" y="14563"/>
                  </a:lnTo>
                  <a:lnTo>
                    <a:pt x="13147" y="13490"/>
                  </a:lnTo>
                  <a:lnTo>
                    <a:pt x="12976" y="13090"/>
                  </a:lnTo>
                  <a:lnTo>
                    <a:pt x="13204" y="12508"/>
                  </a:lnTo>
                  <a:lnTo>
                    <a:pt x="13433" y="12406"/>
                  </a:lnTo>
                  <a:lnTo>
                    <a:pt x="14505" y="12246"/>
                  </a:lnTo>
                  <a:lnTo>
                    <a:pt x="14642" y="12291"/>
                  </a:lnTo>
                  <a:lnTo>
                    <a:pt x="14677" y="12132"/>
                  </a:lnTo>
                  <a:lnTo>
                    <a:pt x="14460" y="11892"/>
                  </a:lnTo>
                  <a:lnTo>
                    <a:pt x="14357" y="11390"/>
                  </a:lnTo>
                  <a:lnTo>
                    <a:pt x="13878" y="10899"/>
                  </a:lnTo>
                  <a:lnTo>
                    <a:pt x="13615" y="10249"/>
                  </a:lnTo>
                  <a:lnTo>
                    <a:pt x="13764" y="9872"/>
                  </a:lnTo>
                  <a:lnTo>
                    <a:pt x="13547" y="9359"/>
                  </a:lnTo>
                  <a:lnTo>
                    <a:pt x="13707" y="7898"/>
                  </a:lnTo>
                  <a:lnTo>
                    <a:pt x="13718" y="7909"/>
                  </a:lnTo>
                  <a:lnTo>
                    <a:pt x="13707" y="7761"/>
                  </a:lnTo>
                  <a:lnTo>
                    <a:pt x="13501" y="7339"/>
                  </a:lnTo>
                  <a:lnTo>
                    <a:pt x="13592" y="6848"/>
                  </a:lnTo>
                  <a:lnTo>
                    <a:pt x="13707" y="6791"/>
                  </a:lnTo>
                  <a:lnTo>
                    <a:pt x="13729" y="6243"/>
                  </a:lnTo>
                  <a:lnTo>
                    <a:pt x="13958" y="5992"/>
                  </a:lnTo>
                  <a:lnTo>
                    <a:pt x="13969" y="5307"/>
                  </a:lnTo>
                  <a:lnTo>
                    <a:pt x="14163" y="4965"/>
                  </a:lnTo>
                  <a:lnTo>
                    <a:pt x="14197" y="4234"/>
                  </a:lnTo>
                  <a:lnTo>
                    <a:pt x="14368" y="3801"/>
                  </a:lnTo>
                  <a:lnTo>
                    <a:pt x="14677" y="3333"/>
                  </a:lnTo>
                  <a:lnTo>
                    <a:pt x="14985" y="3093"/>
                  </a:lnTo>
                  <a:lnTo>
                    <a:pt x="15247" y="2762"/>
                  </a:lnTo>
                  <a:lnTo>
                    <a:pt x="14916" y="2648"/>
                  </a:lnTo>
                  <a:lnTo>
                    <a:pt x="14962" y="1575"/>
                  </a:lnTo>
                  <a:lnTo>
                    <a:pt x="14962" y="1575"/>
                  </a:lnTo>
                  <a:lnTo>
                    <a:pt x="14243" y="982"/>
                  </a:lnTo>
                  <a:lnTo>
                    <a:pt x="14049" y="594"/>
                  </a:lnTo>
                  <a:lnTo>
                    <a:pt x="13604" y="777"/>
                  </a:lnTo>
                  <a:lnTo>
                    <a:pt x="13227" y="720"/>
                  </a:lnTo>
                  <a:lnTo>
                    <a:pt x="13022" y="879"/>
                  </a:lnTo>
                  <a:lnTo>
                    <a:pt x="12657" y="765"/>
                  </a:lnTo>
                  <a:lnTo>
                    <a:pt x="12166" y="23"/>
                  </a:lnTo>
                  <a:lnTo>
                    <a:pt x="11903" y="1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8932;p37">
              <a:extLst>
                <a:ext uri="{FF2B5EF4-FFF2-40B4-BE49-F238E27FC236}">
                  <a16:creationId xmlns:a16="http://schemas.microsoft.com/office/drawing/2014/main" xmlns="" id="{157B187E-4757-4AE9-9364-D8F2BA259710}"/>
                </a:ext>
              </a:extLst>
            </p:cNvPr>
            <p:cNvSpPr/>
            <p:nvPr/>
          </p:nvSpPr>
          <p:spPr>
            <a:xfrm>
              <a:off x="3943375" y="3027375"/>
              <a:ext cx="147525" cy="198875"/>
            </a:xfrm>
            <a:custGeom>
              <a:avLst/>
              <a:gdLst/>
              <a:ahLst/>
              <a:cxnLst/>
              <a:rect l="l" t="t" r="r" b="b"/>
              <a:pathLst>
                <a:path w="5901" h="7955" extrusionOk="0">
                  <a:moveTo>
                    <a:pt x="5900" y="217"/>
                  </a:moveTo>
                  <a:lnTo>
                    <a:pt x="5387" y="160"/>
                  </a:lnTo>
                  <a:lnTo>
                    <a:pt x="4839" y="0"/>
                  </a:lnTo>
                  <a:lnTo>
                    <a:pt x="4371" y="480"/>
                  </a:lnTo>
                  <a:lnTo>
                    <a:pt x="3960" y="1324"/>
                  </a:lnTo>
                  <a:lnTo>
                    <a:pt x="3903" y="1826"/>
                  </a:lnTo>
                  <a:lnTo>
                    <a:pt x="3264" y="1610"/>
                  </a:lnTo>
                  <a:lnTo>
                    <a:pt x="2614" y="1370"/>
                  </a:lnTo>
                  <a:lnTo>
                    <a:pt x="1609" y="1324"/>
                  </a:lnTo>
                  <a:lnTo>
                    <a:pt x="1552" y="1724"/>
                  </a:lnTo>
                  <a:lnTo>
                    <a:pt x="1758" y="2192"/>
                  </a:lnTo>
                  <a:lnTo>
                    <a:pt x="2363" y="2123"/>
                  </a:lnTo>
                  <a:lnTo>
                    <a:pt x="2557" y="2294"/>
                  </a:lnTo>
                  <a:lnTo>
                    <a:pt x="2214" y="3356"/>
                  </a:lnTo>
                  <a:lnTo>
                    <a:pt x="2602" y="3892"/>
                  </a:lnTo>
                  <a:lnTo>
                    <a:pt x="2693" y="4588"/>
                  </a:lnTo>
                  <a:lnTo>
                    <a:pt x="2579" y="5204"/>
                  </a:lnTo>
                  <a:lnTo>
                    <a:pt x="2328" y="5638"/>
                  </a:lnTo>
                  <a:lnTo>
                    <a:pt x="1632" y="5592"/>
                  </a:lnTo>
                  <a:lnTo>
                    <a:pt x="1198" y="5159"/>
                  </a:lnTo>
                  <a:lnTo>
                    <a:pt x="1130" y="5558"/>
                  </a:lnTo>
                  <a:lnTo>
                    <a:pt x="594" y="5672"/>
                  </a:lnTo>
                  <a:lnTo>
                    <a:pt x="320" y="5901"/>
                  </a:lnTo>
                  <a:lnTo>
                    <a:pt x="616" y="6505"/>
                  </a:lnTo>
                  <a:lnTo>
                    <a:pt x="0" y="7008"/>
                  </a:lnTo>
                  <a:lnTo>
                    <a:pt x="662" y="7955"/>
                  </a:lnTo>
                  <a:lnTo>
                    <a:pt x="970" y="7578"/>
                  </a:lnTo>
                  <a:lnTo>
                    <a:pt x="1233" y="7418"/>
                  </a:lnTo>
                  <a:lnTo>
                    <a:pt x="1518" y="7726"/>
                  </a:lnTo>
                  <a:lnTo>
                    <a:pt x="1735" y="7818"/>
                  </a:lnTo>
                  <a:lnTo>
                    <a:pt x="1997" y="7475"/>
                  </a:lnTo>
                  <a:lnTo>
                    <a:pt x="2442" y="7487"/>
                  </a:lnTo>
                  <a:lnTo>
                    <a:pt x="2499" y="7749"/>
                  </a:lnTo>
                  <a:lnTo>
                    <a:pt x="2785" y="7898"/>
                  </a:lnTo>
                  <a:lnTo>
                    <a:pt x="3276" y="7327"/>
                  </a:lnTo>
                  <a:lnTo>
                    <a:pt x="3743" y="6893"/>
                  </a:lnTo>
                  <a:lnTo>
                    <a:pt x="3937" y="6608"/>
                  </a:lnTo>
                  <a:lnTo>
                    <a:pt x="3915" y="5843"/>
                  </a:lnTo>
                  <a:lnTo>
                    <a:pt x="4268" y="4965"/>
                  </a:lnTo>
                  <a:lnTo>
                    <a:pt x="4645" y="4508"/>
                  </a:lnTo>
                  <a:lnTo>
                    <a:pt x="5170" y="4063"/>
                  </a:lnTo>
                  <a:lnTo>
                    <a:pt x="5250" y="3778"/>
                  </a:lnTo>
                  <a:lnTo>
                    <a:pt x="5284" y="3436"/>
                  </a:lnTo>
                  <a:lnTo>
                    <a:pt x="5410" y="3127"/>
                  </a:lnTo>
                  <a:lnTo>
                    <a:pt x="5364" y="2614"/>
                  </a:lnTo>
                  <a:lnTo>
                    <a:pt x="5467" y="1815"/>
                  </a:lnTo>
                  <a:lnTo>
                    <a:pt x="5626" y="1244"/>
                  </a:lnTo>
                  <a:lnTo>
                    <a:pt x="5855" y="75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8933;p37">
              <a:extLst>
                <a:ext uri="{FF2B5EF4-FFF2-40B4-BE49-F238E27FC236}">
                  <a16:creationId xmlns:a16="http://schemas.microsoft.com/office/drawing/2014/main" xmlns="" id="{191938F9-CD01-4D1E-AA42-B867C6941443}"/>
                </a:ext>
              </a:extLst>
            </p:cNvPr>
            <p:cNvSpPr/>
            <p:nvPr/>
          </p:nvSpPr>
          <p:spPr>
            <a:xfrm>
              <a:off x="2138250" y="2829950"/>
              <a:ext cx="242825" cy="379750"/>
            </a:xfrm>
            <a:custGeom>
              <a:avLst/>
              <a:gdLst/>
              <a:ahLst/>
              <a:cxnLst/>
              <a:rect l="l" t="t" r="r" b="b"/>
              <a:pathLst>
                <a:path w="9713" h="15190" extrusionOk="0">
                  <a:moveTo>
                    <a:pt x="6494" y="594"/>
                  </a:moveTo>
                  <a:lnTo>
                    <a:pt x="6665" y="297"/>
                  </a:lnTo>
                  <a:lnTo>
                    <a:pt x="6482" y="57"/>
                  </a:lnTo>
                  <a:lnTo>
                    <a:pt x="6197" y="0"/>
                  </a:lnTo>
                  <a:lnTo>
                    <a:pt x="5775" y="434"/>
                  </a:lnTo>
                  <a:lnTo>
                    <a:pt x="5455" y="639"/>
                  </a:lnTo>
                  <a:lnTo>
                    <a:pt x="4793" y="1096"/>
                  </a:lnTo>
                  <a:lnTo>
                    <a:pt x="4177" y="1027"/>
                  </a:lnTo>
                  <a:lnTo>
                    <a:pt x="4109" y="1210"/>
                  </a:lnTo>
                  <a:lnTo>
                    <a:pt x="3595" y="1221"/>
                  </a:lnTo>
                  <a:lnTo>
                    <a:pt x="3127" y="1655"/>
                  </a:lnTo>
                  <a:lnTo>
                    <a:pt x="2922" y="2420"/>
                  </a:lnTo>
                  <a:lnTo>
                    <a:pt x="2910" y="2716"/>
                  </a:lnTo>
                  <a:lnTo>
                    <a:pt x="2568" y="2819"/>
                  </a:lnTo>
                  <a:lnTo>
                    <a:pt x="1940" y="3447"/>
                  </a:lnTo>
                  <a:lnTo>
                    <a:pt x="1529" y="3424"/>
                  </a:lnTo>
                  <a:lnTo>
                    <a:pt x="1427" y="3549"/>
                  </a:lnTo>
                  <a:lnTo>
                    <a:pt x="1587" y="4086"/>
                  </a:lnTo>
                  <a:lnTo>
                    <a:pt x="1427" y="4360"/>
                  </a:lnTo>
                  <a:lnTo>
                    <a:pt x="1176" y="4291"/>
                  </a:lnTo>
                  <a:lnTo>
                    <a:pt x="1039" y="4725"/>
                  </a:lnTo>
                  <a:lnTo>
                    <a:pt x="1358" y="5216"/>
                  </a:lnTo>
                  <a:lnTo>
                    <a:pt x="1438" y="5980"/>
                  </a:lnTo>
                  <a:lnTo>
                    <a:pt x="1267" y="6208"/>
                  </a:lnTo>
                  <a:lnTo>
                    <a:pt x="1427" y="7053"/>
                  </a:lnTo>
                  <a:lnTo>
                    <a:pt x="1256" y="7578"/>
                  </a:lnTo>
                  <a:lnTo>
                    <a:pt x="1541" y="7795"/>
                  </a:lnTo>
                  <a:lnTo>
                    <a:pt x="1233" y="8263"/>
                  </a:lnTo>
                  <a:lnTo>
                    <a:pt x="868" y="8833"/>
                  </a:lnTo>
                  <a:lnTo>
                    <a:pt x="468" y="8890"/>
                  </a:lnTo>
                  <a:lnTo>
                    <a:pt x="274" y="9221"/>
                  </a:lnTo>
                  <a:lnTo>
                    <a:pt x="297" y="9678"/>
                  </a:lnTo>
                  <a:lnTo>
                    <a:pt x="0" y="9746"/>
                  </a:lnTo>
                  <a:lnTo>
                    <a:pt x="114" y="10032"/>
                  </a:lnTo>
                  <a:lnTo>
                    <a:pt x="913" y="10545"/>
                  </a:lnTo>
                  <a:lnTo>
                    <a:pt x="1062" y="10534"/>
                  </a:lnTo>
                  <a:lnTo>
                    <a:pt x="1256" y="10922"/>
                  </a:lnTo>
                  <a:lnTo>
                    <a:pt x="1929" y="11047"/>
                  </a:lnTo>
                  <a:lnTo>
                    <a:pt x="2157" y="10910"/>
                  </a:lnTo>
                  <a:lnTo>
                    <a:pt x="2557" y="11207"/>
                  </a:lnTo>
                  <a:lnTo>
                    <a:pt x="2899" y="11424"/>
                  </a:lnTo>
                  <a:lnTo>
                    <a:pt x="3116" y="11333"/>
                  </a:lnTo>
                  <a:lnTo>
                    <a:pt x="3641" y="11766"/>
                  </a:lnTo>
                  <a:lnTo>
                    <a:pt x="3892" y="12188"/>
                  </a:lnTo>
                  <a:lnTo>
                    <a:pt x="4280" y="12428"/>
                  </a:lnTo>
                  <a:lnTo>
                    <a:pt x="4771" y="13387"/>
                  </a:lnTo>
                  <a:lnTo>
                    <a:pt x="5364" y="13501"/>
                  </a:lnTo>
                  <a:lnTo>
                    <a:pt x="5798" y="13261"/>
                  </a:lnTo>
                  <a:lnTo>
                    <a:pt x="6094" y="13421"/>
                  </a:lnTo>
                  <a:lnTo>
                    <a:pt x="6562" y="13330"/>
                  </a:lnTo>
                  <a:lnTo>
                    <a:pt x="7190" y="13763"/>
                  </a:lnTo>
                  <a:lnTo>
                    <a:pt x="6688" y="14688"/>
                  </a:lnTo>
                  <a:lnTo>
                    <a:pt x="6939" y="14699"/>
                  </a:lnTo>
                  <a:lnTo>
                    <a:pt x="7350" y="15190"/>
                  </a:lnTo>
                  <a:lnTo>
                    <a:pt x="7658" y="12702"/>
                  </a:lnTo>
                  <a:lnTo>
                    <a:pt x="7681" y="12303"/>
                  </a:lnTo>
                  <a:lnTo>
                    <a:pt x="7544" y="11789"/>
                  </a:lnTo>
                  <a:lnTo>
                    <a:pt x="7190" y="11447"/>
                  </a:lnTo>
                  <a:lnTo>
                    <a:pt x="7190" y="10796"/>
                  </a:lnTo>
                  <a:lnTo>
                    <a:pt x="7646" y="10648"/>
                  </a:lnTo>
                  <a:lnTo>
                    <a:pt x="7806" y="10739"/>
                  </a:lnTo>
                  <a:lnTo>
                    <a:pt x="7829" y="10397"/>
                  </a:lnTo>
                  <a:lnTo>
                    <a:pt x="7361" y="10294"/>
                  </a:lnTo>
                  <a:lnTo>
                    <a:pt x="7361" y="9735"/>
                  </a:lnTo>
                  <a:lnTo>
                    <a:pt x="8913" y="9758"/>
                  </a:lnTo>
                  <a:lnTo>
                    <a:pt x="9187" y="9438"/>
                  </a:lnTo>
                  <a:lnTo>
                    <a:pt x="9415" y="9723"/>
                  </a:lnTo>
                  <a:lnTo>
                    <a:pt x="9564" y="10260"/>
                  </a:lnTo>
                  <a:lnTo>
                    <a:pt x="9712" y="10146"/>
                  </a:lnTo>
                  <a:lnTo>
                    <a:pt x="9472" y="9233"/>
                  </a:lnTo>
                  <a:lnTo>
                    <a:pt x="9278" y="8925"/>
                  </a:lnTo>
                  <a:lnTo>
                    <a:pt x="8993" y="8719"/>
                  </a:lnTo>
                  <a:lnTo>
                    <a:pt x="9404" y="8285"/>
                  </a:lnTo>
                  <a:lnTo>
                    <a:pt x="9370" y="8069"/>
                  </a:lnTo>
                  <a:lnTo>
                    <a:pt x="9164" y="7795"/>
                  </a:lnTo>
                  <a:lnTo>
                    <a:pt x="9016" y="7201"/>
                  </a:lnTo>
                  <a:lnTo>
                    <a:pt x="9084" y="6539"/>
                  </a:lnTo>
                  <a:lnTo>
                    <a:pt x="9278" y="6243"/>
                  </a:lnTo>
                  <a:lnTo>
                    <a:pt x="9450" y="5752"/>
                  </a:lnTo>
                  <a:lnTo>
                    <a:pt x="9164" y="5604"/>
                  </a:lnTo>
                  <a:lnTo>
                    <a:pt x="8708" y="5695"/>
                  </a:lnTo>
                  <a:lnTo>
                    <a:pt x="8137" y="5661"/>
                  </a:lnTo>
                  <a:lnTo>
                    <a:pt x="7806" y="5763"/>
                  </a:lnTo>
                  <a:lnTo>
                    <a:pt x="7258" y="4976"/>
                  </a:lnTo>
                  <a:lnTo>
                    <a:pt x="6802" y="4862"/>
                  </a:lnTo>
                  <a:lnTo>
                    <a:pt x="5775" y="4942"/>
                  </a:lnTo>
                  <a:lnTo>
                    <a:pt x="5592" y="4634"/>
                  </a:lnTo>
                  <a:lnTo>
                    <a:pt x="5410" y="4542"/>
                  </a:lnTo>
                  <a:lnTo>
                    <a:pt x="5375" y="4360"/>
                  </a:lnTo>
                  <a:lnTo>
                    <a:pt x="5490" y="4017"/>
                  </a:lnTo>
                  <a:lnTo>
                    <a:pt x="5432" y="3664"/>
                  </a:lnTo>
                  <a:lnTo>
                    <a:pt x="5284" y="3458"/>
                  </a:lnTo>
                  <a:lnTo>
                    <a:pt x="5193" y="3047"/>
                  </a:lnTo>
                  <a:lnTo>
                    <a:pt x="4782" y="2979"/>
                  </a:lnTo>
                  <a:lnTo>
                    <a:pt x="5033" y="2454"/>
                  </a:lnTo>
                  <a:lnTo>
                    <a:pt x="5170" y="1803"/>
                  </a:lnTo>
                  <a:lnTo>
                    <a:pt x="5421" y="1461"/>
                  </a:lnTo>
                  <a:lnTo>
                    <a:pt x="5741" y="1210"/>
                  </a:lnTo>
                  <a:lnTo>
                    <a:pt x="5969" y="75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8934;p37">
              <a:extLst>
                <a:ext uri="{FF2B5EF4-FFF2-40B4-BE49-F238E27FC236}">
                  <a16:creationId xmlns:a16="http://schemas.microsoft.com/office/drawing/2014/main" xmlns="" id="{440A357E-BD96-479F-9704-EF0FCB830D58}"/>
                </a:ext>
              </a:extLst>
            </p:cNvPr>
            <p:cNvSpPr/>
            <p:nvPr/>
          </p:nvSpPr>
          <p:spPr>
            <a:xfrm>
              <a:off x="2008150" y="2857625"/>
              <a:ext cx="65650" cy="67625"/>
            </a:xfrm>
            <a:custGeom>
              <a:avLst/>
              <a:gdLst/>
              <a:ahLst/>
              <a:cxnLst/>
              <a:rect l="l" t="t" r="r" b="b"/>
              <a:pathLst>
                <a:path w="2626" h="2705" extrusionOk="0">
                  <a:moveTo>
                    <a:pt x="1826" y="263"/>
                  </a:moveTo>
                  <a:lnTo>
                    <a:pt x="1621" y="445"/>
                  </a:lnTo>
                  <a:lnTo>
                    <a:pt x="1381" y="388"/>
                  </a:lnTo>
                  <a:lnTo>
                    <a:pt x="1267" y="206"/>
                  </a:lnTo>
                  <a:lnTo>
                    <a:pt x="1027" y="126"/>
                  </a:lnTo>
                  <a:lnTo>
                    <a:pt x="822" y="240"/>
                  </a:lnTo>
                  <a:lnTo>
                    <a:pt x="331" y="0"/>
                  </a:lnTo>
                  <a:lnTo>
                    <a:pt x="194" y="114"/>
                  </a:lnTo>
                  <a:lnTo>
                    <a:pt x="0" y="286"/>
                  </a:lnTo>
                  <a:lnTo>
                    <a:pt x="217" y="411"/>
                  </a:lnTo>
                  <a:lnTo>
                    <a:pt x="80" y="696"/>
                  </a:lnTo>
                  <a:lnTo>
                    <a:pt x="69" y="982"/>
                  </a:lnTo>
                  <a:lnTo>
                    <a:pt x="171" y="1176"/>
                  </a:lnTo>
                  <a:lnTo>
                    <a:pt x="411" y="1256"/>
                  </a:lnTo>
                  <a:lnTo>
                    <a:pt x="582" y="1518"/>
                  </a:lnTo>
                  <a:lnTo>
                    <a:pt x="753" y="1290"/>
                  </a:lnTo>
                  <a:lnTo>
                    <a:pt x="708" y="1027"/>
                  </a:lnTo>
                  <a:lnTo>
                    <a:pt x="913" y="1187"/>
                  </a:lnTo>
                  <a:lnTo>
                    <a:pt x="959" y="1461"/>
                  </a:lnTo>
                  <a:lnTo>
                    <a:pt x="1221" y="1575"/>
                  </a:lnTo>
                  <a:lnTo>
                    <a:pt x="1530" y="1758"/>
                  </a:lnTo>
                  <a:lnTo>
                    <a:pt x="1735" y="1975"/>
                  </a:lnTo>
                  <a:lnTo>
                    <a:pt x="1758" y="2169"/>
                  </a:lnTo>
                  <a:lnTo>
                    <a:pt x="1655" y="2328"/>
                  </a:lnTo>
                  <a:lnTo>
                    <a:pt x="1815" y="2511"/>
                  </a:lnTo>
                  <a:lnTo>
                    <a:pt x="2226" y="2705"/>
                  </a:lnTo>
                  <a:lnTo>
                    <a:pt x="2283" y="2534"/>
                  </a:lnTo>
                  <a:lnTo>
                    <a:pt x="2351" y="2351"/>
                  </a:lnTo>
                  <a:lnTo>
                    <a:pt x="2340" y="2180"/>
                  </a:lnTo>
                  <a:lnTo>
                    <a:pt x="2454" y="2077"/>
                  </a:lnTo>
                  <a:lnTo>
                    <a:pt x="2294" y="1940"/>
                  </a:lnTo>
                  <a:lnTo>
                    <a:pt x="2306" y="1587"/>
                  </a:lnTo>
                  <a:lnTo>
                    <a:pt x="2625" y="1495"/>
                  </a:lnTo>
                  <a:lnTo>
                    <a:pt x="2283" y="1107"/>
                  </a:lnTo>
                  <a:lnTo>
                    <a:pt x="1997" y="74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8935;p37">
              <a:extLst>
                <a:ext uri="{FF2B5EF4-FFF2-40B4-BE49-F238E27FC236}">
                  <a16:creationId xmlns:a16="http://schemas.microsoft.com/office/drawing/2014/main" xmlns="" id="{E6BFD243-A661-4520-BF1F-057114B92517}"/>
                </a:ext>
              </a:extLst>
            </p:cNvPr>
            <p:cNvSpPr/>
            <p:nvPr/>
          </p:nvSpPr>
          <p:spPr>
            <a:xfrm>
              <a:off x="2054075" y="2586000"/>
              <a:ext cx="207450" cy="75650"/>
            </a:xfrm>
            <a:custGeom>
              <a:avLst/>
              <a:gdLst/>
              <a:ahLst/>
              <a:cxnLst/>
              <a:rect l="l" t="t" r="r" b="b"/>
              <a:pathLst>
                <a:path w="8298" h="3026" extrusionOk="0">
                  <a:moveTo>
                    <a:pt x="4257" y="377"/>
                  </a:moveTo>
                  <a:lnTo>
                    <a:pt x="3550" y="81"/>
                  </a:lnTo>
                  <a:lnTo>
                    <a:pt x="2945" y="69"/>
                  </a:lnTo>
                  <a:lnTo>
                    <a:pt x="2272" y="1"/>
                  </a:lnTo>
                  <a:lnTo>
                    <a:pt x="2066" y="92"/>
                  </a:lnTo>
                  <a:lnTo>
                    <a:pt x="1473" y="183"/>
                  </a:lnTo>
                  <a:lnTo>
                    <a:pt x="1039" y="366"/>
                  </a:lnTo>
                  <a:lnTo>
                    <a:pt x="651" y="571"/>
                  </a:lnTo>
                  <a:lnTo>
                    <a:pt x="446" y="891"/>
                  </a:lnTo>
                  <a:lnTo>
                    <a:pt x="1" y="1176"/>
                  </a:lnTo>
                  <a:lnTo>
                    <a:pt x="309" y="1268"/>
                  </a:lnTo>
                  <a:lnTo>
                    <a:pt x="731" y="1165"/>
                  </a:lnTo>
                  <a:lnTo>
                    <a:pt x="857" y="937"/>
                  </a:lnTo>
                  <a:lnTo>
                    <a:pt x="1188" y="925"/>
                  </a:lnTo>
                  <a:lnTo>
                    <a:pt x="1815" y="446"/>
                  </a:lnTo>
                  <a:lnTo>
                    <a:pt x="2580" y="492"/>
                  </a:lnTo>
                  <a:lnTo>
                    <a:pt x="2249" y="720"/>
                  </a:lnTo>
                  <a:lnTo>
                    <a:pt x="2511" y="914"/>
                  </a:lnTo>
                  <a:lnTo>
                    <a:pt x="3504" y="1051"/>
                  </a:lnTo>
                  <a:lnTo>
                    <a:pt x="3721" y="1233"/>
                  </a:lnTo>
                  <a:lnTo>
                    <a:pt x="4417" y="1484"/>
                  </a:lnTo>
                  <a:lnTo>
                    <a:pt x="4874" y="1450"/>
                  </a:lnTo>
                  <a:lnTo>
                    <a:pt x="4988" y="1964"/>
                  </a:lnTo>
                  <a:lnTo>
                    <a:pt x="5239" y="2226"/>
                  </a:lnTo>
                  <a:lnTo>
                    <a:pt x="5730" y="2283"/>
                  </a:lnTo>
                  <a:lnTo>
                    <a:pt x="6038" y="2523"/>
                  </a:lnTo>
                  <a:lnTo>
                    <a:pt x="5444" y="3025"/>
                  </a:lnTo>
                  <a:lnTo>
                    <a:pt x="6574" y="2934"/>
                  </a:lnTo>
                  <a:lnTo>
                    <a:pt x="7122" y="3002"/>
                  </a:lnTo>
                  <a:lnTo>
                    <a:pt x="7647" y="2968"/>
                  </a:lnTo>
                  <a:lnTo>
                    <a:pt x="8183" y="2854"/>
                  </a:lnTo>
                  <a:lnTo>
                    <a:pt x="8297" y="2637"/>
                  </a:lnTo>
                  <a:lnTo>
                    <a:pt x="7750" y="2260"/>
                  </a:lnTo>
                  <a:lnTo>
                    <a:pt x="7179" y="2215"/>
                  </a:lnTo>
                  <a:lnTo>
                    <a:pt x="7259" y="1975"/>
                  </a:lnTo>
                  <a:lnTo>
                    <a:pt x="6814" y="1793"/>
                  </a:lnTo>
                  <a:lnTo>
                    <a:pt x="6551" y="1793"/>
                  </a:lnTo>
                  <a:lnTo>
                    <a:pt x="6118" y="1393"/>
                  </a:lnTo>
                  <a:lnTo>
                    <a:pt x="5524" y="822"/>
                  </a:lnTo>
                  <a:lnTo>
                    <a:pt x="5262" y="606"/>
                  </a:lnTo>
                  <a:lnTo>
                    <a:pt x="4520" y="72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8936;p37">
              <a:extLst>
                <a:ext uri="{FF2B5EF4-FFF2-40B4-BE49-F238E27FC236}">
                  <a16:creationId xmlns:a16="http://schemas.microsoft.com/office/drawing/2014/main" xmlns="" id="{F4237C90-2A6A-49E2-88C1-CBECC960EE07}"/>
                </a:ext>
              </a:extLst>
            </p:cNvPr>
            <p:cNvSpPr/>
            <p:nvPr/>
          </p:nvSpPr>
          <p:spPr>
            <a:xfrm>
              <a:off x="3933950" y="1957475"/>
              <a:ext cx="116425" cy="56525"/>
            </a:xfrm>
            <a:custGeom>
              <a:avLst/>
              <a:gdLst/>
              <a:ahLst/>
              <a:cxnLst/>
              <a:rect l="l" t="t" r="r" b="b"/>
              <a:pathLst>
                <a:path w="4657" h="2261" extrusionOk="0">
                  <a:moveTo>
                    <a:pt x="1872" y="12"/>
                  </a:moveTo>
                  <a:lnTo>
                    <a:pt x="1564" y="104"/>
                  </a:lnTo>
                  <a:lnTo>
                    <a:pt x="1370" y="1"/>
                  </a:lnTo>
                  <a:lnTo>
                    <a:pt x="1210" y="172"/>
                  </a:lnTo>
                  <a:lnTo>
                    <a:pt x="731" y="343"/>
                  </a:lnTo>
                  <a:lnTo>
                    <a:pt x="480" y="560"/>
                  </a:lnTo>
                  <a:lnTo>
                    <a:pt x="1" y="743"/>
                  </a:lnTo>
                  <a:lnTo>
                    <a:pt x="138" y="1016"/>
                  </a:lnTo>
                  <a:lnTo>
                    <a:pt x="240" y="1382"/>
                  </a:lnTo>
                  <a:lnTo>
                    <a:pt x="605" y="1599"/>
                  </a:lnTo>
                  <a:lnTo>
                    <a:pt x="1028" y="1975"/>
                  </a:lnTo>
                  <a:lnTo>
                    <a:pt x="1564" y="2260"/>
                  </a:lnTo>
                  <a:lnTo>
                    <a:pt x="1941" y="1895"/>
                  </a:lnTo>
                  <a:lnTo>
                    <a:pt x="2180" y="1827"/>
                  </a:lnTo>
                  <a:lnTo>
                    <a:pt x="2751" y="2101"/>
                  </a:lnTo>
                  <a:lnTo>
                    <a:pt x="3082" y="2055"/>
                  </a:lnTo>
                  <a:lnTo>
                    <a:pt x="3401" y="2226"/>
                  </a:lnTo>
                  <a:lnTo>
                    <a:pt x="3493" y="2032"/>
                  </a:lnTo>
                  <a:lnTo>
                    <a:pt x="3801" y="2044"/>
                  </a:lnTo>
                  <a:lnTo>
                    <a:pt x="4029" y="1952"/>
                  </a:lnTo>
                  <a:lnTo>
                    <a:pt x="4052" y="1872"/>
                  </a:lnTo>
                  <a:lnTo>
                    <a:pt x="4177" y="1827"/>
                  </a:lnTo>
                  <a:lnTo>
                    <a:pt x="4200" y="1633"/>
                  </a:lnTo>
                  <a:lnTo>
                    <a:pt x="4360" y="1587"/>
                  </a:lnTo>
                  <a:lnTo>
                    <a:pt x="4451" y="1427"/>
                  </a:lnTo>
                  <a:lnTo>
                    <a:pt x="4657" y="1427"/>
                  </a:lnTo>
                  <a:lnTo>
                    <a:pt x="4292" y="982"/>
                  </a:lnTo>
                  <a:lnTo>
                    <a:pt x="3778" y="937"/>
                  </a:lnTo>
                  <a:lnTo>
                    <a:pt x="3675" y="651"/>
                  </a:lnTo>
                  <a:lnTo>
                    <a:pt x="3196" y="571"/>
                  </a:lnTo>
                  <a:lnTo>
                    <a:pt x="3105" y="788"/>
                  </a:lnTo>
                  <a:lnTo>
                    <a:pt x="2717" y="617"/>
                  </a:lnTo>
                  <a:lnTo>
                    <a:pt x="2740" y="377"/>
                  </a:lnTo>
                  <a:lnTo>
                    <a:pt x="2203" y="28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8937;p37">
              <a:extLst>
                <a:ext uri="{FF2B5EF4-FFF2-40B4-BE49-F238E27FC236}">
                  <a16:creationId xmlns:a16="http://schemas.microsoft.com/office/drawing/2014/main" xmlns="" id="{14181383-A8FA-4EA6-A159-170D391AFE21}"/>
                </a:ext>
              </a:extLst>
            </p:cNvPr>
            <p:cNvSpPr/>
            <p:nvPr/>
          </p:nvSpPr>
          <p:spPr>
            <a:xfrm>
              <a:off x="3824100" y="1873900"/>
              <a:ext cx="156675" cy="167775"/>
            </a:xfrm>
            <a:custGeom>
              <a:avLst/>
              <a:gdLst/>
              <a:ahLst/>
              <a:cxnLst/>
              <a:rect l="l" t="t" r="r" b="b"/>
              <a:pathLst>
                <a:path w="6267" h="6711" extrusionOk="0">
                  <a:moveTo>
                    <a:pt x="5433" y="1050"/>
                  </a:moveTo>
                  <a:lnTo>
                    <a:pt x="5091" y="776"/>
                  </a:lnTo>
                  <a:lnTo>
                    <a:pt x="4303" y="434"/>
                  </a:lnTo>
                  <a:lnTo>
                    <a:pt x="3950" y="673"/>
                  </a:lnTo>
                  <a:lnTo>
                    <a:pt x="3276" y="833"/>
                  </a:lnTo>
                  <a:lnTo>
                    <a:pt x="3265" y="536"/>
                  </a:lnTo>
                  <a:lnTo>
                    <a:pt x="2569" y="331"/>
                  </a:lnTo>
                  <a:lnTo>
                    <a:pt x="2534" y="0"/>
                  </a:lnTo>
                  <a:lnTo>
                    <a:pt x="2112" y="137"/>
                  </a:lnTo>
                  <a:lnTo>
                    <a:pt x="1599" y="23"/>
                  </a:lnTo>
                  <a:lnTo>
                    <a:pt x="1656" y="502"/>
                  </a:lnTo>
                  <a:lnTo>
                    <a:pt x="1827" y="822"/>
                  </a:lnTo>
                  <a:lnTo>
                    <a:pt x="1393" y="1244"/>
                  </a:lnTo>
                  <a:lnTo>
                    <a:pt x="1256" y="1061"/>
                  </a:lnTo>
                  <a:lnTo>
                    <a:pt x="697" y="1107"/>
                  </a:lnTo>
                  <a:lnTo>
                    <a:pt x="572" y="1290"/>
                  </a:lnTo>
                  <a:lnTo>
                    <a:pt x="708" y="1575"/>
                  </a:lnTo>
                  <a:lnTo>
                    <a:pt x="572" y="2374"/>
                  </a:lnTo>
                  <a:lnTo>
                    <a:pt x="412" y="2705"/>
                  </a:lnTo>
                  <a:lnTo>
                    <a:pt x="1" y="2705"/>
                  </a:lnTo>
                  <a:lnTo>
                    <a:pt x="149" y="3618"/>
                  </a:lnTo>
                  <a:lnTo>
                    <a:pt x="104" y="4211"/>
                  </a:lnTo>
                  <a:lnTo>
                    <a:pt x="241" y="4417"/>
                  </a:lnTo>
                  <a:lnTo>
                    <a:pt x="206" y="4793"/>
                  </a:lnTo>
                  <a:lnTo>
                    <a:pt x="549" y="5033"/>
                  </a:lnTo>
                  <a:lnTo>
                    <a:pt x="1564" y="5193"/>
                  </a:lnTo>
                  <a:lnTo>
                    <a:pt x="1245" y="5797"/>
                  </a:lnTo>
                  <a:lnTo>
                    <a:pt x="1165" y="6437"/>
                  </a:lnTo>
                  <a:lnTo>
                    <a:pt x="1770" y="6437"/>
                  </a:lnTo>
                  <a:lnTo>
                    <a:pt x="1907" y="6242"/>
                  </a:lnTo>
                  <a:lnTo>
                    <a:pt x="2683" y="6505"/>
                  </a:lnTo>
                  <a:lnTo>
                    <a:pt x="2900" y="6471"/>
                  </a:lnTo>
                  <a:lnTo>
                    <a:pt x="3265" y="6710"/>
                  </a:lnTo>
                  <a:lnTo>
                    <a:pt x="3345" y="6482"/>
                  </a:lnTo>
                  <a:lnTo>
                    <a:pt x="3972" y="6528"/>
                  </a:lnTo>
                  <a:lnTo>
                    <a:pt x="4463" y="6357"/>
                  </a:lnTo>
                  <a:lnTo>
                    <a:pt x="4805" y="6379"/>
                  </a:lnTo>
                  <a:lnTo>
                    <a:pt x="5045" y="6562"/>
                  </a:lnTo>
                  <a:lnTo>
                    <a:pt x="5102" y="6414"/>
                  </a:lnTo>
                  <a:lnTo>
                    <a:pt x="4965" y="5843"/>
                  </a:lnTo>
                  <a:lnTo>
                    <a:pt x="5205" y="5729"/>
                  </a:lnTo>
                  <a:lnTo>
                    <a:pt x="5422" y="5307"/>
                  </a:lnTo>
                  <a:lnTo>
                    <a:pt x="5011" y="4942"/>
                  </a:lnTo>
                  <a:lnTo>
                    <a:pt x="4634" y="4725"/>
                  </a:lnTo>
                  <a:lnTo>
                    <a:pt x="4532" y="4359"/>
                  </a:lnTo>
                  <a:lnTo>
                    <a:pt x="4395" y="4086"/>
                  </a:lnTo>
                  <a:lnTo>
                    <a:pt x="4874" y="3903"/>
                  </a:lnTo>
                  <a:lnTo>
                    <a:pt x="5125" y="3686"/>
                  </a:lnTo>
                  <a:lnTo>
                    <a:pt x="5604" y="3515"/>
                  </a:lnTo>
                  <a:lnTo>
                    <a:pt x="5764" y="3344"/>
                  </a:lnTo>
                  <a:lnTo>
                    <a:pt x="5958" y="3447"/>
                  </a:lnTo>
                  <a:lnTo>
                    <a:pt x="6266" y="3355"/>
                  </a:lnTo>
                  <a:lnTo>
                    <a:pt x="5935" y="2796"/>
                  </a:lnTo>
                  <a:lnTo>
                    <a:pt x="5947" y="2499"/>
                  </a:lnTo>
                  <a:lnTo>
                    <a:pt x="5753" y="2031"/>
                  </a:lnTo>
                  <a:lnTo>
                    <a:pt x="5467" y="1712"/>
                  </a:lnTo>
                  <a:lnTo>
                    <a:pt x="5639" y="148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8938;p37">
              <a:extLst>
                <a:ext uri="{FF2B5EF4-FFF2-40B4-BE49-F238E27FC236}">
                  <a16:creationId xmlns:a16="http://schemas.microsoft.com/office/drawing/2014/main" xmlns="" id="{00F9DEDB-F391-4D56-A072-826383FA92CA}"/>
                </a:ext>
              </a:extLst>
            </p:cNvPr>
            <p:cNvSpPr/>
            <p:nvPr/>
          </p:nvSpPr>
          <p:spPr>
            <a:xfrm>
              <a:off x="4551075" y="2824225"/>
              <a:ext cx="32550" cy="39975"/>
            </a:xfrm>
            <a:custGeom>
              <a:avLst/>
              <a:gdLst/>
              <a:ahLst/>
              <a:cxnLst/>
              <a:rect l="l" t="t" r="r" b="b"/>
              <a:pathLst>
                <a:path w="1302" h="1599" extrusionOk="0">
                  <a:moveTo>
                    <a:pt x="1210" y="1108"/>
                  </a:moveTo>
                  <a:lnTo>
                    <a:pt x="845" y="868"/>
                  </a:lnTo>
                  <a:lnTo>
                    <a:pt x="1290" y="651"/>
                  </a:lnTo>
                  <a:lnTo>
                    <a:pt x="1301" y="263"/>
                  </a:lnTo>
                  <a:lnTo>
                    <a:pt x="1107" y="1"/>
                  </a:lnTo>
                  <a:lnTo>
                    <a:pt x="879" y="206"/>
                  </a:lnTo>
                  <a:lnTo>
                    <a:pt x="537" y="138"/>
                  </a:lnTo>
                  <a:lnTo>
                    <a:pt x="263" y="537"/>
                  </a:lnTo>
                  <a:lnTo>
                    <a:pt x="0" y="971"/>
                  </a:lnTo>
                  <a:lnTo>
                    <a:pt x="80" y="1211"/>
                  </a:lnTo>
                  <a:lnTo>
                    <a:pt x="103" y="1496"/>
                  </a:lnTo>
                  <a:lnTo>
                    <a:pt x="548" y="1507"/>
                  </a:lnTo>
                  <a:lnTo>
                    <a:pt x="731" y="1439"/>
                  </a:lnTo>
                  <a:lnTo>
                    <a:pt x="913" y="159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8939;p37">
              <a:extLst>
                <a:ext uri="{FF2B5EF4-FFF2-40B4-BE49-F238E27FC236}">
                  <a16:creationId xmlns:a16="http://schemas.microsoft.com/office/drawing/2014/main" xmlns="" id="{69628793-3C6B-4220-847E-F55042626F5E}"/>
                </a:ext>
              </a:extLst>
            </p:cNvPr>
            <p:cNvSpPr/>
            <p:nvPr/>
          </p:nvSpPr>
          <p:spPr>
            <a:xfrm>
              <a:off x="3855200" y="1815675"/>
              <a:ext cx="77350" cy="62225"/>
            </a:xfrm>
            <a:custGeom>
              <a:avLst/>
              <a:gdLst/>
              <a:ahLst/>
              <a:cxnLst/>
              <a:rect l="l" t="t" r="r" b="b"/>
              <a:pathLst>
                <a:path w="3094" h="2489" extrusionOk="0">
                  <a:moveTo>
                    <a:pt x="3094" y="1793"/>
                  </a:moveTo>
                  <a:lnTo>
                    <a:pt x="2854" y="1370"/>
                  </a:lnTo>
                  <a:lnTo>
                    <a:pt x="1895" y="1656"/>
                  </a:lnTo>
                  <a:lnTo>
                    <a:pt x="2021" y="2009"/>
                  </a:lnTo>
                  <a:lnTo>
                    <a:pt x="2751" y="2489"/>
                  </a:lnTo>
                  <a:close/>
                  <a:moveTo>
                    <a:pt x="1861" y="1062"/>
                  </a:moveTo>
                  <a:lnTo>
                    <a:pt x="1496" y="937"/>
                  </a:lnTo>
                  <a:lnTo>
                    <a:pt x="1393" y="709"/>
                  </a:lnTo>
                  <a:lnTo>
                    <a:pt x="1576" y="423"/>
                  </a:lnTo>
                  <a:lnTo>
                    <a:pt x="1564" y="1"/>
                  </a:lnTo>
                  <a:lnTo>
                    <a:pt x="1051" y="229"/>
                  </a:lnTo>
                  <a:lnTo>
                    <a:pt x="834" y="469"/>
                  </a:lnTo>
                  <a:lnTo>
                    <a:pt x="263" y="526"/>
                  </a:lnTo>
                  <a:lnTo>
                    <a:pt x="92" y="766"/>
                  </a:lnTo>
                  <a:lnTo>
                    <a:pt x="1" y="994"/>
                  </a:lnTo>
                  <a:lnTo>
                    <a:pt x="58" y="1861"/>
                  </a:lnTo>
                  <a:lnTo>
                    <a:pt x="355" y="2352"/>
                  </a:lnTo>
                  <a:lnTo>
                    <a:pt x="868" y="2466"/>
                  </a:lnTo>
                  <a:lnTo>
                    <a:pt x="1290" y="2329"/>
                  </a:lnTo>
                  <a:lnTo>
                    <a:pt x="1085" y="1907"/>
                  </a:lnTo>
                  <a:lnTo>
                    <a:pt x="1519" y="1291"/>
                  </a:lnTo>
                  <a:lnTo>
                    <a:pt x="1724" y="139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8940;p37">
              <a:extLst>
                <a:ext uri="{FF2B5EF4-FFF2-40B4-BE49-F238E27FC236}">
                  <a16:creationId xmlns:a16="http://schemas.microsoft.com/office/drawing/2014/main" xmlns="" id="{D347111A-0221-479C-A03D-1C4A90BBC0E2}"/>
                </a:ext>
              </a:extLst>
            </p:cNvPr>
            <p:cNvSpPr/>
            <p:nvPr/>
          </p:nvSpPr>
          <p:spPr>
            <a:xfrm>
              <a:off x="2301725" y="2660750"/>
              <a:ext cx="71625" cy="52250"/>
            </a:xfrm>
            <a:custGeom>
              <a:avLst/>
              <a:gdLst/>
              <a:ahLst/>
              <a:cxnLst/>
              <a:rect l="l" t="t" r="r" b="b"/>
              <a:pathLst>
                <a:path w="2865" h="2090" extrusionOk="0">
                  <a:moveTo>
                    <a:pt x="137" y="1690"/>
                  </a:moveTo>
                  <a:lnTo>
                    <a:pt x="137" y="1941"/>
                  </a:lnTo>
                  <a:lnTo>
                    <a:pt x="343" y="2089"/>
                  </a:lnTo>
                  <a:lnTo>
                    <a:pt x="708" y="1462"/>
                  </a:lnTo>
                  <a:lnTo>
                    <a:pt x="993" y="1325"/>
                  </a:lnTo>
                  <a:lnTo>
                    <a:pt x="1085" y="1553"/>
                  </a:lnTo>
                  <a:lnTo>
                    <a:pt x="1393" y="1496"/>
                  </a:lnTo>
                  <a:lnTo>
                    <a:pt x="1552" y="1325"/>
                  </a:lnTo>
                  <a:lnTo>
                    <a:pt x="1804" y="1370"/>
                  </a:lnTo>
                  <a:lnTo>
                    <a:pt x="2180" y="1347"/>
                  </a:lnTo>
                  <a:lnTo>
                    <a:pt x="2534" y="1530"/>
                  </a:lnTo>
                  <a:lnTo>
                    <a:pt x="2865" y="1153"/>
                  </a:lnTo>
                  <a:lnTo>
                    <a:pt x="2511" y="834"/>
                  </a:lnTo>
                  <a:lnTo>
                    <a:pt x="2169" y="800"/>
                  </a:lnTo>
                  <a:lnTo>
                    <a:pt x="2203" y="526"/>
                  </a:lnTo>
                  <a:lnTo>
                    <a:pt x="1781" y="549"/>
                  </a:lnTo>
                  <a:lnTo>
                    <a:pt x="1667" y="229"/>
                  </a:lnTo>
                  <a:lnTo>
                    <a:pt x="1461" y="240"/>
                  </a:lnTo>
                  <a:lnTo>
                    <a:pt x="1028" y="12"/>
                  </a:lnTo>
                  <a:lnTo>
                    <a:pt x="400" y="1"/>
                  </a:lnTo>
                  <a:lnTo>
                    <a:pt x="286" y="161"/>
                  </a:lnTo>
                  <a:lnTo>
                    <a:pt x="309" y="663"/>
                  </a:lnTo>
                  <a:lnTo>
                    <a:pt x="206" y="1005"/>
                  </a:lnTo>
                  <a:lnTo>
                    <a:pt x="0" y="1153"/>
                  </a:lnTo>
                  <a:lnTo>
                    <a:pt x="172" y="142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8941;p37">
              <a:extLst>
                <a:ext uri="{FF2B5EF4-FFF2-40B4-BE49-F238E27FC236}">
                  <a16:creationId xmlns:a16="http://schemas.microsoft.com/office/drawing/2014/main" xmlns="" id="{98AC19DF-BB26-402F-830A-5A1AE8611FE9}"/>
                </a:ext>
              </a:extLst>
            </p:cNvPr>
            <p:cNvSpPr/>
            <p:nvPr/>
          </p:nvSpPr>
          <p:spPr>
            <a:xfrm>
              <a:off x="3553075" y="2269025"/>
              <a:ext cx="402875" cy="410600"/>
            </a:xfrm>
            <a:custGeom>
              <a:avLst/>
              <a:gdLst/>
              <a:ahLst/>
              <a:cxnLst/>
              <a:rect l="l" t="t" r="r" b="b"/>
              <a:pathLst>
                <a:path w="16115" h="16424" extrusionOk="0">
                  <a:moveTo>
                    <a:pt x="13056" y="161"/>
                  </a:moveTo>
                  <a:lnTo>
                    <a:pt x="12542" y="218"/>
                  </a:lnTo>
                  <a:lnTo>
                    <a:pt x="12223" y="1"/>
                  </a:lnTo>
                  <a:lnTo>
                    <a:pt x="11424" y="1"/>
                  </a:lnTo>
                  <a:lnTo>
                    <a:pt x="10728" y="377"/>
                  </a:lnTo>
                  <a:lnTo>
                    <a:pt x="10340" y="241"/>
                  </a:lnTo>
                  <a:lnTo>
                    <a:pt x="9096" y="309"/>
                  </a:lnTo>
                  <a:lnTo>
                    <a:pt x="7829" y="480"/>
                  </a:lnTo>
                  <a:lnTo>
                    <a:pt x="7110" y="766"/>
                  </a:lnTo>
                  <a:lnTo>
                    <a:pt x="6631" y="1131"/>
                  </a:lnTo>
                  <a:lnTo>
                    <a:pt x="5821" y="1302"/>
                  </a:lnTo>
                  <a:lnTo>
                    <a:pt x="5090" y="1804"/>
                  </a:lnTo>
                  <a:lnTo>
                    <a:pt x="5375" y="2386"/>
                  </a:lnTo>
                  <a:lnTo>
                    <a:pt x="5421" y="2945"/>
                  </a:lnTo>
                  <a:lnTo>
                    <a:pt x="5672" y="3904"/>
                  </a:lnTo>
                  <a:lnTo>
                    <a:pt x="5878" y="4098"/>
                  </a:lnTo>
                  <a:lnTo>
                    <a:pt x="5729" y="4452"/>
                  </a:lnTo>
                  <a:lnTo>
                    <a:pt x="4736" y="4600"/>
                  </a:lnTo>
                  <a:lnTo>
                    <a:pt x="4371" y="4942"/>
                  </a:lnTo>
                  <a:lnTo>
                    <a:pt x="3938" y="5011"/>
                  </a:lnTo>
                  <a:lnTo>
                    <a:pt x="3892" y="5684"/>
                  </a:lnTo>
                  <a:lnTo>
                    <a:pt x="2990" y="6038"/>
                  </a:lnTo>
                  <a:lnTo>
                    <a:pt x="2694" y="6494"/>
                  </a:lnTo>
                  <a:lnTo>
                    <a:pt x="2066" y="6734"/>
                  </a:lnTo>
                  <a:lnTo>
                    <a:pt x="1290" y="6882"/>
                  </a:lnTo>
                  <a:lnTo>
                    <a:pt x="23" y="7556"/>
                  </a:lnTo>
                  <a:lnTo>
                    <a:pt x="12" y="8617"/>
                  </a:lnTo>
                  <a:lnTo>
                    <a:pt x="12" y="8674"/>
                  </a:lnTo>
                  <a:lnTo>
                    <a:pt x="0" y="8845"/>
                  </a:lnTo>
                  <a:lnTo>
                    <a:pt x="2888" y="11059"/>
                  </a:lnTo>
                  <a:lnTo>
                    <a:pt x="5512" y="13045"/>
                  </a:lnTo>
                  <a:lnTo>
                    <a:pt x="8171" y="15008"/>
                  </a:lnTo>
                  <a:lnTo>
                    <a:pt x="8354" y="15442"/>
                  </a:lnTo>
                  <a:lnTo>
                    <a:pt x="8845" y="15693"/>
                  </a:lnTo>
                  <a:lnTo>
                    <a:pt x="9210" y="15852"/>
                  </a:lnTo>
                  <a:lnTo>
                    <a:pt x="9221" y="16423"/>
                  </a:lnTo>
                  <a:lnTo>
                    <a:pt x="10100" y="16343"/>
                  </a:lnTo>
                  <a:lnTo>
                    <a:pt x="11207" y="15944"/>
                  </a:lnTo>
                  <a:lnTo>
                    <a:pt x="13467" y="14152"/>
                  </a:lnTo>
                  <a:lnTo>
                    <a:pt x="16114" y="12417"/>
                  </a:lnTo>
                  <a:lnTo>
                    <a:pt x="15761" y="11847"/>
                  </a:lnTo>
                  <a:lnTo>
                    <a:pt x="15144" y="11436"/>
                  </a:lnTo>
                  <a:lnTo>
                    <a:pt x="14779" y="11607"/>
                  </a:lnTo>
                  <a:lnTo>
                    <a:pt x="14494" y="11094"/>
                  </a:lnTo>
                  <a:lnTo>
                    <a:pt x="14460" y="10706"/>
                  </a:lnTo>
                  <a:lnTo>
                    <a:pt x="13980" y="10032"/>
                  </a:lnTo>
                  <a:lnTo>
                    <a:pt x="14277" y="9667"/>
                  </a:lnTo>
                  <a:lnTo>
                    <a:pt x="14209" y="9096"/>
                  </a:lnTo>
                  <a:lnTo>
                    <a:pt x="14288" y="8594"/>
                  </a:lnTo>
                  <a:lnTo>
                    <a:pt x="14220" y="8183"/>
                  </a:lnTo>
                  <a:lnTo>
                    <a:pt x="14345" y="7442"/>
                  </a:lnTo>
                  <a:lnTo>
                    <a:pt x="14288" y="7008"/>
                  </a:lnTo>
                  <a:lnTo>
                    <a:pt x="14015" y="6209"/>
                  </a:lnTo>
                  <a:lnTo>
                    <a:pt x="13649" y="4600"/>
                  </a:lnTo>
                  <a:lnTo>
                    <a:pt x="13159" y="4223"/>
                  </a:lnTo>
                  <a:lnTo>
                    <a:pt x="13159" y="4018"/>
                  </a:lnTo>
                  <a:lnTo>
                    <a:pt x="12520" y="3470"/>
                  </a:lnTo>
                  <a:lnTo>
                    <a:pt x="12440" y="2785"/>
                  </a:lnTo>
                  <a:lnTo>
                    <a:pt x="12896" y="2272"/>
                  </a:lnTo>
                  <a:lnTo>
                    <a:pt x="13044" y="1519"/>
                  </a:lnTo>
                  <a:lnTo>
                    <a:pt x="12908" y="62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8942;p37">
              <a:extLst>
                <a:ext uri="{FF2B5EF4-FFF2-40B4-BE49-F238E27FC236}">
                  <a16:creationId xmlns:a16="http://schemas.microsoft.com/office/drawing/2014/main" xmlns="" id="{3302068A-D75C-40A3-B313-1654BFC5F0A6}"/>
                </a:ext>
              </a:extLst>
            </p:cNvPr>
            <p:cNvSpPr/>
            <p:nvPr/>
          </p:nvSpPr>
          <p:spPr>
            <a:xfrm>
              <a:off x="2098875" y="3081000"/>
              <a:ext cx="114725" cy="143550"/>
            </a:xfrm>
            <a:custGeom>
              <a:avLst/>
              <a:gdLst/>
              <a:ahLst/>
              <a:cxnLst/>
              <a:rect l="l" t="t" r="r" b="b"/>
              <a:pathLst>
                <a:path w="4589" h="5742" extrusionOk="0">
                  <a:moveTo>
                    <a:pt x="4474" y="1382"/>
                  </a:moveTo>
                  <a:lnTo>
                    <a:pt x="4132" y="1165"/>
                  </a:lnTo>
                  <a:lnTo>
                    <a:pt x="3732" y="868"/>
                  </a:lnTo>
                  <a:lnTo>
                    <a:pt x="3504" y="1005"/>
                  </a:lnTo>
                  <a:lnTo>
                    <a:pt x="2831" y="880"/>
                  </a:lnTo>
                  <a:lnTo>
                    <a:pt x="2637" y="492"/>
                  </a:lnTo>
                  <a:lnTo>
                    <a:pt x="2488" y="514"/>
                  </a:lnTo>
                  <a:lnTo>
                    <a:pt x="1689" y="1"/>
                  </a:lnTo>
                  <a:lnTo>
                    <a:pt x="1130" y="355"/>
                  </a:lnTo>
                  <a:lnTo>
                    <a:pt x="696" y="549"/>
                  </a:lnTo>
                  <a:lnTo>
                    <a:pt x="754" y="925"/>
                  </a:lnTo>
                  <a:lnTo>
                    <a:pt x="434" y="1507"/>
                  </a:lnTo>
                  <a:lnTo>
                    <a:pt x="286" y="2067"/>
                  </a:lnTo>
                  <a:lnTo>
                    <a:pt x="23" y="2203"/>
                  </a:lnTo>
                  <a:lnTo>
                    <a:pt x="160" y="3037"/>
                  </a:lnTo>
                  <a:lnTo>
                    <a:pt x="0" y="3288"/>
                  </a:lnTo>
                  <a:lnTo>
                    <a:pt x="491" y="3676"/>
                  </a:lnTo>
                  <a:lnTo>
                    <a:pt x="788" y="3265"/>
                  </a:lnTo>
                  <a:lnTo>
                    <a:pt x="970" y="3664"/>
                  </a:lnTo>
                  <a:lnTo>
                    <a:pt x="560" y="4326"/>
                  </a:lnTo>
                  <a:lnTo>
                    <a:pt x="662" y="4714"/>
                  </a:lnTo>
                  <a:lnTo>
                    <a:pt x="445" y="4931"/>
                  </a:lnTo>
                  <a:lnTo>
                    <a:pt x="480" y="5262"/>
                  </a:lnTo>
                  <a:lnTo>
                    <a:pt x="811" y="5182"/>
                  </a:lnTo>
                  <a:lnTo>
                    <a:pt x="1130" y="5285"/>
                  </a:lnTo>
                  <a:lnTo>
                    <a:pt x="1484" y="5741"/>
                  </a:lnTo>
                  <a:lnTo>
                    <a:pt x="1929" y="5376"/>
                  </a:lnTo>
                  <a:lnTo>
                    <a:pt x="2055" y="4760"/>
                  </a:lnTo>
                  <a:lnTo>
                    <a:pt x="2534" y="3972"/>
                  </a:lnTo>
                  <a:lnTo>
                    <a:pt x="3481" y="3619"/>
                  </a:lnTo>
                  <a:lnTo>
                    <a:pt x="4337" y="2660"/>
                  </a:lnTo>
                  <a:lnTo>
                    <a:pt x="4588" y="207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8943;p37">
              <a:extLst>
                <a:ext uri="{FF2B5EF4-FFF2-40B4-BE49-F238E27FC236}">
                  <a16:creationId xmlns:a16="http://schemas.microsoft.com/office/drawing/2014/main" xmlns="" id="{4C100C24-8A65-4477-886A-E1BD91A121C3}"/>
                </a:ext>
              </a:extLst>
            </p:cNvPr>
            <p:cNvSpPr/>
            <p:nvPr/>
          </p:nvSpPr>
          <p:spPr>
            <a:xfrm>
              <a:off x="4196425" y="2395425"/>
              <a:ext cx="248250" cy="217700"/>
            </a:xfrm>
            <a:custGeom>
              <a:avLst/>
              <a:gdLst/>
              <a:ahLst/>
              <a:cxnLst/>
              <a:rect l="l" t="t" r="r" b="b"/>
              <a:pathLst>
                <a:path w="9930" h="8708" extrusionOk="0">
                  <a:moveTo>
                    <a:pt x="2820" y="514"/>
                  </a:moveTo>
                  <a:lnTo>
                    <a:pt x="2044" y="240"/>
                  </a:lnTo>
                  <a:lnTo>
                    <a:pt x="1279" y="0"/>
                  </a:lnTo>
                  <a:lnTo>
                    <a:pt x="275" y="35"/>
                  </a:lnTo>
                  <a:lnTo>
                    <a:pt x="12" y="457"/>
                  </a:lnTo>
                  <a:lnTo>
                    <a:pt x="172" y="845"/>
                  </a:lnTo>
                  <a:lnTo>
                    <a:pt x="1" y="1404"/>
                  </a:lnTo>
                  <a:lnTo>
                    <a:pt x="286" y="2123"/>
                  </a:lnTo>
                  <a:lnTo>
                    <a:pt x="469" y="5364"/>
                  </a:lnTo>
                  <a:lnTo>
                    <a:pt x="617" y="8708"/>
                  </a:lnTo>
                  <a:lnTo>
                    <a:pt x="3767" y="8708"/>
                  </a:lnTo>
                  <a:lnTo>
                    <a:pt x="6814" y="8708"/>
                  </a:lnTo>
                  <a:lnTo>
                    <a:pt x="9929" y="8708"/>
                  </a:lnTo>
                  <a:lnTo>
                    <a:pt x="9781" y="8514"/>
                  </a:lnTo>
                  <a:lnTo>
                    <a:pt x="8811" y="7704"/>
                  </a:lnTo>
                  <a:lnTo>
                    <a:pt x="8754" y="7110"/>
                  </a:lnTo>
                  <a:lnTo>
                    <a:pt x="8902" y="6951"/>
                  </a:lnTo>
                  <a:lnTo>
                    <a:pt x="8149" y="5946"/>
                  </a:lnTo>
                  <a:lnTo>
                    <a:pt x="7864" y="5433"/>
                  </a:lnTo>
                  <a:lnTo>
                    <a:pt x="7533" y="4931"/>
                  </a:lnTo>
                  <a:lnTo>
                    <a:pt x="6848" y="3527"/>
                  </a:lnTo>
                  <a:lnTo>
                    <a:pt x="6289" y="2614"/>
                  </a:lnTo>
                  <a:lnTo>
                    <a:pt x="5890" y="1655"/>
                  </a:lnTo>
                  <a:lnTo>
                    <a:pt x="5958" y="1575"/>
                  </a:lnTo>
                  <a:lnTo>
                    <a:pt x="6620" y="2865"/>
                  </a:lnTo>
                  <a:lnTo>
                    <a:pt x="7008" y="3287"/>
                  </a:lnTo>
                  <a:lnTo>
                    <a:pt x="7293" y="3572"/>
                  </a:lnTo>
                  <a:lnTo>
                    <a:pt x="7464" y="3413"/>
                  </a:lnTo>
                  <a:lnTo>
                    <a:pt x="7636" y="2933"/>
                  </a:lnTo>
                  <a:lnTo>
                    <a:pt x="7727" y="2249"/>
                  </a:lnTo>
                  <a:lnTo>
                    <a:pt x="7921" y="1895"/>
                  </a:lnTo>
                  <a:lnTo>
                    <a:pt x="7818" y="1655"/>
                  </a:lnTo>
                  <a:lnTo>
                    <a:pt x="7259" y="343"/>
                  </a:lnTo>
                  <a:lnTo>
                    <a:pt x="7259" y="343"/>
                  </a:lnTo>
                  <a:lnTo>
                    <a:pt x="6905" y="571"/>
                  </a:lnTo>
                  <a:lnTo>
                    <a:pt x="6300" y="514"/>
                  </a:lnTo>
                  <a:lnTo>
                    <a:pt x="5673" y="297"/>
                  </a:lnTo>
                  <a:lnTo>
                    <a:pt x="5513" y="605"/>
                  </a:lnTo>
                  <a:lnTo>
                    <a:pt x="5273" y="149"/>
                  </a:lnTo>
                  <a:lnTo>
                    <a:pt x="4714" y="35"/>
                  </a:lnTo>
                  <a:lnTo>
                    <a:pt x="4052" y="115"/>
                  </a:lnTo>
                  <a:lnTo>
                    <a:pt x="3744" y="377"/>
                  </a:lnTo>
                  <a:lnTo>
                    <a:pt x="3196" y="66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8944;p37">
              <a:extLst>
                <a:ext uri="{FF2B5EF4-FFF2-40B4-BE49-F238E27FC236}">
                  <a16:creationId xmlns:a16="http://schemas.microsoft.com/office/drawing/2014/main" xmlns="" id="{B33DFBF9-C7BC-47E5-A96B-AD2BB67AF241}"/>
                </a:ext>
              </a:extLst>
            </p:cNvPr>
            <p:cNvSpPr/>
            <p:nvPr/>
          </p:nvSpPr>
          <p:spPr>
            <a:xfrm>
              <a:off x="4442375" y="2703850"/>
              <a:ext cx="136400" cy="125550"/>
            </a:xfrm>
            <a:custGeom>
              <a:avLst/>
              <a:gdLst/>
              <a:ahLst/>
              <a:cxnLst/>
              <a:rect l="l" t="t" r="r" b="b"/>
              <a:pathLst>
                <a:path w="5456" h="5022" extrusionOk="0">
                  <a:moveTo>
                    <a:pt x="2739" y="2328"/>
                  </a:moveTo>
                  <a:lnTo>
                    <a:pt x="2283" y="1883"/>
                  </a:lnTo>
                  <a:lnTo>
                    <a:pt x="2032" y="1050"/>
                  </a:lnTo>
                  <a:lnTo>
                    <a:pt x="1495" y="0"/>
                  </a:lnTo>
                  <a:lnTo>
                    <a:pt x="1130" y="514"/>
                  </a:lnTo>
                  <a:lnTo>
                    <a:pt x="559" y="662"/>
                  </a:lnTo>
                  <a:lnTo>
                    <a:pt x="331" y="947"/>
                  </a:lnTo>
                  <a:lnTo>
                    <a:pt x="274" y="1541"/>
                  </a:lnTo>
                  <a:lnTo>
                    <a:pt x="0" y="2887"/>
                  </a:lnTo>
                  <a:lnTo>
                    <a:pt x="103" y="3241"/>
                  </a:lnTo>
                  <a:lnTo>
                    <a:pt x="1027" y="3424"/>
                  </a:lnTo>
                  <a:lnTo>
                    <a:pt x="1244" y="2762"/>
                  </a:lnTo>
                  <a:lnTo>
                    <a:pt x="1746" y="3173"/>
                  </a:lnTo>
                  <a:lnTo>
                    <a:pt x="2203" y="2956"/>
                  </a:lnTo>
                  <a:lnTo>
                    <a:pt x="2397" y="3138"/>
                  </a:lnTo>
                  <a:lnTo>
                    <a:pt x="2956" y="3161"/>
                  </a:lnTo>
                  <a:lnTo>
                    <a:pt x="3652" y="3515"/>
                  </a:lnTo>
                  <a:lnTo>
                    <a:pt x="3880" y="3823"/>
                  </a:lnTo>
                  <a:lnTo>
                    <a:pt x="4245" y="4131"/>
                  </a:lnTo>
                  <a:lnTo>
                    <a:pt x="4599" y="4656"/>
                  </a:lnTo>
                  <a:lnTo>
                    <a:pt x="4885" y="4953"/>
                  </a:lnTo>
                  <a:lnTo>
                    <a:pt x="5227" y="5021"/>
                  </a:lnTo>
                  <a:lnTo>
                    <a:pt x="5455" y="4816"/>
                  </a:lnTo>
                  <a:lnTo>
                    <a:pt x="5056" y="4542"/>
                  </a:lnTo>
                  <a:lnTo>
                    <a:pt x="4782" y="4223"/>
                  </a:lnTo>
                  <a:lnTo>
                    <a:pt x="4325" y="3698"/>
                  </a:lnTo>
                  <a:lnTo>
                    <a:pt x="3869" y="318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8945;p37">
              <a:extLst>
                <a:ext uri="{FF2B5EF4-FFF2-40B4-BE49-F238E27FC236}">
                  <a16:creationId xmlns:a16="http://schemas.microsoft.com/office/drawing/2014/main" xmlns="" id="{744A3853-5B2A-4C46-8C3E-08A057862F32}"/>
                </a:ext>
              </a:extLst>
            </p:cNvPr>
            <p:cNvSpPr/>
            <p:nvPr/>
          </p:nvSpPr>
          <p:spPr>
            <a:xfrm>
              <a:off x="4098000" y="1776025"/>
              <a:ext cx="76500" cy="44825"/>
            </a:xfrm>
            <a:custGeom>
              <a:avLst/>
              <a:gdLst/>
              <a:ahLst/>
              <a:cxnLst/>
              <a:rect l="l" t="t" r="r" b="b"/>
              <a:pathLst>
                <a:path w="3060" h="1793" extrusionOk="0">
                  <a:moveTo>
                    <a:pt x="1553" y="1"/>
                  </a:moveTo>
                  <a:lnTo>
                    <a:pt x="765" y="126"/>
                  </a:lnTo>
                  <a:lnTo>
                    <a:pt x="1" y="354"/>
                  </a:lnTo>
                  <a:lnTo>
                    <a:pt x="126" y="845"/>
                  </a:lnTo>
                  <a:lnTo>
                    <a:pt x="594" y="1142"/>
                  </a:lnTo>
                  <a:lnTo>
                    <a:pt x="811" y="1028"/>
                  </a:lnTo>
                  <a:lnTo>
                    <a:pt x="822" y="1530"/>
                  </a:lnTo>
                  <a:lnTo>
                    <a:pt x="1359" y="1382"/>
                  </a:lnTo>
                  <a:lnTo>
                    <a:pt x="1655" y="1484"/>
                  </a:lnTo>
                  <a:lnTo>
                    <a:pt x="2283" y="1792"/>
                  </a:lnTo>
                  <a:lnTo>
                    <a:pt x="2819" y="1792"/>
                  </a:lnTo>
                  <a:lnTo>
                    <a:pt x="3048" y="1518"/>
                  </a:lnTo>
                  <a:lnTo>
                    <a:pt x="2694" y="742"/>
                  </a:lnTo>
                  <a:lnTo>
                    <a:pt x="3059" y="252"/>
                  </a:lnTo>
                  <a:lnTo>
                    <a:pt x="2934" y="115"/>
                  </a:lnTo>
                  <a:lnTo>
                    <a:pt x="2934" y="115"/>
                  </a:lnTo>
                  <a:lnTo>
                    <a:pt x="2283" y="13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8946;p37">
              <a:extLst>
                <a:ext uri="{FF2B5EF4-FFF2-40B4-BE49-F238E27FC236}">
                  <a16:creationId xmlns:a16="http://schemas.microsoft.com/office/drawing/2014/main" xmlns="" id="{6CE0082A-9657-42D0-AB66-7747710FE26A}"/>
                </a:ext>
              </a:extLst>
            </p:cNvPr>
            <p:cNvSpPr/>
            <p:nvPr/>
          </p:nvSpPr>
          <p:spPr>
            <a:xfrm>
              <a:off x="4380175" y="2772875"/>
              <a:ext cx="296175" cy="261650"/>
            </a:xfrm>
            <a:custGeom>
              <a:avLst/>
              <a:gdLst/>
              <a:ahLst/>
              <a:cxnLst/>
              <a:rect l="l" t="t" r="r" b="b"/>
              <a:pathLst>
                <a:path w="11847" h="10466" extrusionOk="0">
                  <a:moveTo>
                    <a:pt x="3732" y="1"/>
                  </a:moveTo>
                  <a:lnTo>
                    <a:pt x="3515" y="663"/>
                  </a:lnTo>
                  <a:lnTo>
                    <a:pt x="2591" y="480"/>
                  </a:lnTo>
                  <a:lnTo>
                    <a:pt x="2488" y="1268"/>
                  </a:lnTo>
                  <a:lnTo>
                    <a:pt x="2191" y="2146"/>
                  </a:lnTo>
                  <a:lnTo>
                    <a:pt x="1735" y="2603"/>
                  </a:lnTo>
                  <a:lnTo>
                    <a:pt x="1404" y="3288"/>
                  </a:lnTo>
                  <a:lnTo>
                    <a:pt x="1336" y="3664"/>
                  </a:lnTo>
                  <a:lnTo>
                    <a:pt x="970" y="3915"/>
                  </a:lnTo>
                  <a:lnTo>
                    <a:pt x="765" y="4874"/>
                  </a:lnTo>
                  <a:lnTo>
                    <a:pt x="765" y="4977"/>
                  </a:lnTo>
                  <a:lnTo>
                    <a:pt x="799" y="5684"/>
                  </a:lnTo>
                  <a:lnTo>
                    <a:pt x="685" y="5969"/>
                  </a:lnTo>
                  <a:lnTo>
                    <a:pt x="251" y="5992"/>
                  </a:lnTo>
                  <a:lnTo>
                    <a:pt x="0" y="6506"/>
                  </a:lnTo>
                  <a:lnTo>
                    <a:pt x="480" y="6574"/>
                  </a:lnTo>
                  <a:lnTo>
                    <a:pt x="890" y="7019"/>
                  </a:lnTo>
                  <a:lnTo>
                    <a:pt x="1039" y="7373"/>
                  </a:lnTo>
                  <a:lnTo>
                    <a:pt x="1404" y="7590"/>
                  </a:lnTo>
                  <a:lnTo>
                    <a:pt x="1906" y="8571"/>
                  </a:lnTo>
                  <a:lnTo>
                    <a:pt x="2317" y="8731"/>
                  </a:lnTo>
                  <a:lnTo>
                    <a:pt x="2317" y="9245"/>
                  </a:lnTo>
                  <a:lnTo>
                    <a:pt x="2602" y="9541"/>
                  </a:lnTo>
                  <a:lnTo>
                    <a:pt x="3161" y="9541"/>
                  </a:lnTo>
                  <a:lnTo>
                    <a:pt x="4189" y="10306"/>
                  </a:lnTo>
                  <a:lnTo>
                    <a:pt x="4451" y="10306"/>
                  </a:lnTo>
                  <a:lnTo>
                    <a:pt x="4634" y="10295"/>
                  </a:lnTo>
                  <a:lnTo>
                    <a:pt x="4805" y="10397"/>
                  </a:lnTo>
                  <a:lnTo>
                    <a:pt x="5341" y="10466"/>
                  </a:lnTo>
                  <a:lnTo>
                    <a:pt x="5569" y="10078"/>
                  </a:lnTo>
                  <a:lnTo>
                    <a:pt x="6300" y="9713"/>
                  </a:lnTo>
                  <a:lnTo>
                    <a:pt x="6631" y="10009"/>
                  </a:lnTo>
                  <a:lnTo>
                    <a:pt x="7167" y="10009"/>
                  </a:lnTo>
                  <a:lnTo>
                    <a:pt x="7384" y="9724"/>
                  </a:lnTo>
                  <a:lnTo>
                    <a:pt x="7898" y="9713"/>
                  </a:lnTo>
                  <a:lnTo>
                    <a:pt x="8594" y="9073"/>
                  </a:lnTo>
                  <a:lnTo>
                    <a:pt x="9655" y="9028"/>
                  </a:lnTo>
                  <a:lnTo>
                    <a:pt x="11846" y="6300"/>
                  </a:lnTo>
                  <a:lnTo>
                    <a:pt x="11161" y="6312"/>
                  </a:lnTo>
                  <a:lnTo>
                    <a:pt x="8525" y="5228"/>
                  </a:lnTo>
                  <a:lnTo>
                    <a:pt x="8217" y="4919"/>
                  </a:lnTo>
                  <a:lnTo>
                    <a:pt x="7909" y="4474"/>
                  </a:lnTo>
                  <a:lnTo>
                    <a:pt x="7601" y="3972"/>
                  </a:lnTo>
                  <a:lnTo>
                    <a:pt x="7761" y="3653"/>
                  </a:lnTo>
                  <a:lnTo>
                    <a:pt x="7567" y="3493"/>
                  </a:lnTo>
                  <a:lnTo>
                    <a:pt x="7384" y="3561"/>
                  </a:lnTo>
                  <a:lnTo>
                    <a:pt x="6939" y="3550"/>
                  </a:lnTo>
                  <a:lnTo>
                    <a:pt x="6916" y="3265"/>
                  </a:lnTo>
                  <a:lnTo>
                    <a:pt x="6848" y="3025"/>
                  </a:lnTo>
                  <a:lnTo>
                    <a:pt x="7099" y="2591"/>
                  </a:lnTo>
                  <a:lnTo>
                    <a:pt x="7373" y="2192"/>
                  </a:lnTo>
                  <a:lnTo>
                    <a:pt x="7087" y="1895"/>
                  </a:lnTo>
                  <a:lnTo>
                    <a:pt x="6733" y="1370"/>
                  </a:lnTo>
                  <a:lnTo>
                    <a:pt x="6368" y="1062"/>
                  </a:lnTo>
                  <a:lnTo>
                    <a:pt x="6140" y="754"/>
                  </a:lnTo>
                  <a:lnTo>
                    <a:pt x="5444" y="389"/>
                  </a:lnTo>
                  <a:lnTo>
                    <a:pt x="4885" y="377"/>
                  </a:lnTo>
                  <a:lnTo>
                    <a:pt x="4691" y="195"/>
                  </a:lnTo>
                  <a:lnTo>
                    <a:pt x="4234" y="41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8947;p37">
              <a:extLst>
                <a:ext uri="{FF2B5EF4-FFF2-40B4-BE49-F238E27FC236}">
                  <a16:creationId xmlns:a16="http://schemas.microsoft.com/office/drawing/2014/main" xmlns="" id="{931DD8B2-64A2-403C-BF22-754AC7787568}"/>
                </a:ext>
              </a:extLst>
            </p:cNvPr>
            <p:cNvSpPr/>
            <p:nvPr/>
          </p:nvSpPr>
          <p:spPr>
            <a:xfrm>
              <a:off x="4022100" y="1565475"/>
              <a:ext cx="189775" cy="205450"/>
            </a:xfrm>
            <a:custGeom>
              <a:avLst/>
              <a:gdLst/>
              <a:ahLst/>
              <a:cxnLst/>
              <a:rect l="l" t="t" r="r" b="b"/>
              <a:pathLst>
                <a:path w="7591" h="8218" extrusionOk="0">
                  <a:moveTo>
                    <a:pt x="4623" y="845"/>
                  </a:moveTo>
                  <a:lnTo>
                    <a:pt x="4737" y="309"/>
                  </a:lnTo>
                  <a:lnTo>
                    <a:pt x="3915" y="0"/>
                  </a:lnTo>
                  <a:lnTo>
                    <a:pt x="3094" y="263"/>
                  </a:lnTo>
                  <a:lnTo>
                    <a:pt x="2934" y="822"/>
                  </a:lnTo>
                  <a:lnTo>
                    <a:pt x="2455" y="1165"/>
                  </a:lnTo>
                  <a:lnTo>
                    <a:pt x="1781" y="971"/>
                  </a:lnTo>
                  <a:lnTo>
                    <a:pt x="1028" y="1016"/>
                  </a:lnTo>
                  <a:lnTo>
                    <a:pt x="298" y="605"/>
                  </a:lnTo>
                  <a:lnTo>
                    <a:pt x="1" y="799"/>
                  </a:lnTo>
                  <a:lnTo>
                    <a:pt x="834" y="1187"/>
                  </a:lnTo>
                  <a:lnTo>
                    <a:pt x="1861" y="1712"/>
                  </a:lnTo>
                  <a:lnTo>
                    <a:pt x="2112" y="2911"/>
                  </a:lnTo>
                  <a:lnTo>
                    <a:pt x="2375" y="3230"/>
                  </a:lnTo>
                  <a:lnTo>
                    <a:pt x="3288" y="3595"/>
                  </a:lnTo>
                  <a:lnTo>
                    <a:pt x="3425" y="3926"/>
                  </a:lnTo>
                  <a:lnTo>
                    <a:pt x="3048" y="4097"/>
                  </a:lnTo>
                  <a:lnTo>
                    <a:pt x="1804" y="4965"/>
                  </a:lnTo>
                  <a:lnTo>
                    <a:pt x="1336" y="5478"/>
                  </a:lnTo>
                  <a:lnTo>
                    <a:pt x="1119" y="5958"/>
                  </a:lnTo>
                  <a:lnTo>
                    <a:pt x="1542" y="6688"/>
                  </a:lnTo>
                  <a:lnTo>
                    <a:pt x="1519" y="7510"/>
                  </a:lnTo>
                  <a:lnTo>
                    <a:pt x="2192" y="7772"/>
                  </a:lnTo>
                  <a:lnTo>
                    <a:pt x="2637" y="8217"/>
                  </a:lnTo>
                  <a:lnTo>
                    <a:pt x="3653" y="8046"/>
                  </a:lnTo>
                  <a:lnTo>
                    <a:pt x="4714" y="7749"/>
                  </a:lnTo>
                  <a:lnTo>
                    <a:pt x="5855" y="7681"/>
                  </a:lnTo>
                  <a:lnTo>
                    <a:pt x="5855" y="7681"/>
                  </a:lnTo>
                  <a:lnTo>
                    <a:pt x="6985" y="6620"/>
                  </a:lnTo>
                  <a:lnTo>
                    <a:pt x="7453" y="6152"/>
                  </a:lnTo>
                  <a:lnTo>
                    <a:pt x="7590" y="5741"/>
                  </a:lnTo>
                  <a:lnTo>
                    <a:pt x="6540" y="5182"/>
                  </a:lnTo>
                  <a:lnTo>
                    <a:pt x="6677" y="4657"/>
                  </a:lnTo>
                  <a:lnTo>
                    <a:pt x="5970" y="4063"/>
                  </a:lnTo>
                  <a:lnTo>
                    <a:pt x="6221" y="3378"/>
                  </a:lnTo>
                  <a:lnTo>
                    <a:pt x="5308" y="2488"/>
                  </a:lnTo>
                  <a:lnTo>
                    <a:pt x="5707" y="1895"/>
                  </a:lnTo>
                  <a:lnTo>
                    <a:pt x="4680" y="137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8948;p37">
              <a:extLst>
                <a:ext uri="{FF2B5EF4-FFF2-40B4-BE49-F238E27FC236}">
                  <a16:creationId xmlns:a16="http://schemas.microsoft.com/office/drawing/2014/main" xmlns="" id="{9F89D05F-86E5-4934-9741-774CFA6E8CBB}"/>
                </a:ext>
              </a:extLst>
            </p:cNvPr>
            <p:cNvSpPr/>
            <p:nvPr/>
          </p:nvSpPr>
          <p:spPr>
            <a:xfrm>
              <a:off x="7224100" y="3476725"/>
              <a:ext cx="63625" cy="50250"/>
            </a:xfrm>
            <a:custGeom>
              <a:avLst/>
              <a:gdLst/>
              <a:ahLst/>
              <a:cxnLst/>
              <a:rect l="l" t="t" r="r" b="b"/>
              <a:pathLst>
                <a:path w="2545" h="2010" extrusionOk="0">
                  <a:moveTo>
                    <a:pt x="2545" y="1"/>
                  </a:moveTo>
                  <a:lnTo>
                    <a:pt x="2020" y="286"/>
                  </a:lnTo>
                  <a:lnTo>
                    <a:pt x="1746" y="332"/>
                  </a:lnTo>
                  <a:lnTo>
                    <a:pt x="1301" y="514"/>
                  </a:lnTo>
                  <a:lnTo>
                    <a:pt x="1335" y="857"/>
                  </a:lnTo>
                  <a:lnTo>
                    <a:pt x="1883" y="674"/>
                  </a:lnTo>
                  <a:lnTo>
                    <a:pt x="2442" y="446"/>
                  </a:lnTo>
                  <a:close/>
                  <a:moveTo>
                    <a:pt x="970" y="1153"/>
                  </a:moveTo>
                  <a:lnTo>
                    <a:pt x="742" y="1302"/>
                  </a:lnTo>
                  <a:lnTo>
                    <a:pt x="422" y="1187"/>
                  </a:lnTo>
                  <a:lnTo>
                    <a:pt x="34" y="1496"/>
                  </a:lnTo>
                  <a:lnTo>
                    <a:pt x="0" y="1895"/>
                  </a:lnTo>
                  <a:lnTo>
                    <a:pt x="422" y="2009"/>
                  </a:lnTo>
                  <a:lnTo>
                    <a:pt x="936" y="1884"/>
                  </a:lnTo>
                  <a:lnTo>
                    <a:pt x="1187" y="141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8949;p37">
              <a:extLst>
                <a:ext uri="{FF2B5EF4-FFF2-40B4-BE49-F238E27FC236}">
                  <a16:creationId xmlns:a16="http://schemas.microsoft.com/office/drawing/2014/main" xmlns="" id="{DA776E87-AE42-4319-8E14-B5AAD626FEC9}"/>
                </a:ext>
              </a:extLst>
            </p:cNvPr>
            <p:cNvSpPr/>
            <p:nvPr/>
          </p:nvSpPr>
          <p:spPr>
            <a:xfrm>
              <a:off x="3897425" y="3059625"/>
              <a:ext cx="113300" cy="142950"/>
            </a:xfrm>
            <a:custGeom>
              <a:avLst/>
              <a:gdLst/>
              <a:ahLst/>
              <a:cxnLst/>
              <a:rect l="l" t="t" r="r" b="b"/>
              <a:pathLst>
                <a:path w="4532" h="5718" extrusionOk="0">
                  <a:moveTo>
                    <a:pt x="3447" y="34"/>
                  </a:moveTo>
                  <a:lnTo>
                    <a:pt x="3345" y="0"/>
                  </a:lnTo>
                  <a:lnTo>
                    <a:pt x="2854" y="114"/>
                  </a:lnTo>
                  <a:lnTo>
                    <a:pt x="2375" y="0"/>
                  </a:lnTo>
                  <a:lnTo>
                    <a:pt x="1998" y="57"/>
                  </a:lnTo>
                  <a:lnTo>
                    <a:pt x="1998" y="1141"/>
                  </a:lnTo>
                  <a:lnTo>
                    <a:pt x="834" y="1141"/>
                  </a:lnTo>
                  <a:lnTo>
                    <a:pt x="560" y="1175"/>
                  </a:lnTo>
                  <a:lnTo>
                    <a:pt x="400" y="1860"/>
                  </a:lnTo>
                  <a:lnTo>
                    <a:pt x="218" y="2522"/>
                  </a:lnTo>
                  <a:lnTo>
                    <a:pt x="35" y="2807"/>
                  </a:lnTo>
                  <a:lnTo>
                    <a:pt x="1" y="3104"/>
                  </a:lnTo>
                  <a:lnTo>
                    <a:pt x="492" y="4051"/>
                  </a:lnTo>
                  <a:lnTo>
                    <a:pt x="1017" y="4805"/>
                  </a:lnTo>
                  <a:lnTo>
                    <a:pt x="1850" y="5718"/>
                  </a:lnTo>
                  <a:lnTo>
                    <a:pt x="2454" y="5215"/>
                  </a:lnTo>
                  <a:lnTo>
                    <a:pt x="2158" y="4611"/>
                  </a:lnTo>
                  <a:lnTo>
                    <a:pt x="2432" y="4382"/>
                  </a:lnTo>
                  <a:lnTo>
                    <a:pt x="2968" y="4280"/>
                  </a:lnTo>
                  <a:lnTo>
                    <a:pt x="3048" y="3880"/>
                  </a:lnTo>
                  <a:lnTo>
                    <a:pt x="3470" y="4302"/>
                  </a:lnTo>
                  <a:lnTo>
                    <a:pt x="4166" y="4348"/>
                  </a:lnTo>
                  <a:lnTo>
                    <a:pt x="4417" y="3914"/>
                  </a:lnTo>
                  <a:lnTo>
                    <a:pt x="4531" y="3310"/>
                  </a:lnTo>
                  <a:lnTo>
                    <a:pt x="4440" y="2602"/>
                  </a:lnTo>
                  <a:lnTo>
                    <a:pt x="4052" y="2066"/>
                  </a:lnTo>
                  <a:lnTo>
                    <a:pt x="4395" y="1004"/>
                  </a:lnTo>
                  <a:lnTo>
                    <a:pt x="4201" y="833"/>
                  </a:lnTo>
                  <a:lnTo>
                    <a:pt x="3596" y="913"/>
                  </a:lnTo>
                  <a:lnTo>
                    <a:pt x="3390" y="43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8950;p37">
              <a:extLst>
                <a:ext uri="{FF2B5EF4-FFF2-40B4-BE49-F238E27FC236}">
                  <a16:creationId xmlns:a16="http://schemas.microsoft.com/office/drawing/2014/main" xmlns="" id="{CEEE6BEC-8BE8-4B55-AABC-D92A1D8B1FE1}"/>
                </a:ext>
              </a:extLst>
            </p:cNvPr>
            <p:cNvSpPr/>
            <p:nvPr/>
          </p:nvSpPr>
          <p:spPr>
            <a:xfrm>
              <a:off x="3593575" y="1796275"/>
              <a:ext cx="156375" cy="186625"/>
            </a:xfrm>
            <a:custGeom>
              <a:avLst/>
              <a:gdLst/>
              <a:ahLst/>
              <a:cxnLst/>
              <a:rect l="l" t="t" r="r" b="b"/>
              <a:pathLst>
                <a:path w="6255" h="7465" extrusionOk="0">
                  <a:moveTo>
                    <a:pt x="1302" y="3470"/>
                  </a:moveTo>
                  <a:lnTo>
                    <a:pt x="606" y="2945"/>
                  </a:lnTo>
                  <a:lnTo>
                    <a:pt x="47" y="2980"/>
                  </a:lnTo>
                  <a:lnTo>
                    <a:pt x="161" y="3436"/>
                  </a:lnTo>
                  <a:lnTo>
                    <a:pt x="1" y="3892"/>
                  </a:lnTo>
                  <a:lnTo>
                    <a:pt x="423" y="3881"/>
                  </a:lnTo>
                  <a:lnTo>
                    <a:pt x="914" y="4064"/>
                  </a:lnTo>
                  <a:close/>
                  <a:moveTo>
                    <a:pt x="3162" y="1"/>
                  </a:moveTo>
                  <a:lnTo>
                    <a:pt x="2375" y="69"/>
                  </a:lnTo>
                  <a:lnTo>
                    <a:pt x="1861" y="12"/>
                  </a:lnTo>
                  <a:lnTo>
                    <a:pt x="1336" y="697"/>
                  </a:lnTo>
                  <a:lnTo>
                    <a:pt x="1062" y="1576"/>
                  </a:lnTo>
                  <a:lnTo>
                    <a:pt x="1370" y="1998"/>
                  </a:lnTo>
                  <a:lnTo>
                    <a:pt x="1393" y="2831"/>
                  </a:lnTo>
                  <a:lnTo>
                    <a:pt x="1758" y="2432"/>
                  </a:lnTo>
                  <a:lnTo>
                    <a:pt x="1964" y="2660"/>
                  </a:lnTo>
                  <a:lnTo>
                    <a:pt x="1713" y="3037"/>
                  </a:lnTo>
                  <a:lnTo>
                    <a:pt x="1861" y="3265"/>
                  </a:lnTo>
                  <a:lnTo>
                    <a:pt x="2671" y="3425"/>
                  </a:lnTo>
                  <a:lnTo>
                    <a:pt x="2683" y="3425"/>
                  </a:lnTo>
                  <a:lnTo>
                    <a:pt x="3128" y="3961"/>
                  </a:lnTo>
                  <a:lnTo>
                    <a:pt x="3014" y="4463"/>
                  </a:lnTo>
                  <a:lnTo>
                    <a:pt x="3014" y="4463"/>
                  </a:lnTo>
                  <a:lnTo>
                    <a:pt x="1998" y="4383"/>
                  </a:lnTo>
                  <a:lnTo>
                    <a:pt x="1861" y="4954"/>
                  </a:lnTo>
                  <a:lnTo>
                    <a:pt x="2226" y="5422"/>
                  </a:lnTo>
                  <a:lnTo>
                    <a:pt x="1507" y="5696"/>
                  </a:lnTo>
                  <a:lnTo>
                    <a:pt x="1690" y="6038"/>
                  </a:lnTo>
                  <a:lnTo>
                    <a:pt x="2763" y="6175"/>
                  </a:lnTo>
                  <a:lnTo>
                    <a:pt x="2763" y="6175"/>
                  </a:lnTo>
                  <a:lnTo>
                    <a:pt x="2146" y="6369"/>
                  </a:lnTo>
                  <a:lnTo>
                    <a:pt x="1108" y="7293"/>
                  </a:lnTo>
                  <a:lnTo>
                    <a:pt x="1462" y="7464"/>
                  </a:lnTo>
                  <a:lnTo>
                    <a:pt x="1964" y="7134"/>
                  </a:lnTo>
                  <a:lnTo>
                    <a:pt x="2603" y="7236"/>
                  </a:lnTo>
                  <a:lnTo>
                    <a:pt x="3071" y="6814"/>
                  </a:lnTo>
                  <a:lnTo>
                    <a:pt x="3390" y="6985"/>
                  </a:lnTo>
                  <a:lnTo>
                    <a:pt x="4566" y="6746"/>
                  </a:lnTo>
                  <a:lnTo>
                    <a:pt x="5502" y="6757"/>
                  </a:lnTo>
                  <a:lnTo>
                    <a:pt x="6106" y="6289"/>
                  </a:lnTo>
                  <a:lnTo>
                    <a:pt x="5844" y="5844"/>
                  </a:lnTo>
                  <a:lnTo>
                    <a:pt x="6186" y="5593"/>
                  </a:lnTo>
                  <a:lnTo>
                    <a:pt x="6255" y="5034"/>
                  </a:lnTo>
                  <a:lnTo>
                    <a:pt x="5422" y="4863"/>
                  </a:lnTo>
                  <a:lnTo>
                    <a:pt x="5239" y="4532"/>
                  </a:lnTo>
                  <a:lnTo>
                    <a:pt x="4828" y="3550"/>
                  </a:lnTo>
                  <a:lnTo>
                    <a:pt x="4372" y="3413"/>
                  </a:lnTo>
                  <a:lnTo>
                    <a:pt x="3790" y="2397"/>
                  </a:lnTo>
                  <a:lnTo>
                    <a:pt x="3733" y="2306"/>
                  </a:lnTo>
                  <a:lnTo>
                    <a:pt x="3048" y="2249"/>
                  </a:lnTo>
                  <a:lnTo>
                    <a:pt x="3641" y="1496"/>
                  </a:lnTo>
                  <a:lnTo>
                    <a:pt x="3824" y="800"/>
                  </a:lnTo>
                  <a:lnTo>
                    <a:pt x="3116" y="800"/>
                  </a:lnTo>
                  <a:lnTo>
                    <a:pt x="2443" y="91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8951;p37">
              <a:extLst>
                <a:ext uri="{FF2B5EF4-FFF2-40B4-BE49-F238E27FC236}">
                  <a16:creationId xmlns:a16="http://schemas.microsoft.com/office/drawing/2014/main" xmlns="" id="{705D4132-0BCE-4D0D-8E24-DE1E33A1B04E}"/>
                </a:ext>
              </a:extLst>
            </p:cNvPr>
            <p:cNvSpPr/>
            <p:nvPr/>
          </p:nvSpPr>
          <p:spPr>
            <a:xfrm>
              <a:off x="4445800" y="2124375"/>
              <a:ext cx="131825" cy="54825"/>
            </a:xfrm>
            <a:custGeom>
              <a:avLst/>
              <a:gdLst/>
              <a:ahLst/>
              <a:cxnLst/>
              <a:rect l="l" t="t" r="r" b="b"/>
              <a:pathLst>
                <a:path w="5273" h="2193" extrusionOk="0">
                  <a:moveTo>
                    <a:pt x="2876" y="720"/>
                  </a:moveTo>
                  <a:lnTo>
                    <a:pt x="1803" y="298"/>
                  </a:lnTo>
                  <a:lnTo>
                    <a:pt x="708" y="161"/>
                  </a:lnTo>
                  <a:lnTo>
                    <a:pt x="69" y="1"/>
                  </a:lnTo>
                  <a:lnTo>
                    <a:pt x="0" y="104"/>
                  </a:lnTo>
                  <a:lnTo>
                    <a:pt x="308" y="366"/>
                  </a:lnTo>
                  <a:lnTo>
                    <a:pt x="742" y="469"/>
                  </a:lnTo>
                  <a:lnTo>
                    <a:pt x="1221" y="800"/>
                  </a:lnTo>
                  <a:lnTo>
                    <a:pt x="1518" y="1393"/>
                  </a:lnTo>
                  <a:lnTo>
                    <a:pt x="1484" y="1781"/>
                  </a:lnTo>
                  <a:lnTo>
                    <a:pt x="2248" y="1736"/>
                  </a:lnTo>
                  <a:lnTo>
                    <a:pt x="3047" y="2169"/>
                  </a:lnTo>
                  <a:lnTo>
                    <a:pt x="4029" y="2021"/>
                  </a:lnTo>
                  <a:lnTo>
                    <a:pt x="4188" y="1884"/>
                  </a:lnTo>
                  <a:lnTo>
                    <a:pt x="4793" y="2135"/>
                  </a:lnTo>
                  <a:lnTo>
                    <a:pt x="5193" y="2192"/>
                  </a:lnTo>
                  <a:lnTo>
                    <a:pt x="5273" y="2101"/>
                  </a:lnTo>
                  <a:lnTo>
                    <a:pt x="4816" y="1610"/>
                  </a:lnTo>
                  <a:lnTo>
                    <a:pt x="4976" y="1485"/>
                  </a:lnTo>
                  <a:lnTo>
                    <a:pt x="4474" y="1290"/>
                  </a:lnTo>
                  <a:lnTo>
                    <a:pt x="4177" y="925"/>
                  </a:lnTo>
                  <a:lnTo>
                    <a:pt x="3447" y="743"/>
                  </a:lnTo>
                  <a:lnTo>
                    <a:pt x="3036" y="88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8952;p37">
              <a:extLst>
                <a:ext uri="{FF2B5EF4-FFF2-40B4-BE49-F238E27FC236}">
                  <a16:creationId xmlns:a16="http://schemas.microsoft.com/office/drawing/2014/main" xmlns="" id="{CF118CDD-6395-48E4-8AFB-FF513E2FDC91}"/>
                </a:ext>
              </a:extLst>
            </p:cNvPr>
            <p:cNvSpPr/>
            <p:nvPr/>
          </p:nvSpPr>
          <p:spPr>
            <a:xfrm>
              <a:off x="3656350" y="2860475"/>
              <a:ext cx="85900" cy="144950"/>
            </a:xfrm>
            <a:custGeom>
              <a:avLst/>
              <a:gdLst/>
              <a:ahLst/>
              <a:cxnLst/>
              <a:rect l="l" t="t" r="r" b="b"/>
              <a:pathLst>
                <a:path w="3436" h="5798" extrusionOk="0">
                  <a:moveTo>
                    <a:pt x="2614" y="69"/>
                  </a:moveTo>
                  <a:lnTo>
                    <a:pt x="2249" y="0"/>
                  </a:lnTo>
                  <a:lnTo>
                    <a:pt x="1986" y="149"/>
                  </a:lnTo>
                  <a:lnTo>
                    <a:pt x="1644" y="69"/>
                  </a:lnTo>
                  <a:lnTo>
                    <a:pt x="263" y="114"/>
                  </a:lnTo>
                  <a:lnTo>
                    <a:pt x="229" y="628"/>
                  </a:lnTo>
                  <a:lnTo>
                    <a:pt x="343" y="1313"/>
                  </a:lnTo>
                  <a:lnTo>
                    <a:pt x="548" y="2614"/>
                  </a:lnTo>
                  <a:lnTo>
                    <a:pt x="217" y="3367"/>
                  </a:lnTo>
                  <a:lnTo>
                    <a:pt x="1" y="4394"/>
                  </a:lnTo>
                  <a:lnTo>
                    <a:pt x="343" y="5181"/>
                  </a:lnTo>
                  <a:lnTo>
                    <a:pt x="320" y="5535"/>
                  </a:lnTo>
                  <a:lnTo>
                    <a:pt x="1028" y="5798"/>
                  </a:lnTo>
                  <a:lnTo>
                    <a:pt x="1747" y="5524"/>
                  </a:lnTo>
                  <a:lnTo>
                    <a:pt x="2203" y="5227"/>
                  </a:lnTo>
                  <a:lnTo>
                    <a:pt x="3436" y="4679"/>
                  </a:lnTo>
                  <a:lnTo>
                    <a:pt x="3264" y="4371"/>
                  </a:lnTo>
                  <a:lnTo>
                    <a:pt x="3059" y="3801"/>
                  </a:lnTo>
                  <a:lnTo>
                    <a:pt x="3002" y="3344"/>
                  </a:lnTo>
                  <a:lnTo>
                    <a:pt x="3173" y="2522"/>
                  </a:lnTo>
                  <a:lnTo>
                    <a:pt x="2968" y="2203"/>
                  </a:lnTo>
                  <a:lnTo>
                    <a:pt x="2888" y="1473"/>
                  </a:lnTo>
                  <a:lnTo>
                    <a:pt x="2899" y="811"/>
                  </a:lnTo>
                  <a:lnTo>
                    <a:pt x="2557" y="34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8953;p37">
              <a:extLst>
                <a:ext uri="{FF2B5EF4-FFF2-40B4-BE49-F238E27FC236}">
                  <a16:creationId xmlns:a16="http://schemas.microsoft.com/office/drawing/2014/main" xmlns="" id="{9DB1C371-3588-48F4-AB6D-27235E7936F0}"/>
                </a:ext>
              </a:extLst>
            </p:cNvPr>
            <p:cNvSpPr/>
            <p:nvPr/>
          </p:nvSpPr>
          <p:spPr>
            <a:xfrm>
              <a:off x="3419550" y="2826525"/>
              <a:ext cx="145250" cy="119850"/>
            </a:xfrm>
            <a:custGeom>
              <a:avLst/>
              <a:gdLst/>
              <a:ahLst/>
              <a:cxnLst/>
              <a:rect l="l" t="t" r="r" b="b"/>
              <a:pathLst>
                <a:path w="5810" h="4794" extrusionOk="0">
                  <a:moveTo>
                    <a:pt x="2899" y="137"/>
                  </a:moveTo>
                  <a:lnTo>
                    <a:pt x="2785" y="194"/>
                  </a:lnTo>
                  <a:lnTo>
                    <a:pt x="2363" y="114"/>
                  </a:lnTo>
                  <a:lnTo>
                    <a:pt x="2306" y="217"/>
                  </a:lnTo>
                  <a:lnTo>
                    <a:pt x="2112" y="229"/>
                  </a:lnTo>
                  <a:lnTo>
                    <a:pt x="1541" y="23"/>
                  </a:lnTo>
                  <a:lnTo>
                    <a:pt x="1164" y="0"/>
                  </a:lnTo>
                  <a:lnTo>
                    <a:pt x="1142" y="308"/>
                  </a:lnTo>
                  <a:lnTo>
                    <a:pt x="1062" y="400"/>
                  </a:lnTo>
                  <a:lnTo>
                    <a:pt x="1119" y="708"/>
                  </a:lnTo>
                  <a:lnTo>
                    <a:pt x="1005" y="833"/>
                  </a:lnTo>
                  <a:lnTo>
                    <a:pt x="822" y="833"/>
                  </a:lnTo>
                  <a:lnTo>
                    <a:pt x="617" y="970"/>
                  </a:lnTo>
                  <a:lnTo>
                    <a:pt x="377" y="959"/>
                  </a:lnTo>
                  <a:lnTo>
                    <a:pt x="0" y="1404"/>
                  </a:lnTo>
                  <a:lnTo>
                    <a:pt x="229" y="1564"/>
                  </a:lnTo>
                  <a:lnTo>
                    <a:pt x="343" y="1758"/>
                  </a:lnTo>
                  <a:lnTo>
                    <a:pt x="445" y="2157"/>
                  </a:lnTo>
                  <a:lnTo>
                    <a:pt x="628" y="2328"/>
                  </a:lnTo>
                  <a:lnTo>
                    <a:pt x="845" y="2454"/>
                  </a:lnTo>
                  <a:lnTo>
                    <a:pt x="1142" y="2808"/>
                  </a:lnTo>
                  <a:lnTo>
                    <a:pt x="1484" y="3344"/>
                  </a:lnTo>
                  <a:lnTo>
                    <a:pt x="1918" y="2945"/>
                  </a:lnTo>
                  <a:lnTo>
                    <a:pt x="2020" y="2705"/>
                  </a:lnTo>
                  <a:lnTo>
                    <a:pt x="2157" y="2500"/>
                  </a:lnTo>
                  <a:lnTo>
                    <a:pt x="2374" y="2477"/>
                  </a:lnTo>
                  <a:lnTo>
                    <a:pt x="2557" y="2306"/>
                  </a:lnTo>
                  <a:lnTo>
                    <a:pt x="3196" y="2306"/>
                  </a:lnTo>
                  <a:lnTo>
                    <a:pt x="3413" y="2625"/>
                  </a:lnTo>
                  <a:lnTo>
                    <a:pt x="3584" y="3013"/>
                  </a:lnTo>
                  <a:lnTo>
                    <a:pt x="3561" y="3276"/>
                  </a:lnTo>
                  <a:lnTo>
                    <a:pt x="3687" y="3515"/>
                  </a:lnTo>
                  <a:lnTo>
                    <a:pt x="3687" y="3846"/>
                  </a:lnTo>
                  <a:lnTo>
                    <a:pt x="3903" y="3801"/>
                  </a:lnTo>
                  <a:lnTo>
                    <a:pt x="4075" y="3766"/>
                  </a:lnTo>
                  <a:lnTo>
                    <a:pt x="4280" y="3675"/>
                  </a:lnTo>
                  <a:lnTo>
                    <a:pt x="4611" y="4223"/>
                  </a:lnTo>
                  <a:lnTo>
                    <a:pt x="4554" y="4599"/>
                  </a:lnTo>
                  <a:lnTo>
                    <a:pt x="4714" y="4782"/>
                  </a:lnTo>
                  <a:lnTo>
                    <a:pt x="4942" y="4793"/>
                  </a:lnTo>
                  <a:lnTo>
                    <a:pt x="5102" y="4428"/>
                  </a:lnTo>
                  <a:lnTo>
                    <a:pt x="5330" y="4451"/>
                  </a:lnTo>
                  <a:lnTo>
                    <a:pt x="5455" y="4451"/>
                  </a:lnTo>
                  <a:lnTo>
                    <a:pt x="5501" y="4052"/>
                  </a:lnTo>
                  <a:lnTo>
                    <a:pt x="5444" y="3880"/>
                  </a:lnTo>
                  <a:lnTo>
                    <a:pt x="5524" y="3755"/>
                  </a:lnTo>
                  <a:lnTo>
                    <a:pt x="5809" y="3641"/>
                  </a:lnTo>
                  <a:lnTo>
                    <a:pt x="5627" y="2910"/>
                  </a:lnTo>
                  <a:lnTo>
                    <a:pt x="5444" y="2545"/>
                  </a:lnTo>
                  <a:lnTo>
                    <a:pt x="5513" y="2226"/>
                  </a:lnTo>
                  <a:lnTo>
                    <a:pt x="5672" y="2157"/>
                  </a:lnTo>
                  <a:lnTo>
                    <a:pt x="5421" y="1906"/>
                  </a:lnTo>
                  <a:lnTo>
                    <a:pt x="5467" y="1632"/>
                  </a:lnTo>
                  <a:lnTo>
                    <a:pt x="5364" y="1530"/>
                  </a:lnTo>
                  <a:lnTo>
                    <a:pt x="5193" y="1621"/>
                  </a:lnTo>
                  <a:lnTo>
                    <a:pt x="5227" y="1313"/>
                  </a:lnTo>
                  <a:lnTo>
                    <a:pt x="5398" y="1084"/>
                  </a:lnTo>
                  <a:lnTo>
                    <a:pt x="5067" y="708"/>
                  </a:lnTo>
                  <a:lnTo>
                    <a:pt x="4988" y="457"/>
                  </a:lnTo>
                  <a:lnTo>
                    <a:pt x="4794" y="263"/>
                  </a:lnTo>
                  <a:lnTo>
                    <a:pt x="4645" y="229"/>
                  </a:lnTo>
                  <a:lnTo>
                    <a:pt x="4451" y="365"/>
                  </a:lnTo>
                  <a:lnTo>
                    <a:pt x="4200" y="480"/>
                  </a:lnTo>
                  <a:lnTo>
                    <a:pt x="3972" y="674"/>
                  </a:lnTo>
                  <a:lnTo>
                    <a:pt x="3629" y="605"/>
                  </a:lnTo>
                  <a:lnTo>
                    <a:pt x="3413" y="377"/>
                  </a:lnTo>
                  <a:lnTo>
                    <a:pt x="3287" y="343"/>
                  </a:lnTo>
                  <a:lnTo>
                    <a:pt x="3070" y="457"/>
                  </a:lnTo>
                  <a:lnTo>
                    <a:pt x="2945" y="45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8954;p37">
              <a:extLst>
                <a:ext uri="{FF2B5EF4-FFF2-40B4-BE49-F238E27FC236}">
                  <a16:creationId xmlns:a16="http://schemas.microsoft.com/office/drawing/2014/main" xmlns="" id="{E9E96F16-9D41-4E96-9CC0-9FC2F030797E}"/>
                </a:ext>
              </a:extLst>
            </p:cNvPr>
            <p:cNvSpPr/>
            <p:nvPr/>
          </p:nvSpPr>
          <p:spPr>
            <a:xfrm>
              <a:off x="3386450" y="2797425"/>
              <a:ext cx="59650" cy="16850"/>
            </a:xfrm>
            <a:custGeom>
              <a:avLst/>
              <a:gdLst/>
              <a:ahLst/>
              <a:cxnLst/>
              <a:rect l="l" t="t" r="r" b="b"/>
              <a:pathLst>
                <a:path w="2386" h="674" extrusionOk="0">
                  <a:moveTo>
                    <a:pt x="1" y="651"/>
                  </a:moveTo>
                  <a:lnTo>
                    <a:pt x="720" y="674"/>
                  </a:lnTo>
                  <a:lnTo>
                    <a:pt x="914" y="537"/>
                  </a:lnTo>
                  <a:lnTo>
                    <a:pt x="1062" y="537"/>
                  </a:lnTo>
                  <a:lnTo>
                    <a:pt x="1359" y="331"/>
                  </a:lnTo>
                  <a:lnTo>
                    <a:pt x="1701" y="525"/>
                  </a:lnTo>
                  <a:lnTo>
                    <a:pt x="2043" y="537"/>
                  </a:lnTo>
                  <a:lnTo>
                    <a:pt x="2386" y="331"/>
                  </a:lnTo>
                  <a:lnTo>
                    <a:pt x="2226" y="69"/>
                  </a:lnTo>
                  <a:lnTo>
                    <a:pt x="1963" y="228"/>
                  </a:lnTo>
                  <a:lnTo>
                    <a:pt x="1712" y="217"/>
                  </a:lnTo>
                  <a:lnTo>
                    <a:pt x="1416" y="0"/>
                  </a:lnTo>
                  <a:lnTo>
                    <a:pt x="1153" y="12"/>
                  </a:lnTo>
                  <a:lnTo>
                    <a:pt x="971" y="228"/>
                  </a:lnTo>
                  <a:lnTo>
                    <a:pt x="103" y="25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8955;p37">
              <a:extLst>
                <a:ext uri="{FF2B5EF4-FFF2-40B4-BE49-F238E27FC236}">
                  <a16:creationId xmlns:a16="http://schemas.microsoft.com/office/drawing/2014/main" xmlns="" id="{1D2A5655-09B6-4542-919C-2DFE586CCC0A}"/>
                </a:ext>
              </a:extLst>
            </p:cNvPr>
            <p:cNvSpPr/>
            <p:nvPr/>
          </p:nvSpPr>
          <p:spPr>
            <a:xfrm>
              <a:off x="3389300" y="2825675"/>
              <a:ext cx="59375" cy="35950"/>
            </a:xfrm>
            <a:custGeom>
              <a:avLst/>
              <a:gdLst/>
              <a:ahLst/>
              <a:cxnLst/>
              <a:rect l="l" t="t" r="r" b="b"/>
              <a:pathLst>
                <a:path w="2375" h="1438" extrusionOk="0">
                  <a:moveTo>
                    <a:pt x="2374" y="34"/>
                  </a:moveTo>
                  <a:lnTo>
                    <a:pt x="902" y="0"/>
                  </a:lnTo>
                  <a:lnTo>
                    <a:pt x="685" y="91"/>
                  </a:lnTo>
                  <a:lnTo>
                    <a:pt x="434" y="69"/>
                  </a:lnTo>
                  <a:lnTo>
                    <a:pt x="1" y="228"/>
                  </a:lnTo>
                  <a:lnTo>
                    <a:pt x="46" y="411"/>
                  </a:lnTo>
                  <a:lnTo>
                    <a:pt x="286" y="605"/>
                  </a:lnTo>
                  <a:lnTo>
                    <a:pt x="286" y="742"/>
                  </a:lnTo>
                  <a:lnTo>
                    <a:pt x="457" y="993"/>
                  </a:lnTo>
                  <a:lnTo>
                    <a:pt x="800" y="1061"/>
                  </a:lnTo>
                  <a:lnTo>
                    <a:pt x="1210" y="1438"/>
                  </a:lnTo>
                  <a:lnTo>
                    <a:pt x="1587" y="993"/>
                  </a:lnTo>
                  <a:lnTo>
                    <a:pt x="1827" y="1004"/>
                  </a:lnTo>
                  <a:lnTo>
                    <a:pt x="2032" y="867"/>
                  </a:lnTo>
                  <a:lnTo>
                    <a:pt x="2215" y="867"/>
                  </a:lnTo>
                  <a:lnTo>
                    <a:pt x="2329" y="742"/>
                  </a:lnTo>
                  <a:lnTo>
                    <a:pt x="2272" y="434"/>
                  </a:lnTo>
                  <a:lnTo>
                    <a:pt x="2352" y="34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8956;p37">
              <a:extLst>
                <a:ext uri="{FF2B5EF4-FFF2-40B4-BE49-F238E27FC236}">
                  <a16:creationId xmlns:a16="http://schemas.microsoft.com/office/drawing/2014/main" xmlns="" id="{CB0856F3-3F84-414F-9801-66BB0926FB0C}"/>
                </a:ext>
              </a:extLst>
            </p:cNvPr>
            <p:cNvSpPr/>
            <p:nvPr/>
          </p:nvSpPr>
          <p:spPr>
            <a:xfrm>
              <a:off x="3907700" y="3060175"/>
              <a:ext cx="39675" cy="28850"/>
            </a:xfrm>
            <a:custGeom>
              <a:avLst/>
              <a:gdLst/>
              <a:ahLst/>
              <a:cxnLst/>
              <a:rect l="l" t="t" r="r" b="b"/>
              <a:pathLst>
                <a:path w="1587" h="1154" extrusionOk="0">
                  <a:moveTo>
                    <a:pt x="1587" y="24"/>
                  </a:moveTo>
                  <a:lnTo>
                    <a:pt x="275" y="1"/>
                  </a:lnTo>
                  <a:lnTo>
                    <a:pt x="1" y="1028"/>
                  </a:lnTo>
                  <a:lnTo>
                    <a:pt x="149" y="1153"/>
                  </a:lnTo>
                  <a:lnTo>
                    <a:pt x="423" y="1119"/>
                  </a:lnTo>
                  <a:lnTo>
                    <a:pt x="1587" y="111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8957;p37">
              <a:extLst>
                <a:ext uri="{FF2B5EF4-FFF2-40B4-BE49-F238E27FC236}">
                  <a16:creationId xmlns:a16="http://schemas.microsoft.com/office/drawing/2014/main" xmlns="" id="{48CD362B-79A8-4E52-87C8-113C1F27CD90}"/>
                </a:ext>
              </a:extLst>
            </p:cNvPr>
            <p:cNvSpPr/>
            <p:nvPr/>
          </p:nvSpPr>
          <p:spPr>
            <a:xfrm>
              <a:off x="4094300" y="2162625"/>
              <a:ext cx="123275" cy="157225"/>
            </a:xfrm>
            <a:custGeom>
              <a:avLst/>
              <a:gdLst/>
              <a:ahLst/>
              <a:cxnLst/>
              <a:rect l="l" t="t" r="r" b="b"/>
              <a:pathLst>
                <a:path w="4931" h="6289" extrusionOk="0">
                  <a:moveTo>
                    <a:pt x="2945" y="5558"/>
                  </a:moveTo>
                  <a:lnTo>
                    <a:pt x="2830" y="5957"/>
                  </a:lnTo>
                  <a:lnTo>
                    <a:pt x="3766" y="6128"/>
                  </a:lnTo>
                  <a:lnTo>
                    <a:pt x="3766" y="6288"/>
                  </a:lnTo>
                  <a:lnTo>
                    <a:pt x="4850" y="6208"/>
                  </a:lnTo>
                  <a:lnTo>
                    <a:pt x="4930" y="5934"/>
                  </a:lnTo>
                  <a:lnTo>
                    <a:pt x="4531" y="6049"/>
                  </a:lnTo>
                  <a:lnTo>
                    <a:pt x="4531" y="5889"/>
                  </a:lnTo>
                  <a:lnTo>
                    <a:pt x="3972" y="5820"/>
                  </a:lnTo>
                  <a:lnTo>
                    <a:pt x="3390" y="5877"/>
                  </a:lnTo>
                  <a:close/>
                  <a:moveTo>
                    <a:pt x="4588" y="228"/>
                  </a:moveTo>
                  <a:lnTo>
                    <a:pt x="4200" y="0"/>
                  </a:lnTo>
                  <a:lnTo>
                    <a:pt x="4246" y="422"/>
                  </a:lnTo>
                  <a:lnTo>
                    <a:pt x="3584" y="514"/>
                  </a:lnTo>
                  <a:lnTo>
                    <a:pt x="3024" y="206"/>
                  </a:lnTo>
                  <a:lnTo>
                    <a:pt x="2465" y="457"/>
                  </a:lnTo>
                  <a:lnTo>
                    <a:pt x="1929" y="422"/>
                  </a:lnTo>
                  <a:lnTo>
                    <a:pt x="1792" y="457"/>
                  </a:lnTo>
                  <a:lnTo>
                    <a:pt x="1689" y="616"/>
                  </a:lnTo>
                  <a:lnTo>
                    <a:pt x="1290" y="594"/>
                  </a:lnTo>
                  <a:lnTo>
                    <a:pt x="1016" y="776"/>
                  </a:lnTo>
                  <a:lnTo>
                    <a:pt x="548" y="867"/>
                  </a:lnTo>
                  <a:lnTo>
                    <a:pt x="548" y="1096"/>
                  </a:lnTo>
                  <a:lnTo>
                    <a:pt x="320" y="1221"/>
                  </a:lnTo>
                  <a:lnTo>
                    <a:pt x="308" y="1529"/>
                  </a:lnTo>
                  <a:lnTo>
                    <a:pt x="0" y="1952"/>
                  </a:lnTo>
                  <a:lnTo>
                    <a:pt x="80" y="2226"/>
                  </a:lnTo>
                  <a:lnTo>
                    <a:pt x="491" y="2739"/>
                  </a:lnTo>
                  <a:lnTo>
                    <a:pt x="822" y="3161"/>
                  </a:lnTo>
                  <a:lnTo>
                    <a:pt x="1005" y="3778"/>
                  </a:lnTo>
                  <a:lnTo>
                    <a:pt x="1335" y="4508"/>
                  </a:lnTo>
                  <a:lnTo>
                    <a:pt x="1986" y="4919"/>
                  </a:lnTo>
                  <a:lnTo>
                    <a:pt x="2477" y="4907"/>
                  </a:lnTo>
                  <a:lnTo>
                    <a:pt x="2134" y="4097"/>
                  </a:lnTo>
                  <a:lnTo>
                    <a:pt x="2602" y="3994"/>
                  </a:lnTo>
                  <a:lnTo>
                    <a:pt x="2328" y="3527"/>
                  </a:lnTo>
                  <a:lnTo>
                    <a:pt x="3036" y="3766"/>
                  </a:lnTo>
                  <a:lnTo>
                    <a:pt x="2979" y="3241"/>
                  </a:lnTo>
                  <a:lnTo>
                    <a:pt x="2602" y="2979"/>
                  </a:lnTo>
                  <a:lnTo>
                    <a:pt x="2146" y="2556"/>
                  </a:lnTo>
                  <a:lnTo>
                    <a:pt x="2397" y="2351"/>
                  </a:lnTo>
                  <a:lnTo>
                    <a:pt x="1997" y="1929"/>
                  </a:lnTo>
                  <a:lnTo>
                    <a:pt x="1769" y="1381"/>
                  </a:lnTo>
                  <a:lnTo>
                    <a:pt x="1895" y="1198"/>
                  </a:lnTo>
                  <a:lnTo>
                    <a:pt x="2328" y="1655"/>
                  </a:lnTo>
                  <a:lnTo>
                    <a:pt x="2739" y="1655"/>
                  </a:lnTo>
                  <a:lnTo>
                    <a:pt x="3104" y="1507"/>
                  </a:lnTo>
                  <a:lnTo>
                    <a:pt x="2545" y="993"/>
                  </a:lnTo>
                  <a:lnTo>
                    <a:pt x="3413" y="765"/>
                  </a:lnTo>
                  <a:lnTo>
                    <a:pt x="3801" y="856"/>
                  </a:lnTo>
                  <a:lnTo>
                    <a:pt x="4257" y="879"/>
                  </a:lnTo>
                  <a:lnTo>
                    <a:pt x="4405" y="77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8958;p37">
              <a:extLst>
                <a:ext uri="{FF2B5EF4-FFF2-40B4-BE49-F238E27FC236}">
                  <a16:creationId xmlns:a16="http://schemas.microsoft.com/office/drawing/2014/main" xmlns="" id="{91478EF3-902D-45C3-BBC8-3980D3C841D9}"/>
                </a:ext>
              </a:extLst>
            </p:cNvPr>
            <p:cNvSpPr/>
            <p:nvPr/>
          </p:nvSpPr>
          <p:spPr>
            <a:xfrm>
              <a:off x="2778475" y="1342375"/>
              <a:ext cx="794300" cy="424550"/>
            </a:xfrm>
            <a:custGeom>
              <a:avLst/>
              <a:gdLst/>
              <a:ahLst/>
              <a:cxnLst/>
              <a:rect l="l" t="t" r="r" b="b"/>
              <a:pathLst>
                <a:path w="31772" h="16982" extrusionOk="0">
                  <a:moveTo>
                    <a:pt x="24982" y="57"/>
                  </a:moveTo>
                  <a:lnTo>
                    <a:pt x="21273" y="0"/>
                  </a:lnTo>
                  <a:lnTo>
                    <a:pt x="19584" y="34"/>
                  </a:lnTo>
                  <a:lnTo>
                    <a:pt x="18876" y="228"/>
                  </a:lnTo>
                  <a:lnTo>
                    <a:pt x="17233" y="206"/>
                  </a:lnTo>
                  <a:lnTo>
                    <a:pt x="15418" y="514"/>
                  </a:lnTo>
                  <a:lnTo>
                    <a:pt x="15190" y="753"/>
                  </a:lnTo>
                  <a:lnTo>
                    <a:pt x="16148" y="1050"/>
                  </a:lnTo>
                  <a:lnTo>
                    <a:pt x="15258" y="867"/>
                  </a:lnTo>
                  <a:lnTo>
                    <a:pt x="14619" y="822"/>
                  </a:lnTo>
                  <a:lnTo>
                    <a:pt x="13626" y="628"/>
                  </a:lnTo>
                  <a:lnTo>
                    <a:pt x="12109" y="925"/>
                  </a:lnTo>
                  <a:lnTo>
                    <a:pt x="11721" y="753"/>
                  </a:lnTo>
                  <a:lnTo>
                    <a:pt x="10237" y="753"/>
                  </a:lnTo>
                  <a:lnTo>
                    <a:pt x="8685" y="833"/>
                  </a:lnTo>
                  <a:lnTo>
                    <a:pt x="7418" y="982"/>
                  </a:lnTo>
                  <a:lnTo>
                    <a:pt x="7384" y="1233"/>
                  </a:lnTo>
                  <a:lnTo>
                    <a:pt x="6631" y="1313"/>
                  </a:lnTo>
                  <a:lnTo>
                    <a:pt x="4554" y="1723"/>
                  </a:lnTo>
                  <a:lnTo>
                    <a:pt x="3892" y="1963"/>
                  </a:lnTo>
                  <a:lnTo>
                    <a:pt x="5044" y="2180"/>
                  </a:lnTo>
                  <a:lnTo>
                    <a:pt x="4645" y="2408"/>
                  </a:lnTo>
                  <a:lnTo>
                    <a:pt x="2522" y="2716"/>
                  </a:lnTo>
                  <a:lnTo>
                    <a:pt x="308" y="3036"/>
                  </a:lnTo>
                  <a:lnTo>
                    <a:pt x="0" y="3275"/>
                  </a:lnTo>
                  <a:lnTo>
                    <a:pt x="913" y="3561"/>
                  </a:lnTo>
                  <a:lnTo>
                    <a:pt x="2979" y="3732"/>
                  </a:lnTo>
                  <a:lnTo>
                    <a:pt x="1906" y="3766"/>
                  </a:lnTo>
                  <a:lnTo>
                    <a:pt x="354" y="3972"/>
                  </a:lnTo>
                  <a:lnTo>
                    <a:pt x="890" y="4417"/>
                  </a:lnTo>
                  <a:lnTo>
                    <a:pt x="1324" y="4633"/>
                  </a:lnTo>
                  <a:lnTo>
                    <a:pt x="2659" y="4588"/>
                  </a:lnTo>
                  <a:lnTo>
                    <a:pt x="4109" y="4565"/>
                  </a:lnTo>
                  <a:lnTo>
                    <a:pt x="5193" y="4599"/>
                  </a:lnTo>
                  <a:lnTo>
                    <a:pt x="6334" y="5022"/>
                  </a:lnTo>
                  <a:lnTo>
                    <a:pt x="6129" y="5318"/>
                  </a:lnTo>
                  <a:lnTo>
                    <a:pt x="6642" y="5592"/>
                  </a:lnTo>
                  <a:lnTo>
                    <a:pt x="6848" y="6345"/>
                  </a:lnTo>
                  <a:lnTo>
                    <a:pt x="6984" y="6859"/>
                  </a:lnTo>
                  <a:lnTo>
                    <a:pt x="7190" y="7133"/>
                  </a:lnTo>
                  <a:lnTo>
                    <a:pt x="6186" y="7817"/>
                  </a:lnTo>
                  <a:lnTo>
                    <a:pt x="6562" y="8000"/>
                  </a:lnTo>
                  <a:lnTo>
                    <a:pt x="7190" y="7886"/>
                  </a:lnTo>
                  <a:lnTo>
                    <a:pt x="7555" y="8148"/>
                  </a:lnTo>
                  <a:lnTo>
                    <a:pt x="8308" y="8628"/>
                  </a:lnTo>
                  <a:lnTo>
                    <a:pt x="7247" y="8434"/>
                  </a:lnTo>
                  <a:lnTo>
                    <a:pt x="6699" y="8434"/>
                  </a:lnTo>
                  <a:lnTo>
                    <a:pt x="6277" y="8833"/>
                  </a:lnTo>
                  <a:lnTo>
                    <a:pt x="6060" y="9347"/>
                  </a:lnTo>
                  <a:lnTo>
                    <a:pt x="6665" y="9598"/>
                  </a:lnTo>
                  <a:lnTo>
                    <a:pt x="7236" y="9484"/>
                  </a:lnTo>
                  <a:lnTo>
                    <a:pt x="7601" y="9370"/>
                  </a:lnTo>
                  <a:lnTo>
                    <a:pt x="8388" y="9096"/>
                  </a:lnTo>
                  <a:lnTo>
                    <a:pt x="7989" y="9701"/>
                  </a:lnTo>
                  <a:lnTo>
                    <a:pt x="7612" y="10020"/>
                  </a:lnTo>
                  <a:lnTo>
                    <a:pt x="6608" y="10305"/>
                  </a:lnTo>
                  <a:lnTo>
                    <a:pt x="5604" y="11207"/>
                  </a:lnTo>
                  <a:lnTo>
                    <a:pt x="5889" y="11492"/>
                  </a:lnTo>
                  <a:lnTo>
                    <a:pt x="5410" y="12063"/>
                  </a:lnTo>
                  <a:lnTo>
                    <a:pt x="5935" y="12805"/>
                  </a:lnTo>
                  <a:lnTo>
                    <a:pt x="5718" y="13524"/>
                  </a:lnTo>
                  <a:lnTo>
                    <a:pt x="5820" y="14049"/>
                  </a:lnTo>
                  <a:lnTo>
                    <a:pt x="6505" y="15064"/>
                  </a:lnTo>
                  <a:lnTo>
                    <a:pt x="6619" y="15863"/>
                  </a:lnTo>
                  <a:lnTo>
                    <a:pt x="7064" y="16320"/>
                  </a:lnTo>
                  <a:lnTo>
                    <a:pt x="8331" y="16320"/>
                  </a:lnTo>
                  <a:lnTo>
                    <a:pt x="9039" y="16981"/>
                  </a:lnTo>
                  <a:lnTo>
                    <a:pt x="9974" y="16947"/>
                  </a:lnTo>
                  <a:lnTo>
                    <a:pt x="10556" y="16126"/>
                  </a:lnTo>
                  <a:lnTo>
                    <a:pt x="11059" y="15441"/>
                  </a:lnTo>
                  <a:lnTo>
                    <a:pt x="11013" y="14813"/>
                  </a:lnTo>
                  <a:lnTo>
                    <a:pt x="12234" y="14163"/>
                  </a:lnTo>
                  <a:lnTo>
                    <a:pt x="12713" y="13638"/>
                  </a:lnTo>
                  <a:lnTo>
                    <a:pt x="12907" y="13079"/>
                  </a:lnTo>
                  <a:lnTo>
                    <a:pt x="13581" y="12576"/>
                  </a:lnTo>
                  <a:lnTo>
                    <a:pt x="14505" y="12394"/>
                  </a:lnTo>
                  <a:lnTo>
                    <a:pt x="15372" y="12188"/>
                  </a:lnTo>
                  <a:lnTo>
                    <a:pt x="15806" y="12166"/>
                  </a:lnTo>
                  <a:lnTo>
                    <a:pt x="17255" y="11606"/>
                  </a:lnTo>
                  <a:lnTo>
                    <a:pt x="18317" y="10796"/>
                  </a:lnTo>
                  <a:lnTo>
                    <a:pt x="19002" y="10499"/>
                  </a:lnTo>
                  <a:lnTo>
                    <a:pt x="19652" y="10477"/>
                  </a:lnTo>
                  <a:lnTo>
                    <a:pt x="21444" y="10225"/>
                  </a:lnTo>
                  <a:lnTo>
                    <a:pt x="23167" y="9609"/>
                  </a:lnTo>
                  <a:lnTo>
                    <a:pt x="24867" y="8959"/>
                  </a:lnTo>
                  <a:lnTo>
                    <a:pt x="24080" y="8913"/>
                  </a:lnTo>
                  <a:lnTo>
                    <a:pt x="22562" y="8879"/>
                  </a:lnTo>
                  <a:lnTo>
                    <a:pt x="23327" y="8479"/>
                  </a:lnTo>
                  <a:lnTo>
                    <a:pt x="23247" y="7966"/>
                  </a:lnTo>
                  <a:lnTo>
                    <a:pt x="23852" y="8400"/>
                  </a:lnTo>
                  <a:lnTo>
                    <a:pt x="24240" y="8696"/>
                  </a:lnTo>
                  <a:lnTo>
                    <a:pt x="25278" y="8559"/>
                  </a:lnTo>
                  <a:lnTo>
                    <a:pt x="25187" y="7943"/>
                  </a:lnTo>
                  <a:lnTo>
                    <a:pt x="24548" y="7498"/>
                  </a:lnTo>
                  <a:lnTo>
                    <a:pt x="23840" y="7315"/>
                  </a:lnTo>
                  <a:lnTo>
                    <a:pt x="24183" y="7110"/>
                  </a:lnTo>
                  <a:lnTo>
                    <a:pt x="25210" y="7418"/>
                  </a:lnTo>
                  <a:lnTo>
                    <a:pt x="25278" y="7087"/>
                  </a:lnTo>
                  <a:lnTo>
                    <a:pt x="24696" y="6596"/>
                  </a:lnTo>
                  <a:lnTo>
                    <a:pt x="25461" y="6596"/>
                  </a:lnTo>
                  <a:lnTo>
                    <a:pt x="26260" y="6482"/>
                  </a:lnTo>
                  <a:lnTo>
                    <a:pt x="26499" y="6231"/>
                  </a:lnTo>
                  <a:lnTo>
                    <a:pt x="25929" y="5934"/>
                  </a:lnTo>
                  <a:lnTo>
                    <a:pt x="27161" y="5889"/>
                  </a:lnTo>
                  <a:lnTo>
                    <a:pt x="26591" y="5273"/>
                  </a:lnTo>
                  <a:lnTo>
                    <a:pt x="27173" y="5204"/>
                  </a:lnTo>
                  <a:lnTo>
                    <a:pt x="27184" y="4599"/>
                  </a:lnTo>
                  <a:lnTo>
                    <a:pt x="26305" y="4245"/>
                  </a:lnTo>
                  <a:lnTo>
                    <a:pt x="27218" y="4017"/>
                  </a:lnTo>
                  <a:lnTo>
                    <a:pt x="28040" y="4006"/>
                  </a:lnTo>
                  <a:lnTo>
                    <a:pt x="27526" y="3549"/>
                  </a:lnTo>
                  <a:lnTo>
                    <a:pt x="27686" y="2819"/>
                  </a:lnTo>
                  <a:lnTo>
                    <a:pt x="28200" y="2408"/>
                  </a:lnTo>
                  <a:lnTo>
                    <a:pt x="28896" y="1952"/>
                  </a:lnTo>
                  <a:lnTo>
                    <a:pt x="27755" y="1917"/>
                  </a:lnTo>
                  <a:lnTo>
                    <a:pt x="29375" y="1826"/>
                  </a:lnTo>
                  <a:lnTo>
                    <a:pt x="29683" y="1678"/>
                  </a:lnTo>
                  <a:lnTo>
                    <a:pt x="31772" y="1267"/>
                  </a:lnTo>
                  <a:lnTo>
                    <a:pt x="31544" y="1027"/>
                  </a:lnTo>
                  <a:lnTo>
                    <a:pt x="30117" y="913"/>
                  </a:lnTo>
                  <a:lnTo>
                    <a:pt x="27698" y="1119"/>
                  </a:lnTo>
                  <a:lnTo>
                    <a:pt x="26385" y="1335"/>
                  </a:lnTo>
                  <a:lnTo>
                    <a:pt x="27036" y="1004"/>
                  </a:lnTo>
                  <a:lnTo>
                    <a:pt x="26705" y="810"/>
                  </a:lnTo>
                  <a:lnTo>
                    <a:pt x="25700" y="982"/>
                  </a:lnTo>
                  <a:lnTo>
                    <a:pt x="24320" y="776"/>
                  </a:lnTo>
                  <a:lnTo>
                    <a:pt x="22596" y="856"/>
                  </a:lnTo>
                  <a:lnTo>
                    <a:pt x="22391" y="753"/>
                  </a:lnTo>
                  <a:lnTo>
                    <a:pt x="25004" y="696"/>
                  </a:lnTo>
                  <a:lnTo>
                    <a:pt x="26842" y="662"/>
                  </a:lnTo>
                  <a:lnTo>
                    <a:pt x="27789" y="46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8959;p37">
              <a:extLst>
                <a:ext uri="{FF2B5EF4-FFF2-40B4-BE49-F238E27FC236}">
                  <a16:creationId xmlns:a16="http://schemas.microsoft.com/office/drawing/2014/main" xmlns="" id="{696BADC1-9789-4B1B-AF82-8115DB76A4AC}"/>
                </a:ext>
              </a:extLst>
            </p:cNvPr>
            <p:cNvSpPr/>
            <p:nvPr/>
          </p:nvSpPr>
          <p:spPr>
            <a:xfrm>
              <a:off x="1890025" y="2707825"/>
              <a:ext cx="82475" cy="92750"/>
            </a:xfrm>
            <a:custGeom>
              <a:avLst/>
              <a:gdLst/>
              <a:ahLst/>
              <a:cxnLst/>
              <a:rect l="l" t="t" r="r" b="b"/>
              <a:pathLst>
                <a:path w="3299" h="3710" extrusionOk="0">
                  <a:moveTo>
                    <a:pt x="2797" y="12"/>
                  </a:moveTo>
                  <a:lnTo>
                    <a:pt x="2066" y="1"/>
                  </a:lnTo>
                  <a:lnTo>
                    <a:pt x="1324" y="1"/>
                  </a:lnTo>
                  <a:lnTo>
                    <a:pt x="1267" y="514"/>
                  </a:lnTo>
                  <a:lnTo>
                    <a:pt x="902" y="514"/>
                  </a:lnTo>
                  <a:lnTo>
                    <a:pt x="1153" y="811"/>
                  </a:lnTo>
                  <a:lnTo>
                    <a:pt x="1427" y="1028"/>
                  </a:lnTo>
                  <a:lnTo>
                    <a:pt x="1496" y="1233"/>
                  </a:lnTo>
                  <a:lnTo>
                    <a:pt x="1610" y="1279"/>
                  </a:lnTo>
                  <a:lnTo>
                    <a:pt x="1553" y="1587"/>
                  </a:lnTo>
                  <a:lnTo>
                    <a:pt x="548" y="1587"/>
                  </a:lnTo>
                  <a:lnTo>
                    <a:pt x="69" y="2329"/>
                  </a:lnTo>
                  <a:lnTo>
                    <a:pt x="172" y="2500"/>
                  </a:lnTo>
                  <a:lnTo>
                    <a:pt x="58" y="2706"/>
                  </a:lnTo>
                  <a:lnTo>
                    <a:pt x="1" y="2979"/>
                  </a:lnTo>
                  <a:lnTo>
                    <a:pt x="389" y="3356"/>
                  </a:lnTo>
                  <a:lnTo>
                    <a:pt x="742" y="3539"/>
                  </a:lnTo>
                  <a:lnTo>
                    <a:pt x="1222" y="3550"/>
                  </a:lnTo>
                  <a:lnTo>
                    <a:pt x="1633" y="3710"/>
                  </a:lnTo>
                  <a:lnTo>
                    <a:pt x="1655" y="3573"/>
                  </a:lnTo>
                  <a:lnTo>
                    <a:pt x="1952" y="3345"/>
                  </a:lnTo>
                  <a:lnTo>
                    <a:pt x="2112" y="3242"/>
                  </a:lnTo>
                  <a:lnTo>
                    <a:pt x="2089" y="3139"/>
                  </a:lnTo>
                  <a:lnTo>
                    <a:pt x="2283" y="3082"/>
                  </a:lnTo>
                  <a:lnTo>
                    <a:pt x="2466" y="2854"/>
                  </a:lnTo>
                  <a:lnTo>
                    <a:pt x="2431" y="2671"/>
                  </a:lnTo>
                  <a:lnTo>
                    <a:pt x="2500" y="2500"/>
                  </a:lnTo>
                  <a:lnTo>
                    <a:pt x="2899" y="2238"/>
                  </a:lnTo>
                  <a:lnTo>
                    <a:pt x="3299" y="1895"/>
                  </a:lnTo>
                  <a:lnTo>
                    <a:pt x="3082" y="1781"/>
                  </a:lnTo>
                  <a:lnTo>
                    <a:pt x="3002" y="1918"/>
                  </a:lnTo>
                  <a:lnTo>
                    <a:pt x="2751" y="1758"/>
                  </a:lnTo>
                  <a:lnTo>
                    <a:pt x="2523" y="1758"/>
                  </a:lnTo>
                  <a:lnTo>
                    <a:pt x="2694" y="73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8960;p37">
              <a:extLst>
                <a:ext uri="{FF2B5EF4-FFF2-40B4-BE49-F238E27FC236}">
                  <a16:creationId xmlns:a16="http://schemas.microsoft.com/office/drawing/2014/main" xmlns="" id="{A3FA4541-E063-4858-8822-566AD3A45F21}"/>
                </a:ext>
              </a:extLst>
            </p:cNvPr>
            <p:cNvSpPr/>
            <p:nvPr/>
          </p:nvSpPr>
          <p:spPr>
            <a:xfrm>
              <a:off x="2492600" y="2922100"/>
              <a:ext cx="95875" cy="161225"/>
            </a:xfrm>
            <a:custGeom>
              <a:avLst/>
              <a:gdLst/>
              <a:ahLst/>
              <a:cxnLst/>
              <a:rect l="l" t="t" r="r" b="b"/>
              <a:pathLst>
                <a:path w="3835" h="6449" extrusionOk="0">
                  <a:moveTo>
                    <a:pt x="3412" y="2191"/>
                  </a:moveTo>
                  <a:lnTo>
                    <a:pt x="3116" y="1861"/>
                  </a:lnTo>
                  <a:lnTo>
                    <a:pt x="2705" y="1415"/>
                  </a:lnTo>
                  <a:lnTo>
                    <a:pt x="2408" y="1404"/>
                  </a:lnTo>
                  <a:lnTo>
                    <a:pt x="2385" y="936"/>
                  </a:lnTo>
                  <a:lnTo>
                    <a:pt x="1917" y="343"/>
                  </a:lnTo>
                  <a:lnTo>
                    <a:pt x="1404" y="0"/>
                  </a:lnTo>
                  <a:lnTo>
                    <a:pt x="753" y="548"/>
                  </a:lnTo>
                  <a:lnTo>
                    <a:pt x="662" y="879"/>
                  </a:lnTo>
                  <a:lnTo>
                    <a:pt x="936" y="1199"/>
                  </a:lnTo>
                  <a:lnTo>
                    <a:pt x="719" y="1370"/>
                  </a:lnTo>
                  <a:lnTo>
                    <a:pt x="228" y="1530"/>
                  </a:lnTo>
                  <a:lnTo>
                    <a:pt x="228" y="1940"/>
                  </a:lnTo>
                  <a:lnTo>
                    <a:pt x="0" y="2203"/>
                  </a:lnTo>
                  <a:lnTo>
                    <a:pt x="537" y="2888"/>
                  </a:lnTo>
                  <a:lnTo>
                    <a:pt x="947" y="2842"/>
                  </a:lnTo>
                  <a:lnTo>
                    <a:pt x="1130" y="3059"/>
                  </a:lnTo>
                  <a:lnTo>
                    <a:pt x="1016" y="3458"/>
                  </a:lnTo>
                  <a:lnTo>
                    <a:pt x="1290" y="3584"/>
                  </a:lnTo>
                  <a:lnTo>
                    <a:pt x="1461" y="4006"/>
                  </a:lnTo>
                  <a:lnTo>
                    <a:pt x="1233" y="4326"/>
                  </a:lnTo>
                  <a:lnTo>
                    <a:pt x="1084" y="5090"/>
                  </a:lnTo>
                  <a:lnTo>
                    <a:pt x="1290" y="5570"/>
                  </a:lnTo>
                  <a:lnTo>
                    <a:pt x="1335" y="5980"/>
                  </a:lnTo>
                  <a:lnTo>
                    <a:pt x="1826" y="6403"/>
                  </a:lnTo>
                  <a:lnTo>
                    <a:pt x="2214" y="6448"/>
                  </a:lnTo>
                  <a:lnTo>
                    <a:pt x="2317" y="6266"/>
                  </a:lnTo>
                  <a:lnTo>
                    <a:pt x="2557" y="6231"/>
                  </a:lnTo>
                  <a:lnTo>
                    <a:pt x="2933" y="6083"/>
                  </a:lnTo>
                  <a:lnTo>
                    <a:pt x="3184" y="5832"/>
                  </a:lnTo>
                  <a:lnTo>
                    <a:pt x="3629" y="5912"/>
                  </a:lnTo>
                  <a:lnTo>
                    <a:pt x="3835" y="5878"/>
                  </a:lnTo>
                  <a:lnTo>
                    <a:pt x="3355" y="5079"/>
                  </a:lnTo>
                  <a:lnTo>
                    <a:pt x="3264" y="4577"/>
                  </a:lnTo>
                  <a:lnTo>
                    <a:pt x="3002" y="4565"/>
                  </a:lnTo>
                  <a:lnTo>
                    <a:pt x="2659" y="3915"/>
                  </a:lnTo>
                  <a:lnTo>
                    <a:pt x="2819" y="3435"/>
                  </a:lnTo>
                  <a:lnTo>
                    <a:pt x="2773" y="3230"/>
                  </a:lnTo>
                  <a:lnTo>
                    <a:pt x="3275" y="300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8961;p37">
              <a:extLst>
                <a:ext uri="{FF2B5EF4-FFF2-40B4-BE49-F238E27FC236}">
                  <a16:creationId xmlns:a16="http://schemas.microsoft.com/office/drawing/2014/main" xmlns="" id="{BC466C39-729D-4D7A-B49B-36B9C81C2ACB}"/>
                </a:ext>
              </a:extLst>
            </p:cNvPr>
            <p:cNvSpPr/>
            <p:nvPr/>
          </p:nvSpPr>
          <p:spPr>
            <a:xfrm>
              <a:off x="1947100" y="2748925"/>
              <a:ext cx="124400" cy="68775"/>
            </a:xfrm>
            <a:custGeom>
              <a:avLst/>
              <a:gdLst/>
              <a:ahLst/>
              <a:cxnLst/>
              <a:rect l="l" t="t" r="r" b="b"/>
              <a:pathLst>
                <a:path w="4976" h="2751" extrusionOk="0">
                  <a:moveTo>
                    <a:pt x="4976" y="925"/>
                  </a:moveTo>
                  <a:lnTo>
                    <a:pt x="4793" y="673"/>
                  </a:lnTo>
                  <a:lnTo>
                    <a:pt x="4519" y="525"/>
                  </a:lnTo>
                  <a:lnTo>
                    <a:pt x="4314" y="331"/>
                  </a:lnTo>
                  <a:lnTo>
                    <a:pt x="4086" y="160"/>
                  </a:lnTo>
                  <a:lnTo>
                    <a:pt x="3972" y="137"/>
                  </a:lnTo>
                  <a:lnTo>
                    <a:pt x="3606" y="12"/>
                  </a:lnTo>
                  <a:lnTo>
                    <a:pt x="3458" y="80"/>
                  </a:lnTo>
                  <a:lnTo>
                    <a:pt x="3241" y="114"/>
                  </a:lnTo>
                  <a:lnTo>
                    <a:pt x="3059" y="57"/>
                  </a:lnTo>
                  <a:lnTo>
                    <a:pt x="2807" y="0"/>
                  </a:lnTo>
                  <a:lnTo>
                    <a:pt x="2693" y="103"/>
                  </a:lnTo>
                  <a:lnTo>
                    <a:pt x="2442" y="194"/>
                  </a:lnTo>
                  <a:lnTo>
                    <a:pt x="2066" y="228"/>
                  </a:lnTo>
                  <a:lnTo>
                    <a:pt x="1712" y="137"/>
                  </a:lnTo>
                  <a:lnTo>
                    <a:pt x="1586" y="194"/>
                  </a:lnTo>
                  <a:lnTo>
                    <a:pt x="1518" y="114"/>
                  </a:lnTo>
                  <a:lnTo>
                    <a:pt x="1290" y="126"/>
                  </a:lnTo>
                  <a:lnTo>
                    <a:pt x="1096" y="285"/>
                  </a:lnTo>
                  <a:lnTo>
                    <a:pt x="1016" y="251"/>
                  </a:lnTo>
                  <a:lnTo>
                    <a:pt x="616" y="594"/>
                  </a:lnTo>
                  <a:lnTo>
                    <a:pt x="217" y="856"/>
                  </a:lnTo>
                  <a:lnTo>
                    <a:pt x="137" y="1027"/>
                  </a:lnTo>
                  <a:lnTo>
                    <a:pt x="183" y="1210"/>
                  </a:lnTo>
                  <a:lnTo>
                    <a:pt x="0" y="1438"/>
                  </a:lnTo>
                  <a:lnTo>
                    <a:pt x="217" y="1507"/>
                  </a:lnTo>
                  <a:lnTo>
                    <a:pt x="365" y="1701"/>
                  </a:lnTo>
                  <a:lnTo>
                    <a:pt x="605" y="1838"/>
                  </a:lnTo>
                  <a:lnTo>
                    <a:pt x="616" y="1963"/>
                  </a:lnTo>
                  <a:lnTo>
                    <a:pt x="970" y="1849"/>
                  </a:lnTo>
                  <a:lnTo>
                    <a:pt x="1130" y="1929"/>
                  </a:lnTo>
                  <a:lnTo>
                    <a:pt x="1233" y="2020"/>
                  </a:lnTo>
                  <a:lnTo>
                    <a:pt x="1141" y="2385"/>
                  </a:lnTo>
                  <a:lnTo>
                    <a:pt x="1381" y="2465"/>
                  </a:lnTo>
                  <a:lnTo>
                    <a:pt x="1484" y="2751"/>
                  </a:lnTo>
                  <a:lnTo>
                    <a:pt x="1746" y="2705"/>
                  </a:lnTo>
                  <a:lnTo>
                    <a:pt x="1860" y="2499"/>
                  </a:lnTo>
                  <a:lnTo>
                    <a:pt x="1974" y="2499"/>
                  </a:lnTo>
                  <a:lnTo>
                    <a:pt x="1997" y="2054"/>
                  </a:lnTo>
                  <a:lnTo>
                    <a:pt x="2180" y="2020"/>
                  </a:lnTo>
                  <a:lnTo>
                    <a:pt x="2351" y="2020"/>
                  </a:lnTo>
                  <a:lnTo>
                    <a:pt x="2556" y="1780"/>
                  </a:lnTo>
                  <a:lnTo>
                    <a:pt x="2773" y="1963"/>
                  </a:lnTo>
                  <a:lnTo>
                    <a:pt x="2853" y="1849"/>
                  </a:lnTo>
                  <a:lnTo>
                    <a:pt x="3013" y="1758"/>
                  </a:lnTo>
                  <a:lnTo>
                    <a:pt x="3310" y="1495"/>
                  </a:lnTo>
                  <a:lnTo>
                    <a:pt x="3355" y="1313"/>
                  </a:lnTo>
                  <a:lnTo>
                    <a:pt x="3424" y="1324"/>
                  </a:lnTo>
                  <a:lnTo>
                    <a:pt x="3538" y="1107"/>
                  </a:lnTo>
                  <a:lnTo>
                    <a:pt x="3629" y="1084"/>
                  </a:lnTo>
                  <a:lnTo>
                    <a:pt x="3755" y="1210"/>
                  </a:lnTo>
                  <a:lnTo>
                    <a:pt x="3914" y="1256"/>
                  </a:lnTo>
                  <a:lnTo>
                    <a:pt x="4097" y="1141"/>
                  </a:lnTo>
                  <a:lnTo>
                    <a:pt x="4291" y="1141"/>
                  </a:lnTo>
                  <a:lnTo>
                    <a:pt x="4576" y="1027"/>
                  </a:lnTo>
                  <a:lnTo>
                    <a:pt x="4713" y="90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8962;p37">
              <a:extLst>
                <a:ext uri="{FF2B5EF4-FFF2-40B4-BE49-F238E27FC236}">
                  <a16:creationId xmlns:a16="http://schemas.microsoft.com/office/drawing/2014/main" xmlns="" id="{85F251C3-085F-4375-A4E0-4AE35C61700C}"/>
                </a:ext>
              </a:extLst>
            </p:cNvPr>
            <p:cNvSpPr/>
            <p:nvPr/>
          </p:nvSpPr>
          <p:spPr>
            <a:xfrm>
              <a:off x="3966475" y="2059325"/>
              <a:ext cx="102725" cy="88475"/>
            </a:xfrm>
            <a:custGeom>
              <a:avLst/>
              <a:gdLst/>
              <a:ahLst/>
              <a:cxnLst/>
              <a:rect l="l" t="t" r="r" b="b"/>
              <a:pathLst>
                <a:path w="4109" h="3539" extrusionOk="0">
                  <a:moveTo>
                    <a:pt x="2797" y="492"/>
                  </a:moveTo>
                  <a:lnTo>
                    <a:pt x="2226" y="115"/>
                  </a:lnTo>
                  <a:lnTo>
                    <a:pt x="1998" y="1"/>
                  </a:lnTo>
                  <a:lnTo>
                    <a:pt x="1439" y="252"/>
                  </a:lnTo>
                  <a:lnTo>
                    <a:pt x="1393" y="606"/>
                  </a:lnTo>
                  <a:lnTo>
                    <a:pt x="1153" y="686"/>
                  </a:lnTo>
                  <a:lnTo>
                    <a:pt x="1176" y="937"/>
                  </a:lnTo>
                  <a:lnTo>
                    <a:pt x="891" y="914"/>
                  </a:lnTo>
                  <a:lnTo>
                    <a:pt x="640" y="777"/>
                  </a:lnTo>
                  <a:lnTo>
                    <a:pt x="526" y="914"/>
                  </a:lnTo>
                  <a:lnTo>
                    <a:pt x="23" y="891"/>
                  </a:lnTo>
                  <a:lnTo>
                    <a:pt x="1" y="903"/>
                  </a:lnTo>
                  <a:lnTo>
                    <a:pt x="1" y="1222"/>
                  </a:lnTo>
                  <a:lnTo>
                    <a:pt x="240" y="1507"/>
                  </a:lnTo>
                  <a:lnTo>
                    <a:pt x="423" y="1131"/>
                  </a:lnTo>
                  <a:lnTo>
                    <a:pt x="891" y="1279"/>
                  </a:lnTo>
                  <a:lnTo>
                    <a:pt x="936" y="1564"/>
                  </a:lnTo>
                  <a:lnTo>
                    <a:pt x="1290" y="1930"/>
                  </a:lnTo>
                  <a:lnTo>
                    <a:pt x="1153" y="1998"/>
                  </a:lnTo>
                  <a:lnTo>
                    <a:pt x="1804" y="2649"/>
                  </a:lnTo>
                  <a:lnTo>
                    <a:pt x="2488" y="2900"/>
                  </a:lnTo>
                  <a:lnTo>
                    <a:pt x="2934" y="3219"/>
                  </a:lnTo>
                  <a:lnTo>
                    <a:pt x="3641" y="3539"/>
                  </a:lnTo>
                  <a:lnTo>
                    <a:pt x="3641" y="3539"/>
                  </a:lnTo>
                  <a:lnTo>
                    <a:pt x="3721" y="3402"/>
                  </a:lnTo>
                  <a:lnTo>
                    <a:pt x="3048" y="3059"/>
                  </a:lnTo>
                  <a:lnTo>
                    <a:pt x="2728" y="2706"/>
                  </a:lnTo>
                  <a:lnTo>
                    <a:pt x="2443" y="2500"/>
                  </a:lnTo>
                  <a:lnTo>
                    <a:pt x="2089" y="2181"/>
                  </a:lnTo>
                  <a:lnTo>
                    <a:pt x="1906" y="1907"/>
                  </a:lnTo>
                  <a:lnTo>
                    <a:pt x="1518" y="1496"/>
                  </a:lnTo>
                  <a:lnTo>
                    <a:pt x="1644" y="1131"/>
                  </a:lnTo>
                  <a:lnTo>
                    <a:pt x="1918" y="1336"/>
                  </a:lnTo>
                  <a:lnTo>
                    <a:pt x="2066" y="1154"/>
                  </a:lnTo>
                  <a:lnTo>
                    <a:pt x="2386" y="1131"/>
                  </a:lnTo>
                  <a:lnTo>
                    <a:pt x="3013" y="1279"/>
                  </a:lnTo>
                  <a:lnTo>
                    <a:pt x="3516" y="1256"/>
                  </a:lnTo>
                  <a:lnTo>
                    <a:pt x="3858" y="1462"/>
                  </a:lnTo>
                  <a:lnTo>
                    <a:pt x="3858" y="1462"/>
                  </a:lnTo>
                  <a:lnTo>
                    <a:pt x="4109" y="1131"/>
                  </a:lnTo>
                  <a:lnTo>
                    <a:pt x="3858" y="880"/>
                  </a:lnTo>
                  <a:lnTo>
                    <a:pt x="3653" y="537"/>
                  </a:lnTo>
                  <a:lnTo>
                    <a:pt x="3653" y="537"/>
                  </a:lnTo>
                  <a:lnTo>
                    <a:pt x="3390" y="66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8963;p37">
              <a:extLst>
                <a:ext uri="{FF2B5EF4-FFF2-40B4-BE49-F238E27FC236}">
                  <a16:creationId xmlns:a16="http://schemas.microsoft.com/office/drawing/2014/main" xmlns="" id="{B6B4DDF1-F952-472E-9F0C-44F188B9B9B6}"/>
                </a:ext>
              </a:extLst>
            </p:cNvPr>
            <p:cNvSpPr/>
            <p:nvPr/>
          </p:nvSpPr>
          <p:spPr>
            <a:xfrm>
              <a:off x="2251225" y="2660475"/>
              <a:ext cx="58225" cy="42525"/>
            </a:xfrm>
            <a:custGeom>
              <a:avLst/>
              <a:gdLst/>
              <a:ahLst/>
              <a:cxnLst/>
              <a:rect l="l" t="t" r="r" b="b"/>
              <a:pathLst>
                <a:path w="2329" h="1701" extrusionOk="0">
                  <a:moveTo>
                    <a:pt x="2306" y="172"/>
                  </a:moveTo>
                  <a:lnTo>
                    <a:pt x="1644" y="23"/>
                  </a:lnTo>
                  <a:lnTo>
                    <a:pt x="1165" y="0"/>
                  </a:lnTo>
                  <a:lnTo>
                    <a:pt x="959" y="240"/>
                  </a:lnTo>
                  <a:lnTo>
                    <a:pt x="1450" y="388"/>
                  </a:lnTo>
                  <a:lnTo>
                    <a:pt x="1404" y="731"/>
                  </a:lnTo>
                  <a:lnTo>
                    <a:pt x="1712" y="1130"/>
                  </a:lnTo>
                  <a:lnTo>
                    <a:pt x="1416" y="1324"/>
                  </a:lnTo>
                  <a:lnTo>
                    <a:pt x="822" y="1256"/>
                  </a:lnTo>
                  <a:lnTo>
                    <a:pt x="103" y="1130"/>
                  </a:lnTo>
                  <a:lnTo>
                    <a:pt x="0" y="1427"/>
                  </a:lnTo>
                  <a:lnTo>
                    <a:pt x="400" y="1701"/>
                  </a:lnTo>
                  <a:lnTo>
                    <a:pt x="788" y="1541"/>
                  </a:lnTo>
                  <a:lnTo>
                    <a:pt x="1256" y="1598"/>
                  </a:lnTo>
                  <a:lnTo>
                    <a:pt x="1644" y="1541"/>
                  </a:lnTo>
                  <a:lnTo>
                    <a:pt x="2157" y="1701"/>
                  </a:lnTo>
                  <a:lnTo>
                    <a:pt x="2192" y="1438"/>
                  </a:lnTo>
                  <a:lnTo>
                    <a:pt x="2020" y="1164"/>
                  </a:lnTo>
                  <a:lnTo>
                    <a:pt x="2226" y="1016"/>
                  </a:lnTo>
                  <a:lnTo>
                    <a:pt x="2329" y="67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8964;p37">
              <a:extLst>
                <a:ext uri="{FF2B5EF4-FFF2-40B4-BE49-F238E27FC236}">
                  <a16:creationId xmlns:a16="http://schemas.microsoft.com/office/drawing/2014/main" xmlns="" id="{C086839B-0982-4B73-BD2E-D564C51B07CD}"/>
                </a:ext>
              </a:extLst>
            </p:cNvPr>
            <p:cNvSpPr/>
            <p:nvPr/>
          </p:nvSpPr>
          <p:spPr>
            <a:xfrm>
              <a:off x="4009275" y="2012550"/>
              <a:ext cx="113000" cy="63350"/>
            </a:xfrm>
            <a:custGeom>
              <a:avLst/>
              <a:gdLst/>
              <a:ahLst/>
              <a:cxnLst/>
              <a:rect l="l" t="t" r="r" b="b"/>
              <a:pathLst>
                <a:path w="4520" h="2534" extrusionOk="0">
                  <a:moveTo>
                    <a:pt x="3093" y="0"/>
                  </a:moveTo>
                  <a:lnTo>
                    <a:pt x="2865" y="57"/>
                  </a:lnTo>
                  <a:lnTo>
                    <a:pt x="2717" y="263"/>
                  </a:lnTo>
                  <a:lnTo>
                    <a:pt x="2408" y="366"/>
                  </a:lnTo>
                  <a:lnTo>
                    <a:pt x="2317" y="308"/>
                  </a:lnTo>
                  <a:lnTo>
                    <a:pt x="1998" y="457"/>
                  </a:lnTo>
                  <a:lnTo>
                    <a:pt x="1724" y="480"/>
                  </a:lnTo>
                  <a:lnTo>
                    <a:pt x="1678" y="651"/>
                  </a:lnTo>
                  <a:lnTo>
                    <a:pt x="1096" y="765"/>
                  </a:lnTo>
                  <a:lnTo>
                    <a:pt x="822" y="662"/>
                  </a:lnTo>
                  <a:lnTo>
                    <a:pt x="457" y="434"/>
                  </a:lnTo>
                  <a:lnTo>
                    <a:pt x="423" y="811"/>
                  </a:lnTo>
                  <a:lnTo>
                    <a:pt x="23" y="811"/>
                  </a:lnTo>
                  <a:lnTo>
                    <a:pt x="183" y="993"/>
                  </a:lnTo>
                  <a:lnTo>
                    <a:pt x="0" y="1564"/>
                  </a:lnTo>
                  <a:lnTo>
                    <a:pt x="115" y="1575"/>
                  </a:lnTo>
                  <a:lnTo>
                    <a:pt x="286" y="1883"/>
                  </a:lnTo>
                  <a:lnTo>
                    <a:pt x="514" y="1997"/>
                  </a:lnTo>
                  <a:lnTo>
                    <a:pt x="1085" y="2363"/>
                  </a:lnTo>
                  <a:lnTo>
                    <a:pt x="1678" y="2534"/>
                  </a:lnTo>
                  <a:lnTo>
                    <a:pt x="1941" y="2408"/>
                  </a:lnTo>
                  <a:lnTo>
                    <a:pt x="1941" y="2408"/>
                  </a:lnTo>
                  <a:lnTo>
                    <a:pt x="2465" y="2180"/>
                  </a:lnTo>
                  <a:lnTo>
                    <a:pt x="2922" y="2203"/>
                  </a:lnTo>
                  <a:lnTo>
                    <a:pt x="3458" y="2055"/>
                  </a:lnTo>
                  <a:lnTo>
                    <a:pt x="3835" y="1438"/>
                  </a:lnTo>
                  <a:lnTo>
                    <a:pt x="4109" y="833"/>
                  </a:lnTo>
                  <a:lnTo>
                    <a:pt x="4520" y="651"/>
                  </a:lnTo>
                  <a:lnTo>
                    <a:pt x="4428" y="423"/>
                  </a:lnTo>
                  <a:lnTo>
                    <a:pt x="4018" y="183"/>
                  </a:lnTo>
                  <a:lnTo>
                    <a:pt x="3881" y="26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8965;p37">
              <a:extLst>
                <a:ext uri="{FF2B5EF4-FFF2-40B4-BE49-F238E27FC236}">
                  <a16:creationId xmlns:a16="http://schemas.microsoft.com/office/drawing/2014/main" xmlns="" id="{E2FD9DEF-1179-45A4-85BD-868F7900D462}"/>
                </a:ext>
              </a:extLst>
            </p:cNvPr>
            <p:cNvSpPr/>
            <p:nvPr/>
          </p:nvSpPr>
          <p:spPr>
            <a:xfrm>
              <a:off x="5628375" y="2987725"/>
              <a:ext cx="917850" cy="359500"/>
            </a:xfrm>
            <a:custGeom>
              <a:avLst/>
              <a:gdLst/>
              <a:ahLst/>
              <a:cxnLst/>
              <a:rect l="l" t="t" r="r" b="b"/>
              <a:pathLst>
                <a:path w="36714" h="14380" extrusionOk="0">
                  <a:moveTo>
                    <a:pt x="20040" y="14265"/>
                  </a:moveTo>
                  <a:lnTo>
                    <a:pt x="20109" y="14026"/>
                  </a:lnTo>
                  <a:lnTo>
                    <a:pt x="19858" y="13752"/>
                  </a:lnTo>
                  <a:lnTo>
                    <a:pt x="19458" y="13467"/>
                  </a:lnTo>
                  <a:lnTo>
                    <a:pt x="18694" y="13649"/>
                  </a:lnTo>
                  <a:lnTo>
                    <a:pt x="19698" y="14277"/>
                  </a:lnTo>
                  <a:close/>
                  <a:moveTo>
                    <a:pt x="23019" y="14185"/>
                  </a:moveTo>
                  <a:lnTo>
                    <a:pt x="23590" y="13501"/>
                  </a:lnTo>
                  <a:lnTo>
                    <a:pt x="23601" y="13227"/>
                  </a:lnTo>
                  <a:lnTo>
                    <a:pt x="23533" y="13044"/>
                  </a:lnTo>
                  <a:lnTo>
                    <a:pt x="22722" y="13409"/>
                  </a:lnTo>
                  <a:lnTo>
                    <a:pt x="22323" y="13969"/>
                  </a:lnTo>
                  <a:lnTo>
                    <a:pt x="22220" y="14265"/>
                  </a:lnTo>
                  <a:lnTo>
                    <a:pt x="22311" y="14380"/>
                  </a:lnTo>
                  <a:close/>
                  <a:moveTo>
                    <a:pt x="17941" y="12325"/>
                  </a:moveTo>
                  <a:lnTo>
                    <a:pt x="17712" y="12645"/>
                  </a:lnTo>
                  <a:lnTo>
                    <a:pt x="17267" y="12656"/>
                  </a:lnTo>
                  <a:lnTo>
                    <a:pt x="16959" y="13170"/>
                  </a:lnTo>
                  <a:lnTo>
                    <a:pt x="17381" y="13181"/>
                  </a:lnTo>
                  <a:lnTo>
                    <a:pt x="17941" y="13056"/>
                  </a:lnTo>
                  <a:lnTo>
                    <a:pt x="18888" y="12885"/>
                  </a:lnTo>
                  <a:lnTo>
                    <a:pt x="18717" y="12485"/>
                  </a:lnTo>
                  <a:lnTo>
                    <a:pt x="18215" y="12576"/>
                  </a:lnTo>
                  <a:close/>
                  <a:moveTo>
                    <a:pt x="21946" y="12325"/>
                  </a:moveTo>
                  <a:lnTo>
                    <a:pt x="21205" y="12656"/>
                  </a:lnTo>
                  <a:lnTo>
                    <a:pt x="20668" y="12725"/>
                  </a:lnTo>
                  <a:lnTo>
                    <a:pt x="20177" y="12451"/>
                  </a:lnTo>
                  <a:lnTo>
                    <a:pt x="19538" y="12645"/>
                  </a:lnTo>
                  <a:lnTo>
                    <a:pt x="19516" y="12964"/>
                  </a:lnTo>
                  <a:lnTo>
                    <a:pt x="20565" y="13079"/>
                  </a:lnTo>
                  <a:lnTo>
                    <a:pt x="21798" y="12827"/>
                  </a:lnTo>
                  <a:close/>
                  <a:moveTo>
                    <a:pt x="10614" y="11127"/>
                  </a:moveTo>
                  <a:lnTo>
                    <a:pt x="10511" y="10807"/>
                  </a:lnTo>
                  <a:lnTo>
                    <a:pt x="10180" y="10728"/>
                  </a:lnTo>
                  <a:lnTo>
                    <a:pt x="9553" y="10385"/>
                  </a:lnTo>
                  <a:lnTo>
                    <a:pt x="8583" y="10328"/>
                  </a:lnTo>
                  <a:lnTo>
                    <a:pt x="8001" y="11207"/>
                  </a:lnTo>
                  <a:lnTo>
                    <a:pt x="8731" y="11264"/>
                  </a:lnTo>
                  <a:lnTo>
                    <a:pt x="8845" y="11663"/>
                  </a:lnTo>
                  <a:lnTo>
                    <a:pt x="10272" y="12029"/>
                  </a:lnTo>
                  <a:lnTo>
                    <a:pt x="10614" y="11914"/>
                  </a:lnTo>
                  <a:lnTo>
                    <a:pt x="11196" y="12006"/>
                  </a:lnTo>
                  <a:lnTo>
                    <a:pt x="12098" y="12348"/>
                  </a:lnTo>
                  <a:lnTo>
                    <a:pt x="12839" y="12519"/>
                  </a:lnTo>
                  <a:lnTo>
                    <a:pt x="13661" y="12588"/>
                  </a:lnTo>
                  <a:lnTo>
                    <a:pt x="14391" y="12554"/>
                  </a:lnTo>
                  <a:lnTo>
                    <a:pt x="15236" y="12919"/>
                  </a:lnTo>
                  <a:lnTo>
                    <a:pt x="16172" y="12576"/>
                  </a:lnTo>
                  <a:lnTo>
                    <a:pt x="15236" y="12029"/>
                  </a:lnTo>
                  <a:lnTo>
                    <a:pt x="14049" y="11869"/>
                  </a:lnTo>
                  <a:lnTo>
                    <a:pt x="13787" y="11287"/>
                  </a:lnTo>
                  <a:lnTo>
                    <a:pt x="12326" y="10842"/>
                  </a:lnTo>
                  <a:lnTo>
                    <a:pt x="12132" y="11218"/>
                  </a:lnTo>
                  <a:close/>
                  <a:moveTo>
                    <a:pt x="31521" y="10613"/>
                  </a:moveTo>
                  <a:lnTo>
                    <a:pt x="31555" y="10191"/>
                  </a:lnTo>
                  <a:lnTo>
                    <a:pt x="31384" y="9917"/>
                  </a:lnTo>
                  <a:lnTo>
                    <a:pt x="31190" y="10237"/>
                  </a:lnTo>
                  <a:lnTo>
                    <a:pt x="31019" y="10545"/>
                  </a:lnTo>
                  <a:lnTo>
                    <a:pt x="31065" y="11230"/>
                  </a:lnTo>
                  <a:close/>
                  <a:moveTo>
                    <a:pt x="25678" y="8114"/>
                  </a:moveTo>
                  <a:lnTo>
                    <a:pt x="25473" y="7817"/>
                  </a:lnTo>
                  <a:lnTo>
                    <a:pt x="24662" y="7863"/>
                  </a:lnTo>
                  <a:lnTo>
                    <a:pt x="24799" y="8251"/>
                  </a:lnTo>
                  <a:lnTo>
                    <a:pt x="25359" y="8422"/>
                  </a:lnTo>
                  <a:close/>
                  <a:moveTo>
                    <a:pt x="28257" y="7772"/>
                  </a:moveTo>
                  <a:lnTo>
                    <a:pt x="27390" y="7521"/>
                  </a:lnTo>
                  <a:lnTo>
                    <a:pt x="26397" y="7566"/>
                  </a:lnTo>
                  <a:lnTo>
                    <a:pt x="26192" y="8057"/>
                  </a:lnTo>
                  <a:lnTo>
                    <a:pt x="26739" y="8091"/>
                  </a:lnTo>
                  <a:lnTo>
                    <a:pt x="27196" y="8034"/>
                  </a:lnTo>
                  <a:lnTo>
                    <a:pt x="27858" y="8103"/>
                  </a:lnTo>
                  <a:lnTo>
                    <a:pt x="28531" y="8479"/>
                  </a:lnTo>
                  <a:close/>
                  <a:moveTo>
                    <a:pt x="31247" y="6026"/>
                  </a:moveTo>
                  <a:lnTo>
                    <a:pt x="31133" y="5683"/>
                  </a:lnTo>
                  <a:lnTo>
                    <a:pt x="29855" y="5307"/>
                  </a:lnTo>
                  <a:lnTo>
                    <a:pt x="29444" y="5615"/>
                  </a:lnTo>
                  <a:lnTo>
                    <a:pt x="28360" y="5820"/>
                  </a:lnTo>
                  <a:lnTo>
                    <a:pt x="28679" y="6277"/>
                  </a:lnTo>
                  <a:lnTo>
                    <a:pt x="29398" y="6448"/>
                  </a:lnTo>
                  <a:lnTo>
                    <a:pt x="29695" y="6984"/>
                  </a:lnTo>
                  <a:lnTo>
                    <a:pt x="30882" y="6996"/>
                  </a:lnTo>
                  <a:lnTo>
                    <a:pt x="30939" y="7224"/>
                  </a:lnTo>
                  <a:lnTo>
                    <a:pt x="30369" y="7213"/>
                  </a:lnTo>
                  <a:lnTo>
                    <a:pt x="29478" y="7532"/>
                  </a:lnTo>
                  <a:lnTo>
                    <a:pt x="30083" y="7977"/>
                  </a:lnTo>
                  <a:lnTo>
                    <a:pt x="30072" y="8377"/>
                  </a:lnTo>
                  <a:lnTo>
                    <a:pt x="30243" y="8708"/>
                  </a:lnTo>
                  <a:lnTo>
                    <a:pt x="30540" y="8639"/>
                  </a:lnTo>
                  <a:lnTo>
                    <a:pt x="30791" y="8194"/>
                  </a:lnTo>
                  <a:lnTo>
                    <a:pt x="31966" y="9039"/>
                  </a:lnTo>
                  <a:lnTo>
                    <a:pt x="32617" y="9107"/>
                  </a:lnTo>
                  <a:lnTo>
                    <a:pt x="34135" y="9872"/>
                  </a:lnTo>
                  <a:lnTo>
                    <a:pt x="34454" y="10625"/>
                  </a:lnTo>
                  <a:lnTo>
                    <a:pt x="34602" y="11618"/>
                  </a:lnTo>
                  <a:lnTo>
                    <a:pt x="34077" y="11869"/>
                  </a:lnTo>
                  <a:lnTo>
                    <a:pt x="33678" y="12611"/>
                  </a:lnTo>
                  <a:lnTo>
                    <a:pt x="34682" y="12588"/>
                  </a:lnTo>
                  <a:lnTo>
                    <a:pt x="34911" y="12325"/>
                  </a:lnTo>
                  <a:lnTo>
                    <a:pt x="35698" y="12508"/>
                  </a:lnTo>
                  <a:lnTo>
                    <a:pt x="36360" y="13250"/>
                  </a:lnTo>
                  <a:lnTo>
                    <a:pt x="36565" y="10294"/>
                  </a:lnTo>
                  <a:lnTo>
                    <a:pt x="36714" y="7338"/>
                  </a:lnTo>
                  <a:lnTo>
                    <a:pt x="35858" y="7167"/>
                  </a:lnTo>
                  <a:lnTo>
                    <a:pt x="35276" y="6836"/>
                  </a:lnTo>
                  <a:lnTo>
                    <a:pt x="34602" y="6517"/>
                  </a:lnTo>
                  <a:lnTo>
                    <a:pt x="33883" y="6517"/>
                  </a:lnTo>
                  <a:lnTo>
                    <a:pt x="32948" y="7064"/>
                  </a:lnTo>
                  <a:lnTo>
                    <a:pt x="32252" y="8034"/>
                  </a:lnTo>
                  <a:lnTo>
                    <a:pt x="31430" y="7487"/>
                  </a:lnTo>
                  <a:close/>
                  <a:moveTo>
                    <a:pt x="24115" y="3686"/>
                  </a:moveTo>
                  <a:lnTo>
                    <a:pt x="23978" y="3481"/>
                  </a:lnTo>
                  <a:lnTo>
                    <a:pt x="23190" y="4143"/>
                  </a:lnTo>
                  <a:lnTo>
                    <a:pt x="22266" y="4188"/>
                  </a:lnTo>
                  <a:lnTo>
                    <a:pt x="21250" y="4051"/>
                  </a:lnTo>
                  <a:lnTo>
                    <a:pt x="20622" y="3789"/>
                  </a:lnTo>
                  <a:lnTo>
                    <a:pt x="19949" y="4474"/>
                  </a:lnTo>
                  <a:lnTo>
                    <a:pt x="19778" y="4839"/>
                  </a:lnTo>
                  <a:lnTo>
                    <a:pt x="19367" y="6208"/>
                  </a:lnTo>
                  <a:lnTo>
                    <a:pt x="19242" y="6927"/>
                  </a:lnTo>
                  <a:lnTo>
                    <a:pt x="18899" y="7521"/>
                  </a:lnTo>
                  <a:lnTo>
                    <a:pt x="19127" y="8137"/>
                  </a:lnTo>
                  <a:lnTo>
                    <a:pt x="19447" y="8148"/>
                  </a:lnTo>
                  <a:lnTo>
                    <a:pt x="19538" y="9016"/>
                  </a:lnTo>
                  <a:lnTo>
                    <a:pt x="19264" y="9860"/>
                  </a:lnTo>
                  <a:lnTo>
                    <a:pt x="19595" y="10134"/>
                  </a:lnTo>
                  <a:lnTo>
                    <a:pt x="20109" y="9986"/>
                  </a:lnTo>
                  <a:lnTo>
                    <a:pt x="20155" y="8696"/>
                  </a:lnTo>
                  <a:lnTo>
                    <a:pt x="20120" y="7635"/>
                  </a:lnTo>
                  <a:lnTo>
                    <a:pt x="20668" y="7361"/>
                  </a:lnTo>
                  <a:lnTo>
                    <a:pt x="20565" y="8251"/>
                  </a:lnTo>
                  <a:lnTo>
                    <a:pt x="21125" y="8776"/>
                  </a:lnTo>
                  <a:lnTo>
                    <a:pt x="21010" y="9130"/>
                  </a:lnTo>
                  <a:lnTo>
                    <a:pt x="21193" y="9381"/>
                  </a:lnTo>
                  <a:lnTo>
                    <a:pt x="21992" y="9039"/>
                  </a:lnTo>
                  <a:lnTo>
                    <a:pt x="21558" y="9780"/>
                  </a:lnTo>
                  <a:lnTo>
                    <a:pt x="21866" y="10089"/>
                  </a:lnTo>
                  <a:lnTo>
                    <a:pt x="22300" y="9815"/>
                  </a:lnTo>
                  <a:lnTo>
                    <a:pt x="22346" y="9233"/>
                  </a:lnTo>
                  <a:lnTo>
                    <a:pt x="21672" y="8183"/>
                  </a:lnTo>
                  <a:lnTo>
                    <a:pt x="21832" y="7863"/>
                  </a:lnTo>
                  <a:lnTo>
                    <a:pt x="21102" y="6711"/>
                  </a:lnTo>
                  <a:lnTo>
                    <a:pt x="21821" y="6357"/>
                  </a:lnTo>
                  <a:lnTo>
                    <a:pt x="22186" y="5820"/>
                  </a:lnTo>
                  <a:lnTo>
                    <a:pt x="22528" y="5957"/>
                  </a:lnTo>
                  <a:lnTo>
                    <a:pt x="22608" y="5535"/>
                  </a:lnTo>
                  <a:lnTo>
                    <a:pt x="21102" y="5843"/>
                  </a:lnTo>
                  <a:lnTo>
                    <a:pt x="20668" y="6254"/>
                  </a:lnTo>
                  <a:lnTo>
                    <a:pt x="19949" y="5455"/>
                  </a:lnTo>
                  <a:lnTo>
                    <a:pt x="20075" y="4770"/>
                  </a:lnTo>
                  <a:lnTo>
                    <a:pt x="20782" y="4622"/>
                  </a:lnTo>
                  <a:lnTo>
                    <a:pt x="22106" y="4588"/>
                  </a:lnTo>
                  <a:lnTo>
                    <a:pt x="22871" y="4770"/>
                  </a:lnTo>
                  <a:lnTo>
                    <a:pt x="23487" y="4588"/>
                  </a:lnTo>
                  <a:close/>
                  <a:moveTo>
                    <a:pt x="26888" y="3960"/>
                  </a:moveTo>
                  <a:lnTo>
                    <a:pt x="26796" y="3584"/>
                  </a:lnTo>
                  <a:lnTo>
                    <a:pt x="26329" y="3492"/>
                  </a:lnTo>
                  <a:lnTo>
                    <a:pt x="26260" y="3002"/>
                  </a:lnTo>
                  <a:lnTo>
                    <a:pt x="25998" y="3321"/>
                  </a:lnTo>
                  <a:lnTo>
                    <a:pt x="25861" y="4051"/>
                  </a:lnTo>
                  <a:lnTo>
                    <a:pt x="26100" y="5227"/>
                  </a:lnTo>
                  <a:lnTo>
                    <a:pt x="26420" y="5798"/>
                  </a:lnTo>
                  <a:lnTo>
                    <a:pt x="26648" y="5683"/>
                  </a:lnTo>
                  <a:lnTo>
                    <a:pt x="26317" y="5216"/>
                  </a:lnTo>
                  <a:lnTo>
                    <a:pt x="26443" y="4656"/>
                  </a:lnTo>
                  <a:lnTo>
                    <a:pt x="26854" y="4736"/>
                  </a:lnTo>
                  <a:close/>
                  <a:moveTo>
                    <a:pt x="18203" y="3310"/>
                  </a:moveTo>
                  <a:lnTo>
                    <a:pt x="18329" y="2899"/>
                  </a:lnTo>
                  <a:lnTo>
                    <a:pt x="17712" y="2043"/>
                  </a:lnTo>
                  <a:lnTo>
                    <a:pt x="18146" y="1221"/>
                  </a:lnTo>
                  <a:lnTo>
                    <a:pt x="17427" y="1073"/>
                  </a:lnTo>
                  <a:lnTo>
                    <a:pt x="16514" y="1073"/>
                  </a:lnTo>
                  <a:lnTo>
                    <a:pt x="16274" y="2100"/>
                  </a:lnTo>
                  <a:lnTo>
                    <a:pt x="15989" y="2420"/>
                  </a:lnTo>
                  <a:lnTo>
                    <a:pt x="15601" y="3686"/>
                  </a:lnTo>
                  <a:lnTo>
                    <a:pt x="14962" y="3869"/>
                  </a:lnTo>
                  <a:lnTo>
                    <a:pt x="14186" y="3618"/>
                  </a:lnTo>
                  <a:lnTo>
                    <a:pt x="13798" y="3698"/>
                  </a:lnTo>
                  <a:lnTo>
                    <a:pt x="13342" y="4154"/>
                  </a:lnTo>
                  <a:lnTo>
                    <a:pt x="12839" y="4097"/>
                  </a:lnTo>
                  <a:lnTo>
                    <a:pt x="12326" y="4268"/>
                  </a:lnTo>
                  <a:lnTo>
                    <a:pt x="11767" y="3766"/>
                  </a:lnTo>
                  <a:lnTo>
                    <a:pt x="11618" y="3161"/>
                  </a:lnTo>
                  <a:lnTo>
                    <a:pt x="11150" y="3755"/>
                  </a:lnTo>
                  <a:lnTo>
                    <a:pt x="11070" y="4599"/>
                  </a:lnTo>
                  <a:lnTo>
                    <a:pt x="11185" y="5398"/>
                  </a:lnTo>
                  <a:lnTo>
                    <a:pt x="11550" y="6163"/>
                  </a:lnTo>
                  <a:lnTo>
                    <a:pt x="11949" y="6425"/>
                  </a:lnTo>
                  <a:lnTo>
                    <a:pt x="12052" y="7635"/>
                  </a:lnTo>
                  <a:lnTo>
                    <a:pt x="12702" y="7749"/>
                  </a:lnTo>
                  <a:lnTo>
                    <a:pt x="13216" y="7692"/>
                  </a:lnTo>
                  <a:lnTo>
                    <a:pt x="13501" y="8137"/>
                  </a:lnTo>
                  <a:lnTo>
                    <a:pt x="14460" y="7806"/>
                  </a:lnTo>
                  <a:lnTo>
                    <a:pt x="14859" y="8091"/>
                  </a:lnTo>
                  <a:lnTo>
                    <a:pt x="15430" y="8148"/>
                  </a:lnTo>
                  <a:lnTo>
                    <a:pt x="15715" y="8708"/>
                  </a:lnTo>
                  <a:lnTo>
                    <a:pt x="16640" y="8297"/>
                  </a:lnTo>
                  <a:lnTo>
                    <a:pt x="16754" y="8616"/>
                  </a:lnTo>
                  <a:lnTo>
                    <a:pt x="17108" y="7235"/>
                  </a:lnTo>
                  <a:lnTo>
                    <a:pt x="17153" y="6323"/>
                  </a:lnTo>
                  <a:lnTo>
                    <a:pt x="17941" y="5706"/>
                  </a:lnTo>
                  <a:lnTo>
                    <a:pt x="17906" y="4885"/>
                  </a:lnTo>
                  <a:lnTo>
                    <a:pt x="18169" y="4268"/>
                  </a:lnTo>
                  <a:lnTo>
                    <a:pt x="19127" y="4154"/>
                  </a:lnTo>
                  <a:close/>
                  <a:moveTo>
                    <a:pt x="8400" y="10294"/>
                  </a:moveTo>
                  <a:lnTo>
                    <a:pt x="8503" y="8890"/>
                  </a:lnTo>
                  <a:lnTo>
                    <a:pt x="8742" y="7749"/>
                  </a:lnTo>
                  <a:lnTo>
                    <a:pt x="8366" y="7178"/>
                  </a:lnTo>
                  <a:lnTo>
                    <a:pt x="7784" y="7110"/>
                  </a:lnTo>
                  <a:lnTo>
                    <a:pt x="7510" y="6596"/>
                  </a:lnTo>
                  <a:lnTo>
                    <a:pt x="7384" y="5969"/>
                  </a:lnTo>
                  <a:lnTo>
                    <a:pt x="7099" y="5934"/>
                  </a:lnTo>
                  <a:lnTo>
                    <a:pt x="6643" y="5626"/>
                  </a:lnTo>
                  <a:lnTo>
                    <a:pt x="6973" y="4885"/>
                  </a:lnTo>
                  <a:lnTo>
                    <a:pt x="6357" y="4462"/>
                  </a:lnTo>
                  <a:lnTo>
                    <a:pt x="5889" y="3709"/>
                  </a:lnTo>
                  <a:lnTo>
                    <a:pt x="5205" y="3081"/>
                  </a:lnTo>
                  <a:lnTo>
                    <a:pt x="4394" y="3070"/>
                  </a:lnTo>
                  <a:lnTo>
                    <a:pt x="3607" y="2100"/>
                  </a:lnTo>
                  <a:lnTo>
                    <a:pt x="3150" y="1712"/>
                  </a:lnTo>
                  <a:lnTo>
                    <a:pt x="2511" y="1107"/>
                  </a:lnTo>
                  <a:lnTo>
                    <a:pt x="1770" y="217"/>
                  </a:lnTo>
                  <a:lnTo>
                    <a:pt x="514" y="46"/>
                  </a:lnTo>
                  <a:lnTo>
                    <a:pt x="1" y="0"/>
                  </a:lnTo>
                  <a:lnTo>
                    <a:pt x="81" y="457"/>
                  </a:lnTo>
                  <a:lnTo>
                    <a:pt x="948" y="1461"/>
                  </a:lnTo>
                  <a:lnTo>
                    <a:pt x="1576" y="1974"/>
                  </a:lnTo>
                  <a:lnTo>
                    <a:pt x="2021" y="2762"/>
                  </a:lnTo>
                  <a:lnTo>
                    <a:pt x="2751" y="3333"/>
                  </a:lnTo>
                  <a:lnTo>
                    <a:pt x="3059" y="4029"/>
                  </a:lnTo>
                  <a:lnTo>
                    <a:pt x="3310" y="4816"/>
                  </a:lnTo>
                  <a:lnTo>
                    <a:pt x="4006" y="5569"/>
                  </a:lnTo>
                  <a:lnTo>
                    <a:pt x="4588" y="6836"/>
                  </a:lnTo>
                  <a:lnTo>
                    <a:pt x="4976" y="7521"/>
                  </a:lnTo>
                  <a:lnTo>
                    <a:pt x="5558" y="8263"/>
                  </a:lnTo>
                  <a:lnTo>
                    <a:pt x="5878" y="8799"/>
                  </a:lnTo>
                  <a:lnTo>
                    <a:pt x="6871" y="9541"/>
                  </a:lnTo>
                  <a:lnTo>
                    <a:pt x="7510" y="1030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8966;p37">
              <a:extLst>
                <a:ext uri="{FF2B5EF4-FFF2-40B4-BE49-F238E27FC236}">
                  <a16:creationId xmlns:a16="http://schemas.microsoft.com/office/drawing/2014/main" xmlns="" id="{3BC0B121-0F49-4F23-9497-85A73C8E727C}"/>
                </a:ext>
              </a:extLst>
            </p:cNvPr>
            <p:cNvSpPr/>
            <p:nvPr/>
          </p:nvSpPr>
          <p:spPr>
            <a:xfrm>
              <a:off x="5054350" y="2306700"/>
              <a:ext cx="552950" cy="624825"/>
            </a:xfrm>
            <a:custGeom>
              <a:avLst/>
              <a:gdLst/>
              <a:ahLst/>
              <a:cxnLst/>
              <a:rect l="l" t="t" r="r" b="b"/>
              <a:pathLst>
                <a:path w="22118" h="24993" extrusionOk="0">
                  <a:moveTo>
                    <a:pt x="9073" y="4816"/>
                  </a:moveTo>
                  <a:lnTo>
                    <a:pt x="7863" y="4189"/>
                  </a:lnTo>
                  <a:lnTo>
                    <a:pt x="6985" y="3618"/>
                  </a:lnTo>
                  <a:lnTo>
                    <a:pt x="6517" y="2625"/>
                  </a:lnTo>
                  <a:lnTo>
                    <a:pt x="7110" y="2751"/>
                  </a:lnTo>
                  <a:lnTo>
                    <a:pt x="7019" y="2283"/>
                  </a:lnTo>
                  <a:lnTo>
                    <a:pt x="6597" y="1815"/>
                  </a:lnTo>
                  <a:lnTo>
                    <a:pt x="6482" y="1073"/>
                  </a:lnTo>
                  <a:lnTo>
                    <a:pt x="5398" y="0"/>
                  </a:lnTo>
                  <a:lnTo>
                    <a:pt x="4873" y="765"/>
                  </a:lnTo>
                  <a:lnTo>
                    <a:pt x="4052" y="913"/>
                  </a:lnTo>
                  <a:lnTo>
                    <a:pt x="2842" y="685"/>
                  </a:lnTo>
                  <a:lnTo>
                    <a:pt x="2568" y="1084"/>
                  </a:lnTo>
                  <a:lnTo>
                    <a:pt x="3025" y="1883"/>
                  </a:lnTo>
                  <a:lnTo>
                    <a:pt x="3447" y="2500"/>
                  </a:lnTo>
                  <a:lnTo>
                    <a:pt x="4154" y="2933"/>
                  </a:lnTo>
                  <a:lnTo>
                    <a:pt x="3629" y="3470"/>
                  </a:lnTo>
                  <a:lnTo>
                    <a:pt x="3766" y="4109"/>
                  </a:lnTo>
                  <a:lnTo>
                    <a:pt x="3207" y="5010"/>
                  </a:lnTo>
                  <a:lnTo>
                    <a:pt x="2910" y="5935"/>
                  </a:lnTo>
                  <a:lnTo>
                    <a:pt x="2271" y="6893"/>
                  </a:lnTo>
                  <a:lnTo>
                    <a:pt x="1358" y="6813"/>
                  </a:lnTo>
                  <a:lnTo>
                    <a:pt x="662" y="7761"/>
                  </a:lnTo>
                  <a:lnTo>
                    <a:pt x="1233" y="8171"/>
                  </a:lnTo>
                  <a:lnTo>
                    <a:pt x="1415" y="8868"/>
                  </a:lnTo>
                  <a:lnTo>
                    <a:pt x="1918" y="9324"/>
                  </a:lnTo>
                  <a:lnTo>
                    <a:pt x="2169" y="10111"/>
                  </a:lnTo>
                  <a:lnTo>
                    <a:pt x="457" y="10111"/>
                  </a:lnTo>
                  <a:lnTo>
                    <a:pt x="0" y="10716"/>
                  </a:lnTo>
                  <a:lnTo>
                    <a:pt x="1016" y="11481"/>
                  </a:lnTo>
                  <a:lnTo>
                    <a:pt x="1290" y="11835"/>
                  </a:lnTo>
                  <a:lnTo>
                    <a:pt x="948" y="12166"/>
                  </a:lnTo>
                  <a:lnTo>
                    <a:pt x="2089" y="13261"/>
                  </a:lnTo>
                  <a:lnTo>
                    <a:pt x="2659" y="13375"/>
                  </a:lnTo>
                  <a:lnTo>
                    <a:pt x="3744" y="12839"/>
                  </a:lnTo>
                  <a:lnTo>
                    <a:pt x="3983" y="13672"/>
                  </a:lnTo>
                  <a:lnTo>
                    <a:pt x="4097" y="14790"/>
                  </a:lnTo>
                  <a:lnTo>
                    <a:pt x="4451" y="15943"/>
                  </a:lnTo>
                  <a:lnTo>
                    <a:pt x="4965" y="17701"/>
                  </a:lnTo>
                  <a:lnTo>
                    <a:pt x="5798" y="18956"/>
                  </a:lnTo>
                  <a:lnTo>
                    <a:pt x="5980" y="19515"/>
                  </a:lnTo>
                  <a:lnTo>
                    <a:pt x="6266" y="20656"/>
                  </a:lnTo>
                  <a:lnTo>
                    <a:pt x="6745" y="21524"/>
                  </a:lnTo>
                  <a:lnTo>
                    <a:pt x="7064" y="21957"/>
                  </a:lnTo>
                  <a:lnTo>
                    <a:pt x="7418" y="22870"/>
                  </a:lnTo>
                  <a:lnTo>
                    <a:pt x="7863" y="24137"/>
                  </a:lnTo>
                  <a:lnTo>
                    <a:pt x="8651" y="24993"/>
                  </a:lnTo>
                  <a:lnTo>
                    <a:pt x="8959" y="24730"/>
                  </a:lnTo>
                  <a:lnTo>
                    <a:pt x="9199" y="24103"/>
                  </a:lnTo>
                  <a:lnTo>
                    <a:pt x="9918" y="23852"/>
                  </a:lnTo>
                  <a:lnTo>
                    <a:pt x="9655" y="23555"/>
                  </a:lnTo>
                  <a:lnTo>
                    <a:pt x="9975" y="22870"/>
                  </a:lnTo>
                  <a:lnTo>
                    <a:pt x="10385" y="22825"/>
                  </a:lnTo>
                  <a:lnTo>
                    <a:pt x="10283" y="21284"/>
                  </a:lnTo>
                  <a:lnTo>
                    <a:pt x="10557" y="20417"/>
                  </a:lnTo>
                  <a:lnTo>
                    <a:pt x="10454" y="19652"/>
                  </a:lnTo>
                  <a:lnTo>
                    <a:pt x="10191" y="18488"/>
                  </a:lnTo>
                  <a:lnTo>
                    <a:pt x="10363" y="17792"/>
                  </a:lnTo>
                  <a:lnTo>
                    <a:pt x="10716" y="17746"/>
                  </a:lnTo>
                  <a:lnTo>
                    <a:pt x="11401" y="17415"/>
                  </a:lnTo>
                  <a:lnTo>
                    <a:pt x="11766" y="17187"/>
                  </a:lnTo>
                  <a:lnTo>
                    <a:pt x="11732" y="16776"/>
                  </a:lnTo>
                  <a:lnTo>
                    <a:pt x="12440" y="16171"/>
                  </a:lnTo>
                  <a:lnTo>
                    <a:pt x="12965" y="15601"/>
                  </a:lnTo>
                  <a:lnTo>
                    <a:pt x="13729" y="14539"/>
                  </a:lnTo>
                  <a:lnTo>
                    <a:pt x="14779" y="13935"/>
                  </a:lnTo>
                  <a:lnTo>
                    <a:pt x="15121" y="13398"/>
                  </a:lnTo>
                  <a:lnTo>
                    <a:pt x="14996" y="12713"/>
                  </a:lnTo>
                  <a:lnTo>
                    <a:pt x="15932" y="12519"/>
                  </a:lnTo>
                  <a:lnTo>
                    <a:pt x="16468" y="12542"/>
                  </a:lnTo>
                  <a:lnTo>
                    <a:pt x="16537" y="12200"/>
                  </a:lnTo>
                  <a:lnTo>
                    <a:pt x="16308" y="11458"/>
                  </a:lnTo>
                  <a:lnTo>
                    <a:pt x="15932" y="10773"/>
                  </a:lnTo>
                  <a:lnTo>
                    <a:pt x="15989" y="10226"/>
                  </a:lnTo>
                  <a:lnTo>
                    <a:pt x="15464" y="9986"/>
                  </a:lnTo>
                  <a:lnTo>
                    <a:pt x="15578" y="9655"/>
                  </a:lnTo>
                  <a:lnTo>
                    <a:pt x="16023" y="9313"/>
                  </a:lnTo>
                  <a:lnTo>
                    <a:pt x="15361" y="8833"/>
                  </a:lnTo>
                  <a:lnTo>
                    <a:pt x="15532" y="8217"/>
                  </a:lnTo>
                  <a:lnTo>
                    <a:pt x="16217" y="8605"/>
                  </a:lnTo>
                  <a:lnTo>
                    <a:pt x="16605" y="8662"/>
                  </a:lnTo>
                  <a:lnTo>
                    <a:pt x="16776" y="9290"/>
                  </a:lnTo>
                  <a:lnTo>
                    <a:pt x="17552" y="9415"/>
                  </a:lnTo>
                  <a:lnTo>
                    <a:pt x="18260" y="9404"/>
                  </a:lnTo>
                  <a:lnTo>
                    <a:pt x="18751" y="9552"/>
                  </a:lnTo>
                  <a:lnTo>
                    <a:pt x="18522" y="10317"/>
                  </a:lnTo>
                  <a:lnTo>
                    <a:pt x="18180" y="10374"/>
                  </a:lnTo>
                  <a:lnTo>
                    <a:pt x="18020" y="10888"/>
                  </a:lnTo>
                  <a:lnTo>
                    <a:pt x="18522" y="11355"/>
                  </a:lnTo>
                  <a:lnTo>
                    <a:pt x="18545" y="10785"/>
                  </a:lnTo>
                  <a:lnTo>
                    <a:pt x="18762" y="10773"/>
                  </a:lnTo>
                  <a:lnTo>
                    <a:pt x="19401" y="12211"/>
                  </a:lnTo>
                  <a:lnTo>
                    <a:pt x="19743" y="11994"/>
                  </a:lnTo>
                  <a:lnTo>
                    <a:pt x="19618" y="11606"/>
                  </a:lnTo>
                  <a:lnTo>
                    <a:pt x="19743" y="11310"/>
                  </a:lnTo>
                  <a:lnTo>
                    <a:pt x="19618" y="10374"/>
                  </a:lnTo>
                  <a:lnTo>
                    <a:pt x="20280" y="10568"/>
                  </a:lnTo>
                  <a:lnTo>
                    <a:pt x="20485" y="9826"/>
                  </a:lnTo>
                  <a:lnTo>
                    <a:pt x="20451" y="9381"/>
                  </a:lnTo>
                  <a:lnTo>
                    <a:pt x="20748" y="8616"/>
                  </a:lnTo>
                  <a:lnTo>
                    <a:pt x="20611" y="8103"/>
                  </a:lnTo>
                  <a:lnTo>
                    <a:pt x="21489" y="7475"/>
                  </a:lnTo>
                  <a:lnTo>
                    <a:pt x="22071" y="7635"/>
                  </a:lnTo>
                  <a:lnTo>
                    <a:pt x="21889" y="7076"/>
                  </a:lnTo>
                  <a:lnTo>
                    <a:pt x="22117" y="6905"/>
                  </a:lnTo>
                  <a:lnTo>
                    <a:pt x="21980" y="6562"/>
                  </a:lnTo>
                  <a:lnTo>
                    <a:pt x="21113" y="6437"/>
                  </a:lnTo>
                  <a:lnTo>
                    <a:pt x="21284" y="6049"/>
                  </a:lnTo>
                  <a:lnTo>
                    <a:pt x="20782" y="5490"/>
                  </a:lnTo>
                  <a:lnTo>
                    <a:pt x="20325" y="5866"/>
                  </a:lnTo>
                  <a:lnTo>
                    <a:pt x="19629" y="5649"/>
                  </a:lnTo>
                  <a:lnTo>
                    <a:pt x="18876" y="6220"/>
                  </a:lnTo>
                  <a:lnTo>
                    <a:pt x="18317" y="6905"/>
                  </a:lnTo>
                  <a:lnTo>
                    <a:pt x="17723" y="7019"/>
                  </a:lnTo>
                  <a:lnTo>
                    <a:pt x="18100" y="7304"/>
                  </a:lnTo>
                  <a:lnTo>
                    <a:pt x="18157" y="7863"/>
                  </a:lnTo>
                  <a:lnTo>
                    <a:pt x="17529" y="7886"/>
                  </a:lnTo>
                  <a:lnTo>
                    <a:pt x="16868" y="7829"/>
                  </a:lnTo>
                  <a:lnTo>
                    <a:pt x="16411" y="7977"/>
                  </a:lnTo>
                  <a:lnTo>
                    <a:pt x="15624" y="7612"/>
                  </a:lnTo>
                  <a:lnTo>
                    <a:pt x="15578" y="7441"/>
                  </a:lnTo>
                  <a:lnTo>
                    <a:pt x="15361" y="6722"/>
                  </a:lnTo>
                  <a:lnTo>
                    <a:pt x="14939" y="6916"/>
                  </a:lnTo>
                  <a:lnTo>
                    <a:pt x="14950" y="7304"/>
                  </a:lnTo>
                  <a:lnTo>
                    <a:pt x="15167" y="7886"/>
                  </a:lnTo>
                  <a:lnTo>
                    <a:pt x="15156" y="8240"/>
                  </a:lnTo>
                  <a:lnTo>
                    <a:pt x="14494" y="8263"/>
                  </a:lnTo>
                  <a:lnTo>
                    <a:pt x="13524" y="8046"/>
                  </a:lnTo>
                  <a:lnTo>
                    <a:pt x="12907" y="7955"/>
                  </a:lnTo>
                  <a:lnTo>
                    <a:pt x="12371" y="7498"/>
                  </a:lnTo>
                  <a:lnTo>
                    <a:pt x="11287" y="7373"/>
                  </a:lnTo>
                  <a:lnTo>
                    <a:pt x="10191" y="6870"/>
                  </a:lnTo>
                  <a:lnTo>
                    <a:pt x="9358" y="6437"/>
                  </a:lnTo>
                  <a:lnTo>
                    <a:pt x="8548" y="6072"/>
                  </a:lnTo>
                  <a:lnTo>
                    <a:pt x="8674" y="523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8967;p37">
              <a:extLst>
                <a:ext uri="{FF2B5EF4-FFF2-40B4-BE49-F238E27FC236}">
                  <a16:creationId xmlns:a16="http://schemas.microsoft.com/office/drawing/2014/main" xmlns="" id="{81F13818-B073-40B4-9709-5770938B2CC6}"/>
                </a:ext>
              </a:extLst>
            </p:cNvPr>
            <p:cNvSpPr/>
            <p:nvPr/>
          </p:nvSpPr>
          <p:spPr>
            <a:xfrm>
              <a:off x="3550225" y="1870750"/>
              <a:ext cx="68775" cy="74775"/>
            </a:xfrm>
            <a:custGeom>
              <a:avLst/>
              <a:gdLst/>
              <a:ahLst/>
              <a:cxnLst/>
              <a:rect l="l" t="t" r="r" b="b"/>
              <a:pathLst>
                <a:path w="2751" h="2991" extrusionOk="0">
                  <a:moveTo>
                    <a:pt x="2648" y="1085"/>
                  </a:moveTo>
                  <a:lnTo>
                    <a:pt x="2157" y="902"/>
                  </a:lnTo>
                  <a:lnTo>
                    <a:pt x="1735" y="913"/>
                  </a:lnTo>
                  <a:lnTo>
                    <a:pt x="1895" y="457"/>
                  </a:lnTo>
                  <a:lnTo>
                    <a:pt x="1781" y="1"/>
                  </a:lnTo>
                  <a:lnTo>
                    <a:pt x="1256" y="400"/>
                  </a:lnTo>
                  <a:lnTo>
                    <a:pt x="297" y="1073"/>
                  </a:lnTo>
                  <a:lnTo>
                    <a:pt x="594" y="1941"/>
                  </a:lnTo>
                  <a:lnTo>
                    <a:pt x="0" y="2854"/>
                  </a:lnTo>
                  <a:lnTo>
                    <a:pt x="959" y="2990"/>
                  </a:lnTo>
                  <a:lnTo>
                    <a:pt x="2191" y="2477"/>
                  </a:lnTo>
                  <a:lnTo>
                    <a:pt x="2751" y="170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8968;p37">
              <a:extLst>
                <a:ext uri="{FF2B5EF4-FFF2-40B4-BE49-F238E27FC236}">
                  <a16:creationId xmlns:a16="http://schemas.microsoft.com/office/drawing/2014/main" xmlns="" id="{08A51043-1740-414B-92C1-87097F8F870D}"/>
                </a:ext>
              </a:extLst>
            </p:cNvPr>
            <p:cNvSpPr/>
            <p:nvPr/>
          </p:nvSpPr>
          <p:spPr>
            <a:xfrm>
              <a:off x="4538525" y="2209700"/>
              <a:ext cx="412575" cy="333525"/>
            </a:xfrm>
            <a:custGeom>
              <a:avLst/>
              <a:gdLst/>
              <a:ahLst/>
              <a:cxnLst/>
              <a:rect l="l" t="t" r="r" b="b"/>
              <a:pathLst>
                <a:path w="16503" h="13341" extrusionOk="0">
                  <a:moveTo>
                    <a:pt x="1096" y="753"/>
                  </a:moveTo>
                  <a:lnTo>
                    <a:pt x="639" y="343"/>
                  </a:lnTo>
                  <a:lnTo>
                    <a:pt x="468" y="0"/>
                  </a:lnTo>
                  <a:lnTo>
                    <a:pt x="0" y="251"/>
                  </a:lnTo>
                  <a:lnTo>
                    <a:pt x="411" y="1301"/>
                  </a:lnTo>
                  <a:lnTo>
                    <a:pt x="308" y="1586"/>
                  </a:lnTo>
                  <a:lnTo>
                    <a:pt x="833" y="2328"/>
                  </a:lnTo>
                  <a:lnTo>
                    <a:pt x="833" y="2328"/>
                  </a:lnTo>
                  <a:lnTo>
                    <a:pt x="1506" y="3435"/>
                  </a:lnTo>
                  <a:lnTo>
                    <a:pt x="2031" y="3709"/>
                  </a:lnTo>
                  <a:lnTo>
                    <a:pt x="2180" y="4245"/>
                  </a:lnTo>
                  <a:lnTo>
                    <a:pt x="1849" y="4565"/>
                  </a:lnTo>
                  <a:lnTo>
                    <a:pt x="1780" y="5273"/>
                  </a:lnTo>
                  <a:lnTo>
                    <a:pt x="2431" y="6151"/>
                  </a:lnTo>
                  <a:lnTo>
                    <a:pt x="3435" y="6631"/>
                  </a:lnTo>
                  <a:lnTo>
                    <a:pt x="3937" y="7327"/>
                  </a:lnTo>
                  <a:lnTo>
                    <a:pt x="3903" y="7989"/>
                  </a:lnTo>
                  <a:lnTo>
                    <a:pt x="4143" y="7989"/>
                  </a:lnTo>
                  <a:lnTo>
                    <a:pt x="4223" y="8457"/>
                  </a:lnTo>
                  <a:lnTo>
                    <a:pt x="4702" y="8947"/>
                  </a:lnTo>
                  <a:lnTo>
                    <a:pt x="4942" y="8582"/>
                  </a:lnTo>
                  <a:lnTo>
                    <a:pt x="5478" y="8890"/>
                  </a:lnTo>
                  <a:lnTo>
                    <a:pt x="5877" y="8742"/>
                  </a:lnTo>
                  <a:lnTo>
                    <a:pt x="6596" y="9940"/>
                  </a:lnTo>
                  <a:lnTo>
                    <a:pt x="7213" y="10807"/>
                  </a:lnTo>
                  <a:lnTo>
                    <a:pt x="8000" y="11070"/>
                  </a:lnTo>
                  <a:lnTo>
                    <a:pt x="8867" y="11766"/>
                  </a:lnTo>
                  <a:lnTo>
                    <a:pt x="9849" y="12063"/>
                  </a:lnTo>
                  <a:lnTo>
                    <a:pt x="10579" y="11629"/>
                  </a:lnTo>
                  <a:lnTo>
                    <a:pt x="11150" y="11469"/>
                  </a:lnTo>
                  <a:lnTo>
                    <a:pt x="11549" y="11629"/>
                  </a:lnTo>
                  <a:lnTo>
                    <a:pt x="12006" y="12736"/>
                  </a:lnTo>
                  <a:lnTo>
                    <a:pt x="12907" y="12850"/>
                  </a:lnTo>
                  <a:lnTo>
                    <a:pt x="13775" y="13067"/>
                  </a:lnTo>
                  <a:lnTo>
                    <a:pt x="15270" y="13341"/>
                  </a:lnTo>
                  <a:lnTo>
                    <a:pt x="15441" y="12280"/>
                  </a:lnTo>
                  <a:lnTo>
                    <a:pt x="16502" y="11812"/>
                  </a:lnTo>
                  <a:lnTo>
                    <a:pt x="16377" y="11401"/>
                  </a:lnTo>
                  <a:lnTo>
                    <a:pt x="15989" y="11253"/>
                  </a:lnTo>
                  <a:lnTo>
                    <a:pt x="15840" y="10442"/>
                  </a:lnTo>
                  <a:lnTo>
                    <a:pt x="15041" y="10054"/>
                  </a:lnTo>
                  <a:lnTo>
                    <a:pt x="14642" y="9495"/>
                  </a:lnTo>
                  <a:lnTo>
                    <a:pt x="14185" y="9027"/>
                  </a:lnTo>
                  <a:lnTo>
                    <a:pt x="14745" y="8206"/>
                  </a:lnTo>
                  <a:lnTo>
                    <a:pt x="14585" y="7635"/>
                  </a:lnTo>
                  <a:lnTo>
                    <a:pt x="13980" y="7475"/>
                  </a:lnTo>
                  <a:lnTo>
                    <a:pt x="13820" y="6905"/>
                  </a:lnTo>
                  <a:lnTo>
                    <a:pt x="13432" y="6174"/>
                  </a:lnTo>
                  <a:lnTo>
                    <a:pt x="13660" y="5672"/>
                  </a:lnTo>
                  <a:lnTo>
                    <a:pt x="13307" y="5546"/>
                  </a:lnTo>
                  <a:lnTo>
                    <a:pt x="13375" y="4873"/>
                  </a:lnTo>
                  <a:lnTo>
                    <a:pt x="13444" y="3732"/>
                  </a:lnTo>
                  <a:lnTo>
                    <a:pt x="13215" y="2956"/>
                  </a:lnTo>
                  <a:lnTo>
                    <a:pt x="12668" y="2922"/>
                  </a:lnTo>
                  <a:lnTo>
                    <a:pt x="11618" y="2111"/>
                  </a:lnTo>
                  <a:lnTo>
                    <a:pt x="11013" y="2009"/>
                  </a:lnTo>
                  <a:lnTo>
                    <a:pt x="10077" y="1541"/>
                  </a:lnTo>
                  <a:lnTo>
                    <a:pt x="9541" y="1450"/>
                  </a:lnTo>
                  <a:lnTo>
                    <a:pt x="9244" y="1621"/>
                  </a:lnTo>
                  <a:lnTo>
                    <a:pt x="8742" y="1598"/>
                  </a:lnTo>
                  <a:lnTo>
                    <a:pt x="8308" y="2123"/>
                  </a:lnTo>
                  <a:lnTo>
                    <a:pt x="7680" y="2294"/>
                  </a:lnTo>
                  <a:lnTo>
                    <a:pt x="7658" y="2522"/>
                  </a:lnTo>
                  <a:lnTo>
                    <a:pt x="6528" y="2762"/>
                  </a:lnTo>
                  <a:lnTo>
                    <a:pt x="5444" y="2614"/>
                  </a:lnTo>
                  <a:lnTo>
                    <a:pt x="4827" y="2134"/>
                  </a:lnTo>
                  <a:lnTo>
                    <a:pt x="4086" y="1952"/>
                  </a:lnTo>
                  <a:lnTo>
                    <a:pt x="3732" y="1267"/>
                  </a:lnTo>
                  <a:lnTo>
                    <a:pt x="3549" y="1313"/>
                  </a:lnTo>
                  <a:lnTo>
                    <a:pt x="3001" y="822"/>
                  </a:lnTo>
                  <a:lnTo>
                    <a:pt x="3173" y="388"/>
                  </a:lnTo>
                  <a:lnTo>
                    <a:pt x="2910" y="114"/>
                  </a:lnTo>
                  <a:lnTo>
                    <a:pt x="2636" y="183"/>
                  </a:lnTo>
                  <a:lnTo>
                    <a:pt x="1883" y="856"/>
                  </a:lnTo>
                  <a:lnTo>
                    <a:pt x="1621" y="87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8969;p37">
              <a:extLst>
                <a:ext uri="{FF2B5EF4-FFF2-40B4-BE49-F238E27FC236}">
                  <a16:creationId xmlns:a16="http://schemas.microsoft.com/office/drawing/2014/main" xmlns="" id="{28680A8F-D699-45BC-9A6D-7DA3CC3057A3}"/>
                </a:ext>
              </a:extLst>
            </p:cNvPr>
            <p:cNvSpPr/>
            <p:nvPr/>
          </p:nvSpPr>
          <p:spPr>
            <a:xfrm>
              <a:off x="4458925" y="2262750"/>
              <a:ext cx="197150" cy="189200"/>
            </a:xfrm>
            <a:custGeom>
              <a:avLst/>
              <a:gdLst/>
              <a:ahLst/>
              <a:cxnLst/>
              <a:rect l="l" t="t" r="r" b="b"/>
              <a:pathLst>
                <a:path w="7886" h="7568" extrusionOk="0">
                  <a:moveTo>
                    <a:pt x="3389" y="126"/>
                  </a:moveTo>
                  <a:lnTo>
                    <a:pt x="2511" y="1"/>
                  </a:lnTo>
                  <a:lnTo>
                    <a:pt x="2214" y="149"/>
                  </a:lnTo>
                  <a:lnTo>
                    <a:pt x="1906" y="731"/>
                  </a:lnTo>
                  <a:lnTo>
                    <a:pt x="1529" y="959"/>
                  </a:lnTo>
                  <a:lnTo>
                    <a:pt x="1700" y="1633"/>
                  </a:lnTo>
                  <a:lnTo>
                    <a:pt x="1564" y="2740"/>
                  </a:lnTo>
                  <a:lnTo>
                    <a:pt x="0" y="3698"/>
                  </a:lnTo>
                  <a:lnTo>
                    <a:pt x="434" y="4794"/>
                  </a:lnTo>
                  <a:lnTo>
                    <a:pt x="1392" y="5034"/>
                  </a:lnTo>
                  <a:lnTo>
                    <a:pt x="2613" y="5684"/>
                  </a:lnTo>
                  <a:lnTo>
                    <a:pt x="4987" y="7487"/>
                  </a:lnTo>
                  <a:lnTo>
                    <a:pt x="6448" y="7567"/>
                  </a:lnTo>
                  <a:lnTo>
                    <a:pt x="6904" y="6688"/>
                  </a:lnTo>
                  <a:lnTo>
                    <a:pt x="7429" y="6768"/>
                  </a:lnTo>
                  <a:lnTo>
                    <a:pt x="7886" y="6814"/>
                  </a:lnTo>
                  <a:lnTo>
                    <a:pt x="7407" y="6335"/>
                  </a:lnTo>
                  <a:lnTo>
                    <a:pt x="7327" y="5867"/>
                  </a:lnTo>
                  <a:lnTo>
                    <a:pt x="7087" y="5867"/>
                  </a:lnTo>
                  <a:lnTo>
                    <a:pt x="7121" y="5205"/>
                  </a:lnTo>
                  <a:lnTo>
                    <a:pt x="6619" y="4509"/>
                  </a:lnTo>
                  <a:lnTo>
                    <a:pt x="5615" y="4029"/>
                  </a:lnTo>
                  <a:lnTo>
                    <a:pt x="4964" y="3151"/>
                  </a:lnTo>
                  <a:lnTo>
                    <a:pt x="5033" y="2443"/>
                  </a:lnTo>
                  <a:lnTo>
                    <a:pt x="5364" y="2123"/>
                  </a:lnTo>
                  <a:lnTo>
                    <a:pt x="5215" y="1587"/>
                  </a:lnTo>
                  <a:lnTo>
                    <a:pt x="4690" y="1313"/>
                  </a:lnTo>
                  <a:lnTo>
                    <a:pt x="4017" y="206"/>
                  </a:lnTo>
                  <a:lnTo>
                    <a:pt x="4017" y="206"/>
                  </a:lnTo>
                  <a:lnTo>
                    <a:pt x="3698" y="35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8970;p37">
              <a:extLst>
                <a:ext uri="{FF2B5EF4-FFF2-40B4-BE49-F238E27FC236}">
                  <a16:creationId xmlns:a16="http://schemas.microsoft.com/office/drawing/2014/main" xmlns="" id="{4EA1F0C8-45DD-4013-BB61-70784F98535C}"/>
                </a:ext>
              </a:extLst>
            </p:cNvPr>
            <p:cNvSpPr/>
            <p:nvPr/>
          </p:nvSpPr>
          <p:spPr>
            <a:xfrm>
              <a:off x="3353350" y="1635650"/>
              <a:ext cx="161225" cy="60525"/>
            </a:xfrm>
            <a:custGeom>
              <a:avLst/>
              <a:gdLst/>
              <a:ahLst/>
              <a:cxnLst/>
              <a:rect l="l" t="t" r="r" b="b"/>
              <a:pathLst>
                <a:path w="6449" h="2421" extrusionOk="0">
                  <a:moveTo>
                    <a:pt x="6015" y="69"/>
                  </a:moveTo>
                  <a:lnTo>
                    <a:pt x="5034" y="1"/>
                  </a:lnTo>
                  <a:lnTo>
                    <a:pt x="3995" y="423"/>
                  </a:lnTo>
                  <a:lnTo>
                    <a:pt x="3265" y="206"/>
                  </a:lnTo>
                  <a:lnTo>
                    <a:pt x="2283" y="640"/>
                  </a:lnTo>
                  <a:lnTo>
                    <a:pt x="1439" y="92"/>
                  </a:lnTo>
                  <a:lnTo>
                    <a:pt x="514" y="206"/>
                  </a:lnTo>
                  <a:lnTo>
                    <a:pt x="1" y="731"/>
                  </a:lnTo>
                  <a:lnTo>
                    <a:pt x="1245" y="925"/>
                  </a:lnTo>
                  <a:lnTo>
                    <a:pt x="1222" y="1154"/>
                  </a:lnTo>
                  <a:lnTo>
                    <a:pt x="115" y="1302"/>
                  </a:lnTo>
                  <a:lnTo>
                    <a:pt x="1370" y="1690"/>
                  </a:lnTo>
                  <a:lnTo>
                    <a:pt x="708" y="2044"/>
                  </a:lnTo>
                  <a:lnTo>
                    <a:pt x="2386" y="2306"/>
                  </a:lnTo>
                  <a:lnTo>
                    <a:pt x="3185" y="2420"/>
                  </a:lnTo>
                  <a:lnTo>
                    <a:pt x="3733" y="2272"/>
                  </a:lnTo>
                  <a:lnTo>
                    <a:pt x="5581" y="1724"/>
                  </a:lnTo>
                  <a:lnTo>
                    <a:pt x="6449" y="1119"/>
                  </a:lnTo>
                  <a:lnTo>
                    <a:pt x="5821" y="57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8971;p37">
              <a:extLst>
                <a:ext uri="{FF2B5EF4-FFF2-40B4-BE49-F238E27FC236}">
                  <a16:creationId xmlns:a16="http://schemas.microsoft.com/office/drawing/2014/main" xmlns="" id="{1A66DF53-2C79-4231-BDE8-F3C588E69162}"/>
                </a:ext>
              </a:extLst>
            </p:cNvPr>
            <p:cNvSpPr/>
            <p:nvPr/>
          </p:nvSpPr>
          <p:spPr>
            <a:xfrm>
              <a:off x="4377875" y="2357200"/>
              <a:ext cx="26000" cy="85600"/>
            </a:xfrm>
            <a:custGeom>
              <a:avLst/>
              <a:gdLst/>
              <a:ahLst/>
              <a:cxnLst/>
              <a:rect l="l" t="t" r="r" b="b"/>
              <a:pathLst>
                <a:path w="1040" h="3424" extrusionOk="0">
                  <a:moveTo>
                    <a:pt x="1005" y="0"/>
                  </a:moveTo>
                  <a:lnTo>
                    <a:pt x="800" y="23"/>
                  </a:lnTo>
                  <a:lnTo>
                    <a:pt x="743" y="171"/>
                  </a:lnTo>
                  <a:lnTo>
                    <a:pt x="480" y="171"/>
                  </a:lnTo>
                  <a:lnTo>
                    <a:pt x="469" y="194"/>
                  </a:lnTo>
                  <a:lnTo>
                    <a:pt x="389" y="423"/>
                  </a:lnTo>
                  <a:lnTo>
                    <a:pt x="298" y="1107"/>
                  </a:lnTo>
                  <a:lnTo>
                    <a:pt x="149" y="1518"/>
                  </a:lnTo>
                  <a:lnTo>
                    <a:pt x="206" y="1575"/>
                  </a:lnTo>
                  <a:lnTo>
                    <a:pt x="1" y="1872"/>
                  </a:lnTo>
                  <a:lnTo>
                    <a:pt x="1" y="1872"/>
                  </a:lnTo>
                  <a:lnTo>
                    <a:pt x="560" y="3184"/>
                  </a:lnTo>
                  <a:lnTo>
                    <a:pt x="663" y="3424"/>
                  </a:lnTo>
                  <a:lnTo>
                    <a:pt x="903" y="1975"/>
                  </a:lnTo>
                  <a:lnTo>
                    <a:pt x="845" y="1632"/>
                  </a:lnTo>
                  <a:lnTo>
                    <a:pt x="503" y="1746"/>
                  </a:lnTo>
                  <a:lnTo>
                    <a:pt x="515" y="1507"/>
                  </a:lnTo>
                  <a:lnTo>
                    <a:pt x="686" y="1393"/>
                  </a:lnTo>
                  <a:lnTo>
                    <a:pt x="492" y="1290"/>
                  </a:lnTo>
                  <a:lnTo>
                    <a:pt x="583" y="674"/>
                  </a:lnTo>
                  <a:lnTo>
                    <a:pt x="868" y="799"/>
                  </a:lnTo>
                  <a:lnTo>
                    <a:pt x="971" y="514"/>
                  </a:lnTo>
                  <a:lnTo>
                    <a:pt x="960" y="514"/>
                  </a:lnTo>
                  <a:lnTo>
                    <a:pt x="1039" y="37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8972;p37">
              <a:extLst>
                <a:ext uri="{FF2B5EF4-FFF2-40B4-BE49-F238E27FC236}">
                  <a16:creationId xmlns:a16="http://schemas.microsoft.com/office/drawing/2014/main" xmlns="" id="{0772B4DE-A6AB-45B1-BADE-4D67B5CE0CC7}"/>
                </a:ext>
              </a:extLst>
            </p:cNvPr>
            <p:cNvSpPr/>
            <p:nvPr/>
          </p:nvSpPr>
          <p:spPr>
            <a:xfrm>
              <a:off x="3842650" y="2045925"/>
              <a:ext cx="219725" cy="234550"/>
            </a:xfrm>
            <a:custGeom>
              <a:avLst/>
              <a:gdLst/>
              <a:ahLst/>
              <a:cxnLst/>
              <a:rect l="l" t="t" r="r" b="b"/>
              <a:pathLst>
                <a:path w="8789" h="9382" extrusionOk="0">
                  <a:moveTo>
                    <a:pt x="6722" y="7909"/>
                  </a:moveTo>
                  <a:lnTo>
                    <a:pt x="6152" y="7978"/>
                  </a:lnTo>
                  <a:lnTo>
                    <a:pt x="5399" y="8080"/>
                  </a:lnTo>
                  <a:lnTo>
                    <a:pt x="4520" y="7989"/>
                  </a:lnTo>
                  <a:lnTo>
                    <a:pt x="4440" y="8480"/>
                  </a:lnTo>
                  <a:lnTo>
                    <a:pt x="5501" y="8948"/>
                  </a:lnTo>
                  <a:lnTo>
                    <a:pt x="5889" y="9050"/>
                  </a:lnTo>
                  <a:lnTo>
                    <a:pt x="6494" y="9381"/>
                  </a:lnTo>
                  <a:lnTo>
                    <a:pt x="6620" y="8913"/>
                  </a:lnTo>
                  <a:lnTo>
                    <a:pt x="6494" y="8628"/>
                  </a:lnTo>
                  <a:close/>
                  <a:moveTo>
                    <a:pt x="1907" y="5205"/>
                  </a:moveTo>
                  <a:lnTo>
                    <a:pt x="1553" y="5478"/>
                  </a:lnTo>
                  <a:lnTo>
                    <a:pt x="1153" y="5433"/>
                  </a:lnTo>
                  <a:lnTo>
                    <a:pt x="1336" y="5946"/>
                  </a:lnTo>
                  <a:lnTo>
                    <a:pt x="1393" y="7030"/>
                  </a:lnTo>
                  <a:lnTo>
                    <a:pt x="1690" y="7282"/>
                  </a:lnTo>
                  <a:lnTo>
                    <a:pt x="1975" y="6973"/>
                  </a:lnTo>
                  <a:lnTo>
                    <a:pt x="2329" y="7030"/>
                  </a:lnTo>
                  <a:lnTo>
                    <a:pt x="2386" y="5832"/>
                  </a:lnTo>
                  <a:close/>
                  <a:moveTo>
                    <a:pt x="3949" y="320"/>
                  </a:moveTo>
                  <a:lnTo>
                    <a:pt x="3767" y="1"/>
                  </a:lnTo>
                  <a:lnTo>
                    <a:pt x="3082" y="160"/>
                  </a:lnTo>
                  <a:lnTo>
                    <a:pt x="3014" y="332"/>
                  </a:lnTo>
                  <a:lnTo>
                    <a:pt x="2568" y="206"/>
                  </a:lnTo>
                  <a:lnTo>
                    <a:pt x="2523" y="560"/>
                  </a:lnTo>
                  <a:lnTo>
                    <a:pt x="2226" y="720"/>
                  </a:lnTo>
                  <a:lnTo>
                    <a:pt x="1678" y="605"/>
                  </a:lnTo>
                  <a:lnTo>
                    <a:pt x="1553" y="959"/>
                  </a:lnTo>
                  <a:lnTo>
                    <a:pt x="1210" y="982"/>
                  </a:lnTo>
                  <a:lnTo>
                    <a:pt x="1085" y="845"/>
                  </a:lnTo>
                  <a:lnTo>
                    <a:pt x="697" y="1142"/>
                  </a:lnTo>
                  <a:lnTo>
                    <a:pt x="354" y="1187"/>
                  </a:lnTo>
                  <a:lnTo>
                    <a:pt x="46" y="1005"/>
                  </a:lnTo>
                  <a:lnTo>
                    <a:pt x="12" y="1245"/>
                  </a:lnTo>
                  <a:lnTo>
                    <a:pt x="240" y="1587"/>
                  </a:lnTo>
                  <a:lnTo>
                    <a:pt x="1" y="1838"/>
                  </a:lnTo>
                  <a:lnTo>
                    <a:pt x="218" y="2523"/>
                  </a:lnTo>
                  <a:lnTo>
                    <a:pt x="594" y="2637"/>
                  </a:lnTo>
                  <a:lnTo>
                    <a:pt x="526" y="3025"/>
                  </a:lnTo>
                  <a:lnTo>
                    <a:pt x="822" y="2956"/>
                  </a:lnTo>
                  <a:lnTo>
                    <a:pt x="1222" y="2557"/>
                  </a:lnTo>
                  <a:lnTo>
                    <a:pt x="1553" y="2431"/>
                  </a:lnTo>
                  <a:lnTo>
                    <a:pt x="2158" y="2728"/>
                  </a:lnTo>
                  <a:lnTo>
                    <a:pt x="2523" y="2831"/>
                  </a:lnTo>
                  <a:lnTo>
                    <a:pt x="2797" y="3687"/>
                  </a:lnTo>
                  <a:lnTo>
                    <a:pt x="3310" y="4200"/>
                  </a:lnTo>
                  <a:lnTo>
                    <a:pt x="4006" y="4771"/>
                  </a:lnTo>
                  <a:lnTo>
                    <a:pt x="4611" y="5170"/>
                  </a:lnTo>
                  <a:lnTo>
                    <a:pt x="5159" y="5227"/>
                  </a:lnTo>
                  <a:lnTo>
                    <a:pt x="5490" y="5581"/>
                  </a:lnTo>
                  <a:lnTo>
                    <a:pt x="5981" y="5752"/>
                  </a:lnTo>
                  <a:lnTo>
                    <a:pt x="6220" y="6140"/>
                  </a:lnTo>
                  <a:lnTo>
                    <a:pt x="6528" y="6254"/>
                  </a:lnTo>
                  <a:lnTo>
                    <a:pt x="6791" y="6711"/>
                  </a:lnTo>
                  <a:lnTo>
                    <a:pt x="7122" y="7236"/>
                  </a:lnTo>
                  <a:lnTo>
                    <a:pt x="6962" y="7418"/>
                  </a:lnTo>
                  <a:lnTo>
                    <a:pt x="6848" y="7921"/>
                  </a:lnTo>
                  <a:lnTo>
                    <a:pt x="6859" y="8206"/>
                  </a:lnTo>
                  <a:lnTo>
                    <a:pt x="7156" y="8137"/>
                  </a:lnTo>
                  <a:lnTo>
                    <a:pt x="7521" y="7339"/>
                  </a:lnTo>
                  <a:lnTo>
                    <a:pt x="7818" y="7282"/>
                  </a:lnTo>
                  <a:lnTo>
                    <a:pt x="7875" y="6802"/>
                  </a:lnTo>
                  <a:lnTo>
                    <a:pt x="7316" y="6483"/>
                  </a:lnTo>
                  <a:lnTo>
                    <a:pt x="7590" y="5889"/>
                  </a:lnTo>
                  <a:lnTo>
                    <a:pt x="8229" y="6038"/>
                  </a:lnTo>
                  <a:lnTo>
                    <a:pt x="8674" y="6460"/>
                  </a:lnTo>
                  <a:lnTo>
                    <a:pt x="8788" y="6140"/>
                  </a:lnTo>
                  <a:lnTo>
                    <a:pt x="8697" y="5969"/>
                  </a:lnTo>
                  <a:lnTo>
                    <a:pt x="8035" y="5513"/>
                  </a:lnTo>
                  <a:lnTo>
                    <a:pt x="7476" y="5239"/>
                  </a:lnTo>
                  <a:lnTo>
                    <a:pt x="6791" y="4908"/>
                  </a:lnTo>
                  <a:lnTo>
                    <a:pt x="6985" y="4737"/>
                  </a:lnTo>
                  <a:lnTo>
                    <a:pt x="6791" y="4543"/>
                  </a:lnTo>
                  <a:lnTo>
                    <a:pt x="6220" y="4554"/>
                  </a:lnTo>
                  <a:lnTo>
                    <a:pt x="5364" y="3835"/>
                  </a:lnTo>
                  <a:lnTo>
                    <a:pt x="4954" y="3116"/>
                  </a:lnTo>
                  <a:lnTo>
                    <a:pt x="4246" y="2671"/>
                  </a:lnTo>
                  <a:lnTo>
                    <a:pt x="3972" y="2226"/>
                  </a:lnTo>
                  <a:lnTo>
                    <a:pt x="4052" y="1975"/>
                  </a:lnTo>
                  <a:lnTo>
                    <a:pt x="3995" y="1541"/>
                  </a:lnTo>
                  <a:lnTo>
                    <a:pt x="4543" y="1233"/>
                  </a:lnTo>
                  <a:lnTo>
                    <a:pt x="5136" y="1359"/>
                  </a:lnTo>
                  <a:lnTo>
                    <a:pt x="4931" y="971"/>
                  </a:lnTo>
                  <a:lnTo>
                    <a:pt x="4976" y="54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973;p37">
              <a:extLst>
                <a:ext uri="{FF2B5EF4-FFF2-40B4-BE49-F238E27FC236}">
                  <a16:creationId xmlns:a16="http://schemas.microsoft.com/office/drawing/2014/main" xmlns="" id="{D5A53A48-19F2-48AA-A38D-36ECC7BCD288}"/>
                </a:ext>
              </a:extLst>
            </p:cNvPr>
            <p:cNvSpPr/>
            <p:nvPr/>
          </p:nvSpPr>
          <p:spPr>
            <a:xfrm>
              <a:off x="2174750" y="2691850"/>
              <a:ext cx="41400" cy="18575"/>
            </a:xfrm>
            <a:custGeom>
              <a:avLst/>
              <a:gdLst/>
              <a:ahLst/>
              <a:cxnLst/>
              <a:rect l="l" t="t" r="r" b="b"/>
              <a:pathLst>
                <a:path w="1656" h="743" extrusionOk="0">
                  <a:moveTo>
                    <a:pt x="1097" y="594"/>
                  </a:moveTo>
                  <a:lnTo>
                    <a:pt x="1656" y="583"/>
                  </a:lnTo>
                  <a:lnTo>
                    <a:pt x="1542" y="332"/>
                  </a:lnTo>
                  <a:lnTo>
                    <a:pt x="1154" y="115"/>
                  </a:lnTo>
                  <a:lnTo>
                    <a:pt x="629" y="24"/>
                  </a:lnTo>
                  <a:lnTo>
                    <a:pt x="446" y="1"/>
                  </a:lnTo>
                  <a:lnTo>
                    <a:pt x="104" y="58"/>
                  </a:lnTo>
                  <a:lnTo>
                    <a:pt x="1" y="263"/>
                  </a:lnTo>
                  <a:lnTo>
                    <a:pt x="412" y="594"/>
                  </a:lnTo>
                  <a:lnTo>
                    <a:pt x="834" y="74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974;p37">
              <a:extLst>
                <a:ext uri="{FF2B5EF4-FFF2-40B4-BE49-F238E27FC236}">
                  <a16:creationId xmlns:a16="http://schemas.microsoft.com/office/drawing/2014/main" xmlns="" id="{01C7B0EB-A59C-413D-8838-D6C2DF2B0960}"/>
                </a:ext>
              </a:extLst>
            </p:cNvPr>
            <p:cNvSpPr/>
            <p:nvPr/>
          </p:nvSpPr>
          <p:spPr>
            <a:xfrm>
              <a:off x="4394425" y="2355200"/>
              <a:ext cx="75350" cy="94450"/>
            </a:xfrm>
            <a:custGeom>
              <a:avLst/>
              <a:gdLst/>
              <a:ahLst/>
              <a:cxnLst/>
              <a:rect l="l" t="t" r="r" b="b"/>
              <a:pathLst>
                <a:path w="3014" h="3778" extrusionOk="0">
                  <a:moveTo>
                    <a:pt x="3014" y="1096"/>
                  </a:moveTo>
                  <a:lnTo>
                    <a:pt x="2580" y="0"/>
                  </a:lnTo>
                  <a:lnTo>
                    <a:pt x="1211" y="959"/>
                  </a:lnTo>
                  <a:lnTo>
                    <a:pt x="309" y="594"/>
                  </a:lnTo>
                  <a:lnTo>
                    <a:pt x="206" y="879"/>
                  </a:lnTo>
                  <a:lnTo>
                    <a:pt x="263" y="1438"/>
                  </a:lnTo>
                  <a:lnTo>
                    <a:pt x="183" y="1712"/>
                  </a:lnTo>
                  <a:lnTo>
                    <a:pt x="241" y="2055"/>
                  </a:lnTo>
                  <a:lnTo>
                    <a:pt x="1" y="3504"/>
                  </a:lnTo>
                  <a:lnTo>
                    <a:pt x="35" y="3629"/>
                  </a:lnTo>
                  <a:lnTo>
                    <a:pt x="914" y="3778"/>
                  </a:lnTo>
                  <a:lnTo>
                    <a:pt x="1211" y="3492"/>
                  </a:lnTo>
                  <a:lnTo>
                    <a:pt x="1370" y="3162"/>
                  </a:lnTo>
                  <a:lnTo>
                    <a:pt x="1941" y="3047"/>
                  </a:lnTo>
                  <a:lnTo>
                    <a:pt x="2032" y="2739"/>
                  </a:lnTo>
                  <a:lnTo>
                    <a:pt x="2283" y="2591"/>
                  </a:lnTo>
                  <a:lnTo>
                    <a:pt x="1405" y="1678"/>
                  </a:lnTo>
                  <a:lnTo>
                    <a:pt x="2888" y="123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975;p37">
              <a:extLst>
                <a:ext uri="{FF2B5EF4-FFF2-40B4-BE49-F238E27FC236}">
                  <a16:creationId xmlns:a16="http://schemas.microsoft.com/office/drawing/2014/main" xmlns="" id="{BD95BAEA-B3D1-47DE-9B95-9AB88337DC21}"/>
                </a:ext>
              </a:extLst>
            </p:cNvPr>
            <p:cNvSpPr/>
            <p:nvPr/>
          </p:nvSpPr>
          <p:spPr>
            <a:xfrm>
              <a:off x="6182725" y="2080450"/>
              <a:ext cx="189475" cy="327850"/>
            </a:xfrm>
            <a:custGeom>
              <a:avLst/>
              <a:gdLst/>
              <a:ahLst/>
              <a:cxnLst/>
              <a:rect l="l" t="t" r="r" b="b"/>
              <a:pathLst>
                <a:path w="7579" h="13114" extrusionOk="0">
                  <a:moveTo>
                    <a:pt x="3652" y="10271"/>
                  </a:moveTo>
                  <a:lnTo>
                    <a:pt x="3013" y="10089"/>
                  </a:lnTo>
                  <a:lnTo>
                    <a:pt x="2854" y="10477"/>
                  </a:lnTo>
                  <a:lnTo>
                    <a:pt x="2386" y="10363"/>
                  </a:lnTo>
                  <a:lnTo>
                    <a:pt x="2203" y="10899"/>
                  </a:lnTo>
                  <a:lnTo>
                    <a:pt x="2374" y="11333"/>
                  </a:lnTo>
                  <a:lnTo>
                    <a:pt x="2968" y="11584"/>
                  </a:lnTo>
                  <a:lnTo>
                    <a:pt x="2956" y="11059"/>
                  </a:lnTo>
                  <a:lnTo>
                    <a:pt x="3253" y="10842"/>
                  </a:lnTo>
                  <a:lnTo>
                    <a:pt x="3698" y="11150"/>
                  </a:lnTo>
                  <a:lnTo>
                    <a:pt x="3881" y="10591"/>
                  </a:lnTo>
                  <a:close/>
                  <a:moveTo>
                    <a:pt x="7133" y="7521"/>
                  </a:moveTo>
                  <a:lnTo>
                    <a:pt x="6620" y="6562"/>
                  </a:lnTo>
                  <a:lnTo>
                    <a:pt x="6814" y="5649"/>
                  </a:lnTo>
                  <a:lnTo>
                    <a:pt x="6414" y="4908"/>
                  </a:lnTo>
                  <a:lnTo>
                    <a:pt x="5250" y="3675"/>
                  </a:lnTo>
                  <a:lnTo>
                    <a:pt x="4565" y="3846"/>
                  </a:lnTo>
                  <a:lnTo>
                    <a:pt x="4600" y="4394"/>
                  </a:lnTo>
                  <a:lnTo>
                    <a:pt x="5330" y="5410"/>
                  </a:lnTo>
                  <a:lnTo>
                    <a:pt x="5467" y="6540"/>
                  </a:lnTo>
                  <a:lnTo>
                    <a:pt x="5227" y="6893"/>
                  </a:lnTo>
                  <a:lnTo>
                    <a:pt x="4588" y="7818"/>
                  </a:lnTo>
                  <a:lnTo>
                    <a:pt x="3869" y="7384"/>
                  </a:lnTo>
                  <a:lnTo>
                    <a:pt x="3869" y="9016"/>
                  </a:lnTo>
                  <a:lnTo>
                    <a:pt x="2968" y="8833"/>
                  </a:lnTo>
                  <a:lnTo>
                    <a:pt x="1598" y="9107"/>
                  </a:lnTo>
                  <a:lnTo>
                    <a:pt x="1336" y="9735"/>
                  </a:lnTo>
                  <a:lnTo>
                    <a:pt x="777" y="10203"/>
                  </a:lnTo>
                  <a:lnTo>
                    <a:pt x="617" y="10774"/>
                  </a:lnTo>
                  <a:lnTo>
                    <a:pt x="1" y="11059"/>
                  </a:lnTo>
                  <a:lnTo>
                    <a:pt x="571" y="11675"/>
                  </a:lnTo>
                  <a:lnTo>
                    <a:pt x="1165" y="11938"/>
                  </a:lnTo>
                  <a:lnTo>
                    <a:pt x="1290" y="12759"/>
                  </a:lnTo>
                  <a:lnTo>
                    <a:pt x="1792" y="13113"/>
                  </a:lnTo>
                  <a:lnTo>
                    <a:pt x="2146" y="12725"/>
                  </a:lnTo>
                  <a:lnTo>
                    <a:pt x="2032" y="11184"/>
                  </a:lnTo>
                  <a:lnTo>
                    <a:pt x="993" y="10511"/>
                  </a:lnTo>
                  <a:lnTo>
                    <a:pt x="1861" y="10500"/>
                  </a:lnTo>
                  <a:lnTo>
                    <a:pt x="2568" y="10077"/>
                  </a:lnTo>
                  <a:lnTo>
                    <a:pt x="3801" y="9872"/>
                  </a:lnTo>
                  <a:lnTo>
                    <a:pt x="4143" y="10557"/>
                  </a:lnTo>
                  <a:lnTo>
                    <a:pt x="4794" y="10899"/>
                  </a:lnTo>
                  <a:lnTo>
                    <a:pt x="5421" y="9861"/>
                  </a:lnTo>
                  <a:lnTo>
                    <a:pt x="6722" y="9804"/>
                  </a:lnTo>
                  <a:lnTo>
                    <a:pt x="7498" y="9370"/>
                  </a:lnTo>
                  <a:lnTo>
                    <a:pt x="7578" y="8719"/>
                  </a:lnTo>
                  <a:lnTo>
                    <a:pt x="7224" y="8263"/>
                  </a:lnTo>
                  <a:close/>
                  <a:moveTo>
                    <a:pt x="5456" y="1210"/>
                  </a:moveTo>
                  <a:lnTo>
                    <a:pt x="4702" y="913"/>
                  </a:lnTo>
                  <a:lnTo>
                    <a:pt x="3219" y="0"/>
                  </a:lnTo>
                  <a:lnTo>
                    <a:pt x="3481" y="685"/>
                  </a:lnTo>
                  <a:lnTo>
                    <a:pt x="4098" y="1906"/>
                  </a:lnTo>
                  <a:lnTo>
                    <a:pt x="3356" y="1952"/>
                  </a:lnTo>
                  <a:lnTo>
                    <a:pt x="3447" y="2625"/>
                  </a:lnTo>
                  <a:lnTo>
                    <a:pt x="4098" y="3493"/>
                  </a:lnTo>
                  <a:lnTo>
                    <a:pt x="4908" y="3493"/>
                  </a:lnTo>
                  <a:lnTo>
                    <a:pt x="4680" y="2523"/>
                  </a:lnTo>
                  <a:lnTo>
                    <a:pt x="6220" y="3127"/>
                  </a:lnTo>
                  <a:lnTo>
                    <a:pt x="6277" y="2260"/>
                  </a:lnTo>
                  <a:lnTo>
                    <a:pt x="7190" y="2009"/>
                  </a:lnTo>
                  <a:lnTo>
                    <a:pt x="6334" y="1028"/>
                  </a:lnTo>
                  <a:lnTo>
                    <a:pt x="6095" y="140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976;p37">
              <a:extLst>
                <a:ext uri="{FF2B5EF4-FFF2-40B4-BE49-F238E27FC236}">
                  <a16:creationId xmlns:a16="http://schemas.microsoft.com/office/drawing/2014/main" xmlns="" id="{B331D157-0CD5-47BD-A726-68F3FF63D4E2}"/>
                </a:ext>
              </a:extLst>
            </p:cNvPr>
            <p:cNvSpPr/>
            <p:nvPr/>
          </p:nvSpPr>
          <p:spPr>
            <a:xfrm>
              <a:off x="4538525" y="1865050"/>
              <a:ext cx="710700" cy="323275"/>
            </a:xfrm>
            <a:custGeom>
              <a:avLst/>
              <a:gdLst/>
              <a:ahLst/>
              <a:cxnLst/>
              <a:rect l="l" t="t" r="r" b="b"/>
              <a:pathLst>
                <a:path w="28428" h="12931" extrusionOk="0">
                  <a:moveTo>
                    <a:pt x="14688" y="194"/>
                  </a:moveTo>
                  <a:lnTo>
                    <a:pt x="13409" y="0"/>
                  </a:lnTo>
                  <a:lnTo>
                    <a:pt x="12964" y="365"/>
                  </a:lnTo>
                  <a:lnTo>
                    <a:pt x="11424" y="674"/>
                  </a:lnTo>
                  <a:lnTo>
                    <a:pt x="11184" y="890"/>
                  </a:lnTo>
                  <a:lnTo>
                    <a:pt x="8787" y="1187"/>
                  </a:lnTo>
                  <a:lnTo>
                    <a:pt x="8582" y="1484"/>
                  </a:lnTo>
                  <a:lnTo>
                    <a:pt x="9301" y="2066"/>
                  </a:lnTo>
                  <a:lnTo>
                    <a:pt x="8742" y="2294"/>
                  </a:lnTo>
                  <a:lnTo>
                    <a:pt x="8947" y="2545"/>
                  </a:lnTo>
                  <a:lnTo>
                    <a:pt x="8445" y="2956"/>
                  </a:lnTo>
                  <a:lnTo>
                    <a:pt x="9780" y="3549"/>
                  </a:lnTo>
                  <a:lnTo>
                    <a:pt x="9757" y="3983"/>
                  </a:lnTo>
                  <a:lnTo>
                    <a:pt x="8765" y="3937"/>
                  </a:lnTo>
                  <a:lnTo>
                    <a:pt x="8650" y="4200"/>
                  </a:lnTo>
                  <a:lnTo>
                    <a:pt x="7612" y="3743"/>
                  </a:lnTo>
                  <a:lnTo>
                    <a:pt x="6528" y="3766"/>
                  </a:lnTo>
                  <a:lnTo>
                    <a:pt x="5912" y="4120"/>
                  </a:lnTo>
                  <a:lnTo>
                    <a:pt x="4976" y="3778"/>
                  </a:lnTo>
                  <a:lnTo>
                    <a:pt x="3275" y="3173"/>
                  </a:lnTo>
                  <a:lnTo>
                    <a:pt x="2203" y="3196"/>
                  </a:lnTo>
                  <a:lnTo>
                    <a:pt x="1050" y="4143"/>
                  </a:lnTo>
                  <a:lnTo>
                    <a:pt x="1153" y="4793"/>
                  </a:lnTo>
                  <a:lnTo>
                    <a:pt x="297" y="4280"/>
                  </a:lnTo>
                  <a:lnTo>
                    <a:pt x="0" y="5250"/>
                  </a:lnTo>
                  <a:lnTo>
                    <a:pt x="240" y="5421"/>
                  </a:lnTo>
                  <a:lnTo>
                    <a:pt x="0" y="6094"/>
                  </a:lnTo>
                  <a:lnTo>
                    <a:pt x="753" y="6711"/>
                  </a:lnTo>
                  <a:lnTo>
                    <a:pt x="1267" y="6676"/>
                  </a:lnTo>
                  <a:lnTo>
                    <a:pt x="1860" y="7258"/>
                  </a:lnTo>
                  <a:lnTo>
                    <a:pt x="1894" y="7715"/>
                  </a:lnTo>
                  <a:lnTo>
                    <a:pt x="2294" y="7863"/>
                  </a:lnTo>
                  <a:lnTo>
                    <a:pt x="2922" y="7681"/>
                  </a:lnTo>
                  <a:lnTo>
                    <a:pt x="3629" y="7293"/>
                  </a:lnTo>
                  <a:lnTo>
                    <a:pt x="4302" y="7509"/>
                  </a:lnTo>
                  <a:lnTo>
                    <a:pt x="4999" y="7464"/>
                  </a:lnTo>
                  <a:lnTo>
                    <a:pt x="5272" y="8023"/>
                  </a:lnTo>
                  <a:lnTo>
                    <a:pt x="5364" y="8879"/>
                  </a:lnTo>
                  <a:lnTo>
                    <a:pt x="4702" y="8742"/>
                  </a:lnTo>
                  <a:lnTo>
                    <a:pt x="4131" y="8890"/>
                  </a:lnTo>
                  <a:lnTo>
                    <a:pt x="4257" y="9529"/>
                  </a:lnTo>
                  <a:lnTo>
                    <a:pt x="3549" y="9450"/>
                  </a:lnTo>
                  <a:lnTo>
                    <a:pt x="3629" y="9735"/>
                  </a:lnTo>
                  <a:lnTo>
                    <a:pt x="4086" y="9963"/>
                  </a:lnTo>
                  <a:lnTo>
                    <a:pt x="4622" y="10739"/>
                  </a:lnTo>
                  <a:lnTo>
                    <a:pt x="5535" y="11047"/>
                  </a:lnTo>
                  <a:lnTo>
                    <a:pt x="5740" y="11344"/>
                  </a:lnTo>
                  <a:lnTo>
                    <a:pt x="5649" y="11709"/>
                  </a:lnTo>
                  <a:lnTo>
                    <a:pt x="5740" y="11926"/>
                  </a:lnTo>
                  <a:lnTo>
                    <a:pt x="6003" y="11641"/>
                  </a:lnTo>
                  <a:lnTo>
                    <a:pt x="6790" y="11458"/>
                  </a:lnTo>
                  <a:lnTo>
                    <a:pt x="7327" y="11698"/>
                  </a:lnTo>
                  <a:lnTo>
                    <a:pt x="8023" y="12394"/>
                  </a:lnTo>
                  <a:lnTo>
                    <a:pt x="8388" y="12360"/>
                  </a:lnTo>
                  <a:lnTo>
                    <a:pt x="7498" y="9107"/>
                  </a:lnTo>
                  <a:lnTo>
                    <a:pt x="9198" y="8594"/>
                  </a:lnTo>
                  <a:lnTo>
                    <a:pt x="9358" y="8662"/>
                  </a:lnTo>
                  <a:lnTo>
                    <a:pt x="10648" y="9301"/>
                  </a:lnTo>
                  <a:lnTo>
                    <a:pt x="11332" y="9632"/>
                  </a:lnTo>
                  <a:lnTo>
                    <a:pt x="12268" y="10420"/>
                  </a:lnTo>
                  <a:lnTo>
                    <a:pt x="13078" y="10283"/>
                  </a:lnTo>
                  <a:lnTo>
                    <a:pt x="14300" y="10214"/>
                  </a:lnTo>
                  <a:lnTo>
                    <a:pt x="15372" y="10853"/>
                  </a:lnTo>
                  <a:lnTo>
                    <a:pt x="15589" y="11743"/>
                  </a:lnTo>
                  <a:lnTo>
                    <a:pt x="15943" y="11755"/>
                  </a:lnTo>
                  <a:lnTo>
                    <a:pt x="16319" y="12474"/>
                  </a:lnTo>
                  <a:lnTo>
                    <a:pt x="17255" y="12497"/>
                  </a:lnTo>
                  <a:lnTo>
                    <a:pt x="17586" y="12930"/>
                  </a:lnTo>
                  <a:lnTo>
                    <a:pt x="17860" y="12930"/>
                  </a:lnTo>
                  <a:lnTo>
                    <a:pt x="17986" y="12280"/>
                  </a:lnTo>
                  <a:lnTo>
                    <a:pt x="18750" y="11675"/>
                  </a:lnTo>
                  <a:lnTo>
                    <a:pt x="19115" y="11504"/>
                  </a:lnTo>
                  <a:lnTo>
                    <a:pt x="19150" y="11116"/>
                  </a:lnTo>
                  <a:lnTo>
                    <a:pt x="19595" y="11002"/>
                  </a:lnTo>
                  <a:lnTo>
                    <a:pt x="20896" y="11298"/>
                  </a:lnTo>
                  <a:lnTo>
                    <a:pt x="20827" y="10785"/>
                  </a:lnTo>
                  <a:lnTo>
                    <a:pt x="21181" y="10602"/>
                  </a:lnTo>
                  <a:lnTo>
                    <a:pt x="22334" y="10967"/>
                  </a:lnTo>
                  <a:lnTo>
                    <a:pt x="22562" y="10876"/>
                  </a:lnTo>
                  <a:lnTo>
                    <a:pt x="23794" y="10899"/>
                  </a:lnTo>
                  <a:lnTo>
                    <a:pt x="24901" y="10990"/>
                  </a:lnTo>
                  <a:lnTo>
                    <a:pt x="25369" y="11298"/>
                  </a:lnTo>
                  <a:lnTo>
                    <a:pt x="25872" y="11424"/>
                  </a:lnTo>
                  <a:lnTo>
                    <a:pt x="25632" y="10933"/>
                  </a:lnTo>
                  <a:lnTo>
                    <a:pt x="26043" y="10705"/>
                  </a:lnTo>
                  <a:lnTo>
                    <a:pt x="24799" y="9176"/>
                  </a:lnTo>
                  <a:lnTo>
                    <a:pt x="26088" y="8833"/>
                  </a:lnTo>
                  <a:lnTo>
                    <a:pt x="26374" y="8628"/>
                  </a:lnTo>
                  <a:lnTo>
                    <a:pt x="26225" y="7053"/>
                  </a:lnTo>
                  <a:lnTo>
                    <a:pt x="27755" y="7338"/>
                  </a:lnTo>
                  <a:lnTo>
                    <a:pt x="27983" y="6939"/>
                  </a:lnTo>
                  <a:lnTo>
                    <a:pt x="27629" y="6049"/>
                  </a:lnTo>
                  <a:lnTo>
                    <a:pt x="28165" y="5969"/>
                  </a:lnTo>
                  <a:lnTo>
                    <a:pt x="28428" y="5364"/>
                  </a:lnTo>
                  <a:lnTo>
                    <a:pt x="27812" y="4828"/>
                  </a:lnTo>
                  <a:lnTo>
                    <a:pt x="26956" y="4953"/>
                  </a:lnTo>
                  <a:lnTo>
                    <a:pt x="26488" y="4577"/>
                  </a:lnTo>
                  <a:lnTo>
                    <a:pt x="25929" y="4405"/>
                  </a:lnTo>
                  <a:lnTo>
                    <a:pt x="25347" y="3892"/>
                  </a:lnTo>
                  <a:lnTo>
                    <a:pt x="24890" y="3743"/>
                  </a:lnTo>
                  <a:lnTo>
                    <a:pt x="24000" y="3972"/>
                  </a:lnTo>
                  <a:lnTo>
                    <a:pt x="22824" y="3458"/>
                  </a:lnTo>
                  <a:lnTo>
                    <a:pt x="22665" y="3926"/>
                  </a:lnTo>
                  <a:lnTo>
                    <a:pt x="20086" y="1712"/>
                  </a:lnTo>
                  <a:lnTo>
                    <a:pt x="18899" y="1039"/>
                  </a:lnTo>
                  <a:lnTo>
                    <a:pt x="19013" y="776"/>
                  </a:lnTo>
                  <a:lnTo>
                    <a:pt x="17712" y="1587"/>
                  </a:lnTo>
                  <a:lnTo>
                    <a:pt x="17084" y="1644"/>
                  </a:lnTo>
                  <a:lnTo>
                    <a:pt x="16913" y="1176"/>
                  </a:lnTo>
                  <a:lnTo>
                    <a:pt x="15920" y="868"/>
                  </a:lnTo>
                  <a:lnTo>
                    <a:pt x="15304" y="108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977;p37">
              <a:extLst>
                <a:ext uri="{FF2B5EF4-FFF2-40B4-BE49-F238E27FC236}">
                  <a16:creationId xmlns:a16="http://schemas.microsoft.com/office/drawing/2014/main" xmlns="" id="{E3450D91-115B-4B84-B8B2-19442720FA31}"/>
                </a:ext>
              </a:extLst>
            </p:cNvPr>
            <p:cNvSpPr/>
            <p:nvPr/>
          </p:nvSpPr>
          <p:spPr>
            <a:xfrm>
              <a:off x="4400700" y="2987150"/>
              <a:ext cx="158675" cy="231125"/>
            </a:xfrm>
            <a:custGeom>
              <a:avLst/>
              <a:gdLst/>
              <a:ahLst/>
              <a:cxnLst/>
              <a:rect l="l" t="t" r="r" b="b"/>
              <a:pathLst>
                <a:path w="6347" h="9245" extrusionOk="0">
                  <a:moveTo>
                    <a:pt x="6346" y="1438"/>
                  </a:moveTo>
                  <a:lnTo>
                    <a:pt x="5810" y="1438"/>
                  </a:lnTo>
                  <a:lnTo>
                    <a:pt x="5479" y="1142"/>
                  </a:lnTo>
                  <a:lnTo>
                    <a:pt x="4748" y="1507"/>
                  </a:lnTo>
                  <a:lnTo>
                    <a:pt x="4520" y="1895"/>
                  </a:lnTo>
                  <a:lnTo>
                    <a:pt x="3984" y="1826"/>
                  </a:lnTo>
                  <a:lnTo>
                    <a:pt x="3813" y="1724"/>
                  </a:lnTo>
                  <a:lnTo>
                    <a:pt x="3630" y="1735"/>
                  </a:lnTo>
                  <a:lnTo>
                    <a:pt x="3368" y="1735"/>
                  </a:lnTo>
                  <a:lnTo>
                    <a:pt x="2340" y="970"/>
                  </a:lnTo>
                  <a:lnTo>
                    <a:pt x="1781" y="970"/>
                  </a:lnTo>
                  <a:lnTo>
                    <a:pt x="1496" y="674"/>
                  </a:lnTo>
                  <a:lnTo>
                    <a:pt x="1496" y="160"/>
                  </a:lnTo>
                  <a:lnTo>
                    <a:pt x="1085" y="0"/>
                  </a:lnTo>
                  <a:lnTo>
                    <a:pt x="549" y="594"/>
                  </a:lnTo>
                  <a:lnTo>
                    <a:pt x="58" y="1142"/>
                  </a:lnTo>
                  <a:lnTo>
                    <a:pt x="446" y="1769"/>
                  </a:lnTo>
                  <a:lnTo>
                    <a:pt x="549" y="2226"/>
                  </a:lnTo>
                  <a:lnTo>
                    <a:pt x="914" y="3264"/>
                  </a:lnTo>
                  <a:lnTo>
                    <a:pt x="617" y="3938"/>
                  </a:lnTo>
                  <a:lnTo>
                    <a:pt x="229" y="4531"/>
                  </a:lnTo>
                  <a:lnTo>
                    <a:pt x="1" y="4908"/>
                  </a:lnTo>
                  <a:lnTo>
                    <a:pt x="1" y="4953"/>
                  </a:lnTo>
                  <a:lnTo>
                    <a:pt x="206" y="5296"/>
                  </a:lnTo>
                  <a:lnTo>
                    <a:pt x="149" y="5957"/>
                  </a:lnTo>
                  <a:lnTo>
                    <a:pt x="3025" y="7818"/>
                  </a:lnTo>
                  <a:lnTo>
                    <a:pt x="3082" y="8343"/>
                  </a:lnTo>
                  <a:lnTo>
                    <a:pt x="4223" y="9244"/>
                  </a:lnTo>
                  <a:lnTo>
                    <a:pt x="4543" y="8947"/>
                  </a:lnTo>
                  <a:lnTo>
                    <a:pt x="4714" y="8343"/>
                  </a:lnTo>
                  <a:lnTo>
                    <a:pt x="4965" y="7977"/>
                  </a:lnTo>
                  <a:lnTo>
                    <a:pt x="5091" y="7327"/>
                  </a:lnTo>
                  <a:lnTo>
                    <a:pt x="5399" y="7270"/>
                  </a:lnTo>
                  <a:lnTo>
                    <a:pt x="5593" y="6893"/>
                  </a:lnTo>
                  <a:lnTo>
                    <a:pt x="6164" y="6528"/>
                  </a:lnTo>
                  <a:lnTo>
                    <a:pt x="5696" y="5775"/>
                  </a:lnTo>
                  <a:lnTo>
                    <a:pt x="5661" y="246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978;p37">
              <a:extLst>
                <a:ext uri="{FF2B5EF4-FFF2-40B4-BE49-F238E27FC236}">
                  <a16:creationId xmlns:a16="http://schemas.microsoft.com/office/drawing/2014/main" xmlns="" id="{A5787998-5845-4A68-B465-5C2AC91F6CA2}"/>
                </a:ext>
              </a:extLst>
            </p:cNvPr>
            <p:cNvSpPr/>
            <p:nvPr/>
          </p:nvSpPr>
          <p:spPr>
            <a:xfrm>
              <a:off x="5005550" y="2130100"/>
              <a:ext cx="179775" cy="89325"/>
            </a:xfrm>
            <a:custGeom>
              <a:avLst/>
              <a:gdLst/>
              <a:ahLst/>
              <a:cxnLst/>
              <a:rect l="l" t="t" r="r" b="b"/>
              <a:pathLst>
                <a:path w="7191" h="3573" extrusionOk="0">
                  <a:moveTo>
                    <a:pt x="7191" y="833"/>
                  </a:moveTo>
                  <a:lnTo>
                    <a:pt x="6688" y="696"/>
                  </a:lnTo>
                  <a:lnTo>
                    <a:pt x="6220" y="388"/>
                  </a:lnTo>
                  <a:lnTo>
                    <a:pt x="5113" y="297"/>
                  </a:lnTo>
                  <a:lnTo>
                    <a:pt x="3881" y="274"/>
                  </a:lnTo>
                  <a:lnTo>
                    <a:pt x="3653" y="377"/>
                  </a:lnTo>
                  <a:lnTo>
                    <a:pt x="2500" y="0"/>
                  </a:lnTo>
                  <a:lnTo>
                    <a:pt x="2146" y="183"/>
                  </a:lnTo>
                  <a:lnTo>
                    <a:pt x="2215" y="696"/>
                  </a:lnTo>
                  <a:lnTo>
                    <a:pt x="914" y="400"/>
                  </a:lnTo>
                  <a:lnTo>
                    <a:pt x="469" y="514"/>
                  </a:lnTo>
                  <a:lnTo>
                    <a:pt x="434" y="902"/>
                  </a:lnTo>
                  <a:lnTo>
                    <a:pt x="686" y="982"/>
                  </a:lnTo>
                  <a:lnTo>
                    <a:pt x="240" y="1575"/>
                  </a:lnTo>
                  <a:lnTo>
                    <a:pt x="902" y="1895"/>
                  </a:lnTo>
                  <a:lnTo>
                    <a:pt x="1359" y="1666"/>
                  </a:lnTo>
                  <a:lnTo>
                    <a:pt x="2375" y="2146"/>
                  </a:lnTo>
                  <a:lnTo>
                    <a:pt x="1633" y="2785"/>
                  </a:lnTo>
                  <a:lnTo>
                    <a:pt x="1039" y="2693"/>
                  </a:lnTo>
                  <a:lnTo>
                    <a:pt x="845" y="2979"/>
                  </a:lnTo>
                  <a:lnTo>
                    <a:pt x="1" y="2830"/>
                  </a:lnTo>
                  <a:lnTo>
                    <a:pt x="92" y="3355"/>
                  </a:lnTo>
                  <a:lnTo>
                    <a:pt x="857" y="3287"/>
                  </a:lnTo>
                  <a:lnTo>
                    <a:pt x="1872" y="3572"/>
                  </a:lnTo>
                  <a:lnTo>
                    <a:pt x="3230" y="3435"/>
                  </a:lnTo>
                  <a:lnTo>
                    <a:pt x="3367" y="3230"/>
                  </a:lnTo>
                  <a:lnTo>
                    <a:pt x="3208" y="3013"/>
                  </a:lnTo>
                  <a:lnTo>
                    <a:pt x="3778" y="2579"/>
                  </a:lnTo>
                  <a:lnTo>
                    <a:pt x="4235" y="2408"/>
                  </a:lnTo>
                  <a:lnTo>
                    <a:pt x="5056" y="2545"/>
                  </a:lnTo>
                  <a:lnTo>
                    <a:pt x="5136" y="1974"/>
                  </a:lnTo>
                  <a:lnTo>
                    <a:pt x="6049" y="1860"/>
                  </a:lnTo>
                  <a:lnTo>
                    <a:pt x="6198" y="1518"/>
                  </a:lnTo>
                  <a:lnTo>
                    <a:pt x="7168" y="102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979;p37">
              <a:extLst>
                <a:ext uri="{FF2B5EF4-FFF2-40B4-BE49-F238E27FC236}">
                  <a16:creationId xmlns:a16="http://schemas.microsoft.com/office/drawing/2014/main" xmlns="" id="{6EDA0427-3B35-4EDE-892A-663BAC4B378D}"/>
                </a:ext>
              </a:extLst>
            </p:cNvPr>
            <p:cNvSpPr/>
            <p:nvPr/>
          </p:nvSpPr>
          <p:spPr>
            <a:xfrm>
              <a:off x="5756200" y="2781725"/>
              <a:ext cx="105000" cy="92475"/>
            </a:xfrm>
            <a:custGeom>
              <a:avLst/>
              <a:gdLst/>
              <a:ahLst/>
              <a:cxnLst/>
              <a:rect l="l" t="t" r="r" b="b"/>
              <a:pathLst>
                <a:path w="4200" h="3699" extrusionOk="0">
                  <a:moveTo>
                    <a:pt x="3926" y="332"/>
                  </a:moveTo>
                  <a:lnTo>
                    <a:pt x="3184" y="1"/>
                  </a:lnTo>
                  <a:lnTo>
                    <a:pt x="2899" y="617"/>
                  </a:lnTo>
                  <a:lnTo>
                    <a:pt x="2203" y="274"/>
                  </a:lnTo>
                  <a:lnTo>
                    <a:pt x="1450" y="126"/>
                  </a:lnTo>
                  <a:lnTo>
                    <a:pt x="434" y="309"/>
                  </a:lnTo>
                  <a:lnTo>
                    <a:pt x="0" y="1050"/>
                  </a:lnTo>
                  <a:lnTo>
                    <a:pt x="308" y="2157"/>
                  </a:lnTo>
                  <a:lnTo>
                    <a:pt x="788" y="3093"/>
                  </a:lnTo>
                  <a:lnTo>
                    <a:pt x="1164" y="3561"/>
                  </a:lnTo>
                  <a:lnTo>
                    <a:pt x="1826" y="3698"/>
                  </a:lnTo>
                  <a:lnTo>
                    <a:pt x="2500" y="3333"/>
                  </a:lnTo>
                  <a:lnTo>
                    <a:pt x="3333" y="3264"/>
                  </a:lnTo>
                  <a:lnTo>
                    <a:pt x="2933" y="2728"/>
                  </a:lnTo>
                  <a:lnTo>
                    <a:pt x="4200" y="2021"/>
                  </a:lnTo>
                  <a:lnTo>
                    <a:pt x="4189" y="92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980;p37">
              <a:extLst>
                <a:ext uri="{FF2B5EF4-FFF2-40B4-BE49-F238E27FC236}">
                  <a16:creationId xmlns:a16="http://schemas.microsoft.com/office/drawing/2014/main" xmlns="" id="{C46E8044-E03D-4A90-BF17-7998BE74D8B2}"/>
                </a:ext>
              </a:extLst>
            </p:cNvPr>
            <p:cNvSpPr/>
            <p:nvPr/>
          </p:nvSpPr>
          <p:spPr>
            <a:xfrm>
              <a:off x="6077175" y="2234525"/>
              <a:ext cx="84175" cy="97575"/>
            </a:xfrm>
            <a:custGeom>
              <a:avLst/>
              <a:gdLst/>
              <a:ahLst/>
              <a:cxnLst/>
              <a:rect l="l" t="t" r="r" b="b"/>
              <a:pathLst>
                <a:path w="3367" h="3903" extrusionOk="0">
                  <a:moveTo>
                    <a:pt x="0" y="799"/>
                  </a:moveTo>
                  <a:lnTo>
                    <a:pt x="890" y="1586"/>
                  </a:lnTo>
                  <a:lnTo>
                    <a:pt x="399" y="1746"/>
                  </a:lnTo>
                  <a:lnTo>
                    <a:pt x="1141" y="2716"/>
                  </a:lnTo>
                  <a:lnTo>
                    <a:pt x="1301" y="3401"/>
                  </a:lnTo>
                  <a:lnTo>
                    <a:pt x="1598" y="3903"/>
                  </a:lnTo>
                  <a:lnTo>
                    <a:pt x="2237" y="3823"/>
                  </a:lnTo>
                  <a:lnTo>
                    <a:pt x="2693" y="3446"/>
                  </a:lnTo>
                  <a:lnTo>
                    <a:pt x="3298" y="3275"/>
                  </a:lnTo>
                  <a:lnTo>
                    <a:pt x="3367" y="2762"/>
                  </a:lnTo>
                  <a:lnTo>
                    <a:pt x="2887" y="1689"/>
                  </a:lnTo>
                  <a:lnTo>
                    <a:pt x="2408" y="1084"/>
                  </a:lnTo>
                  <a:lnTo>
                    <a:pt x="1244" y="0"/>
                  </a:lnTo>
                  <a:lnTo>
                    <a:pt x="1255" y="228"/>
                  </a:lnTo>
                  <a:lnTo>
                    <a:pt x="959" y="285"/>
                  </a:lnTo>
                  <a:lnTo>
                    <a:pt x="457" y="331"/>
                  </a:lnTo>
                  <a:lnTo>
                    <a:pt x="354" y="742"/>
                  </a:lnTo>
                  <a:lnTo>
                    <a:pt x="11" y="71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981;p37">
              <a:extLst>
                <a:ext uri="{FF2B5EF4-FFF2-40B4-BE49-F238E27FC236}">
                  <a16:creationId xmlns:a16="http://schemas.microsoft.com/office/drawing/2014/main" xmlns="" id="{74636EE3-8B66-4894-B24B-EC7656FA5CEC}"/>
                </a:ext>
              </a:extLst>
            </p:cNvPr>
            <p:cNvSpPr/>
            <p:nvPr/>
          </p:nvSpPr>
          <p:spPr>
            <a:xfrm>
              <a:off x="4620100" y="2429950"/>
              <a:ext cx="37125" cy="35125"/>
            </a:xfrm>
            <a:custGeom>
              <a:avLst/>
              <a:gdLst/>
              <a:ahLst/>
              <a:cxnLst/>
              <a:rect l="l" t="t" r="r" b="b"/>
              <a:pathLst>
                <a:path w="1485" h="1405" extrusionOk="0">
                  <a:moveTo>
                    <a:pt x="982" y="80"/>
                  </a:moveTo>
                  <a:lnTo>
                    <a:pt x="457" y="0"/>
                  </a:lnTo>
                  <a:lnTo>
                    <a:pt x="1" y="879"/>
                  </a:lnTo>
                  <a:lnTo>
                    <a:pt x="697" y="959"/>
                  </a:lnTo>
                  <a:lnTo>
                    <a:pt x="937" y="1404"/>
                  </a:lnTo>
                  <a:lnTo>
                    <a:pt x="1485" y="1370"/>
                  </a:lnTo>
                  <a:lnTo>
                    <a:pt x="1142" y="685"/>
                  </a:lnTo>
                  <a:lnTo>
                    <a:pt x="1176" y="48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82;p37">
              <a:extLst>
                <a:ext uri="{FF2B5EF4-FFF2-40B4-BE49-F238E27FC236}">
                  <a16:creationId xmlns:a16="http://schemas.microsoft.com/office/drawing/2014/main" xmlns="" id="{9C4EB048-0546-47FD-B3B9-FEA0FDB4FBAB}"/>
                </a:ext>
              </a:extLst>
            </p:cNvPr>
            <p:cNvSpPr/>
            <p:nvPr/>
          </p:nvSpPr>
          <p:spPr>
            <a:xfrm>
              <a:off x="5691150" y="2602275"/>
              <a:ext cx="164075" cy="194600"/>
            </a:xfrm>
            <a:custGeom>
              <a:avLst/>
              <a:gdLst/>
              <a:ahLst/>
              <a:cxnLst/>
              <a:rect l="l" t="t" r="r" b="b"/>
              <a:pathLst>
                <a:path w="6563" h="7784" extrusionOk="0">
                  <a:moveTo>
                    <a:pt x="6528" y="7510"/>
                  </a:moveTo>
                  <a:lnTo>
                    <a:pt x="6562" y="6597"/>
                  </a:lnTo>
                  <a:lnTo>
                    <a:pt x="6277" y="5946"/>
                  </a:lnTo>
                  <a:lnTo>
                    <a:pt x="5592" y="5318"/>
                  </a:lnTo>
                  <a:lnTo>
                    <a:pt x="4976" y="4520"/>
                  </a:lnTo>
                  <a:lnTo>
                    <a:pt x="4166" y="3458"/>
                  </a:lnTo>
                  <a:lnTo>
                    <a:pt x="3116" y="2910"/>
                  </a:lnTo>
                  <a:lnTo>
                    <a:pt x="3310" y="2579"/>
                  </a:lnTo>
                  <a:lnTo>
                    <a:pt x="3778" y="2340"/>
                  </a:lnTo>
                  <a:lnTo>
                    <a:pt x="3344" y="1552"/>
                  </a:lnTo>
                  <a:lnTo>
                    <a:pt x="2374" y="1541"/>
                  </a:lnTo>
                  <a:lnTo>
                    <a:pt x="1895" y="731"/>
                  </a:lnTo>
                  <a:lnTo>
                    <a:pt x="1324" y="0"/>
                  </a:lnTo>
                  <a:lnTo>
                    <a:pt x="936" y="149"/>
                  </a:lnTo>
                  <a:lnTo>
                    <a:pt x="1210" y="1176"/>
                  </a:lnTo>
                  <a:lnTo>
                    <a:pt x="799" y="1153"/>
                  </a:lnTo>
                  <a:lnTo>
                    <a:pt x="696" y="936"/>
                  </a:lnTo>
                  <a:lnTo>
                    <a:pt x="114" y="1530"/>
                  </a:lnTo>
                  <a:lnTo>
                    <a:pt x="0" y="1872"/>
                  </a:lnTo>
                  <a:lnTo>
                    <a:pt x="366" y="2134"/>
                  </a:lnTo>
                  <a:lnTo>
                    <a:pt x="491" y="2682"/>
                  </a:lnTo>
                  <a:lnTo>
                    <a:pt x="1039" y="2728"/>
                  </a:lnTo>
                  <a:lnTo>
                    <a:pt x="982" y="3675"/>
                  </a:lnTo>
                  <a:lnTo>
                    <a:pt x="1119" y="4497"/>
                  </a:lnTo>
                  <a:lnTo>
                    <a:pt x="1872" y="3949"/>
                  </a:lnTo>
                  <a:lnTo>
                    <a:pt x="2134" y="4120"/>
                  </a:lnTo>
                  <a:lnTo>
                    <a:pt x="2591" y="4097"/>
                  </a:lnTo>
                  <a:lnTo>
                    <a:pt x="2705" y="3778"/>
                  </a:lnTo>
                  <a:lnTo>
                    <a:pt x="3321" y="3835"/>
                  </a:lnTo>
                  <a:lnTo>
                    <a:pt x="4017" y="4577"/>
                  </a:lnTo>
                  <a:lnTo>
                    <a:pt x="4200" y="5478"/>
                  </a:lnTo>
                  <a:lnTo>
                    <a:pt x="4942" y="6266"/>
                  </a:lnTo>
                  <a:lnTo>
                    <a:pt x="5010" y="7030"/>
                  </a:lnTo>
                  <a:lnTo>
                    <a:pt x="4805" y="7441"/>
                  </a:lnTo>
                  <a:lnTo>
                    <a:pt x="5501" y="7783"/>
                  </a:lnTo>
                  <a:lnTo>
                    <a:pt x="5786" y="717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8983;p37">
              <a:extLst>
                <a:ext uri="{FF2B5EF4-FFF2-40B4-BE49-F238E27FC236}">
                  <a16:creationId xmlns:a16="http://schemas.microsoft.com/office/drawing/2014/main" xmlns="" id="{39CBB803-893A-4E40-947C-66AB4873A143}"/>
                </a:ext>
              </a:extLst>
            </p:cNvPr>
            <p:cNvSpPr/>
            <p:nvPr/>
          </p:nvSpPr>
          <p:spPr>
            <a:xfrm>
              <a:off x="4390150" y="2326375"/>
              <a:ext cx="25125" cy="35125"/>
            </a:xfrm>
            <a:custGeom>
              <a:avLst/>
              <a:gdLst/>
              <a:ahLst/>
              <a:cxnLst/>
              <a:rect l="l" t="t" r="r" b="b"/>
              <a:pathLst>
                <a:path w="1005" h="1405" extrusionOk="0">
                  <a:moveTo>
                    <a:pt x="514" y="1233"/>
                  </a:moveTo>
                  <a:lnTo>
                    <a:pt x="640" y="743"/>
                  </a:lnTo>
                  <a:lnTo>
                    <a:pt x="1005" y="400"/>
                  </a:lnTo>
                  <a:lnTo>
                    <a:pt x="834" y="35"/>
                  </a:lnTo>
                  <a:lnTo>
                    <a:pt x="491" y="1"/>
                  </a:lnTo>
                  <a:lnTo>
                    <a:pt x="480" y="24"/>
                  </a:lnTo>
                  <a:lnTo>
                    <a:pt x="183" y="663"/>
                  </a:lnTo>
                  <a:lnTo>
                    <a:pt x="1" y="1404"/>
                  </a:lnTo>
                  <a:lnTo>
                    <a:pt x="252" y="1404"/>
                  </a:lnTo>
                  <a:lnTo>
                    <a:pt x="309" y="125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8984;p37">
              <a:extLst>
                <a:ext uri="{FF2B5EF4-FFF2-40B4-BE49-F238E27FC236}">
                  <a16:creationId xmlns:a16="http://schemas.microsoft.com/office/drawing/2014/main" xmlns="" id="{9274AA91-9538-4C25-9581-905219509496}"/>
                </a:ext>
              </a:extLst>
            </p:cNvPr>
            <p:cNvSpPr/>
            <p:nvPr/>
          </p:nvSpPr>
          <p:spPr>
            <a:xfrm>
              <a:off x="3492575" y="2918100"/>
              <a:ext cx="77925" cy="95325"/>
            </a:xfrm>
            <a:custGeom>
              <a:avLst/>
              <a:gdLst/>
              <a:ahLst/>
              <a:cxnLst/>
              <a:rect l="l" t="t" r="r" b="b"/>
              <a:pathLst>
                <a:path w="3117" h="3813" extrusionOk="0">
                  <a:moveTo>
                    <a:pt x="2409" y="788"/>
                  </a:moveTo>
                  <a:lnTo>
                    <a:pt x="2181" y="765"/>
                  </a:lnTo>
                  <a:lnTo>
                    <a:pt x="2021" y="1130"/>
                  </a:lnTo>
                  <a:lnTo>
                    <a:pt x="1793" y="1119"/>
                  </a:lnTo>
                  <a:lnTo>
                    <a:pt x="1633" y="936"/>
                  </a:lnTo>
                  <a:lnTo>
                    <a:pt x="1690" y="560"/>
                  </a:lnTo>
                  <a:lnTo>
                    <a:pt x="1359" y="1"/>
                  </a:lnTo>
                  <a:lnTo>
                    <a:pt x="1142" y="103"/>
                  </a:lnTo>
                  <a:lnTo>
                    <a:pt x="971" y="138"/>
                  </a:lnTo>
                  <a:lnTo>
                    <a:pt x="606" y="560"/>
                  </a:lnTo>
                  <a:lnTo>
                    <a:pt x="229" y="1051"/>
                  </a:lnTo>
                  <a:lnTo>
                    <a:pt x="195" y="1324"/>
                  </a:lnTo>
                  <a:lnTo>
                    <a:pt x="1" y="1610"/>
                  </a:lnTo>
                  <a:lnTo>
                    <a:pt x="537" y="2192"/>
                  </a:lnTo>
                  <a:lnTo>
                    <a:pt x="1222" y="2694"/>
                  </a:lnTo>
                  <a:lnTo>
                    <a:pt x="1952" y="3379"/>
                  </a:lnTo>
                  <a:lnTo>
                    <a:pt x="2763" y="3812"/>
                  </a:lnTo>
                  <a:lnTo>
                    <a:pt x="2980" y="3801"/>
                  </a:lnTo>
                  <a:lnTo>
                    <a:pt x="3048" y="3059"/>
                  </a:lnTo>
                  <a:lnTo>
                    <a:pt x="3116" y="2945"/>
                  </a:lnTo>
                  <a:lnTo>
                    <a:pt x="3094" y="2591"/>
                  </a:lnTo>
                  <a:lnTo>
                    <a:pt x="2763" y="2203"/>
                  </a:lnTo>
                  <a:lnTo>
                    <a:pt x="2500" y="2146"/>
                  </a:lnTo>
                  <a:lnTo>
                    <a:pt x="2272" y="1895"/>
                  </a:lnTo>
                  <a:lnTo>
                    <a:pt x="2443" y="1496"/>
                  </a:lnTo>
                  <a:lnTo>
                    <a:pt x="2363" y="105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8985;p37">
              <a:extLst>
                <a:ext uri="{FF2B5EF4-FFF2-40B4-BE49-F238E27FC236}">
                  <a16:creationId xmlns:a16="http://schemas.microsoft.com/office/drawing/2014/main" xmlns="" id="{04D3621C-F9F4-43B7-B163-89D6A667BFE4}"/>
                </a:ext>
              </a:extLst>
            </p:cNvPr>
            <p:cNvSpPr/>
            <p:nvPr/>
          </p:nvSpPr>
          <p:spPr>
            <a:xfrm>
              <a:off x="3902575" y="2360625"/>
              <a:ext cx="311000" cy="307300"/>
            </a:xfrm>
            <a:custGeom>
              <a:avLst/>
              <a:gdLst/>
              <a:ahLst/>
              <a:cxnLst/>
              <a:rect l="l" t="t" r="r" b="b"/>
              <a:pathLst>
                <a:path w="12440" h="12292" extrusionOk="0">
                  <a:moveTo>
                    <a:pt x="12029" y="1427"/>
                  </a:moveTo>
                  <a:lnTo>
                    <a:pt x="11812" y="1119"/>
                  </a:lnTo>
                  <a:lnTo>
                    <a:pt x="11036" y="1004"/>
                  </a:lnTo>
                  <a:lnTo>
                    <a:pt x="10785" y="845"/>
                  </a:lnTo>
                  <a:lnTo>
                    <a:pt x="10499" y="845"/>
                  </a:lnTo>
                  <a:lnTo>
                    <a:pt x="10214" y="445"/>
                  </a:lnTo>
                  <a:lnTo>
                    <a:pt x="9176" y="263"/>
                  </a:lnTo>
                  <a:lnTo>
                    <a:pt x="8662" y="377"/>
                  </a:lnTo>
                  <a:lnTo>
                    <a:pt x="8126" y="810"/>
                  </a:lnTo>
                  <a:lnTo>
                    <a:pt x="7920" y="1244"/>
                  </a:lnTo>
                  <a:lnTo>
                    <a:pt x="8126" y="1929"/>
                  </a:lnTo>
                  <a:lnTo>
                    <a:pt x="7783" y="2363"/>
                  </a:lnTo>
                  <a:lnTo>
                    <a:pt x="7430" y="2591"/>
                  </a:lnTo>
                  <a:lnTo>
                    <a:pt x="6585" y="2146"/>
                  </a:lnTo>
                  <a:lnTo>
                    <a:pt x="5490" y="1758"/>
                  </a:lnTo>
                  <a:lnTo>
                    <a:pt x="4793" y="1598"/>
                  </a:lnTo>
                  <a:lnTo>
                    <a:pt x="4394" y="776"/>
                  </a:lnTo>
                  <a:lnTo>
                    <a:pt x="3367" y="377"/>
                  </a:lnTo>
                  <a:lnTo>
                    <a:pt x="2716" y="217"/>
                  </a:lnTo>
                  <a:lnTo>
                    <a:pt x="2408" y="308"/>
                  </a:lnTo>
                  <a:lnTo>
                    <a:pt x="1495" y="0"/>
                  </a:lnTo>
                  <a:lnTo>
                    <a:pt x="1484" y="696"/>
                  </a:lnTo>
                  <a:lnTo>
                    <a:pt x="1107" y="947"/>
                  </a:lnTo>
                  <a:lnTo>
                    <a:pt x="890" y="1233"/>
                  </a:lnTo>
                  <a:lnTo>
                    <a:pt x="365" y="1598"/>
                  </a:lnTo>
                  <a:lnTo>
                    <a:pt x="468" y="1963"/>
                  </a:lnTo>
                  <a:lnTo>
                    <a:pt x="411" y="2351"/>
                  </a:lnTo>
                  <a:lnTo>
                    <a:pt x="35" y="2545"/>
                  </a:lnTo>
                  <a:lnTo>
                    <a:pt x="308" y="3344"/>
                  </a:lnTo>
                  <a:lnTo>
                    <a:pt x="365" y="3778"/>
                  </a:lnTo>
                  <a:lnTo>
                    <a:pt x="240" y="4519"/>
                  </a:lnTo>
                  <a:lnTo>
                    <a:pt x="308" y="4930"/>
                  </a:lnTo>
                  <a:lnTo>
                    <a:pt x="229" y="5432"/>
                  </a:lnTo>
                  <a:lnTo>
                    <a:pt x="297" y="6003"/>
                  </a:lnTo>
                  <a:lnTo>
                    <a:pt x="0" y="6368"/>
                  </a:lnTo>
                  <a:lnTo>
                    <a:pt x="480" y="7042"/>
                  </a:lnTo>
                  <a:lnTo>
                    <a:pt x="514" y="7430"/>
                  </a:lnTo>
                  <a:lnTo>
                    <a:pt x="799" y="7943"/>
                  </a:lnTo>
                  <a:lnTo>
                    <a:pt x="1164" y="7772"/>
                  </a:lnTo>
                  <a:lnTo>
                    <a:pt x="1781" y="8183"/>
                  </a:lnTo>
                  <a:lnTo>
                    <a:pt x="2134" y="8753"/>
                  </a:lnTo>
                  <a:lnTo>
                    <a:pt x="3390" y="9153"/>
                  </a:lnTo>
                  <a:lnTo>
                    <a:pt x="3835" y="9655"/>
                  </a:lnTo>
                  <a:lnTo>
                    <a:pt x="4394" y="9313"/>
                  </a:lnTo>
                  <a:lnTo>
                    <a:pt x="5159" y="8810"/>
                  </a:lnTo>
                  <a:lnTo>
                    <a:pt x="8343" y="10556"/>
                  </a:lnTo>
                  <a:lnTo>
                    <a:pt x="11538" y="12291"/>
                  </a:lnTo>
                  <a:lnTo>
                    <a:pt x="11538" y="11903"/>
                  </a:lnTo>
                  <a:lnTo>
                    <a:pt x="12440" y="11903"/>
                  </a:lnTo>
                  <a:lnTo>
                    <a:pt x="12371" y="10100"/>
                  </a:lnTo>
                  <a:lnTo>
                    <a:pt x="12223" y="6756"/>
                  </a:lnTo>
                  <a:lnTo>
                    <a:pt x="12040" y="3515"/>
                  </a:lnTo>
                  <a:lnTo>
                    <a:pt x="11755" y="2796"/>
                  </a:lnTo>
                  <a:lnTo>
                    <a:pt x="11926" y="2237"/>
                  </a:lnTo>
                  <a:lnTo>
                    <a:pt x="11766" y="184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8986;p37">
              <a:extLst>
                <a:ext uri="{FF2B5EF4-FFF2-40B4-BE49-F238E27FC236}">
                  <a16:creationId xmlns:a16="http://schemas.microsoft.com/office/drawing/2014/main" xmlns="" id="{16ADBA3F-2DBC-4A0C-BC1D-063277B324C5}"/>
                </a:ext>
              </a:extLst>
            </p:cNvPr>
            <p:cNvSpPr/>
            <p:nvPr/>
          </p:nvSpPr>
          <p:spPr>
            <a:xfrm>
              <a:off x="5313675" y="2889275"/>
              <a:ext cx="42550" cy="87625"/>
            </a:xfrm>
            <a:custGeom>
              <a:avLst/>
              <a:gdLst/>
              <a:ahLst/>
              <a:cxnLst/>
              <a:rect l="l" t="t" r="r" b="b"/>
              <a:pathLst>
                <a:path w="1702" h="3505" extrusionOk="0">
                  <a:moveTo>
                    <a:pt x="1291" y="3288"/>
                  </a:moveTo>
                  <a:lnTo>
                    <a:pt x="1610" y="3025"/>
                  </a:lnTo>
                  <a:lnTo>
                    <a:pt x="1701" y="2089"/>
                  </a:lnTo>
                  <a:lnTo>
                    <a:pt x="1268" y="1142"/>
                  </a:lnTo>
                  <a:lnTo>
                    <a:pt x="857" y="503"/>
                  </a:lnTo>
                  <a:lnTo>
                    <a:pt x="275" y="1"/>
                  </a:lnTo>
                  <a:lnTo>
                    <a:pt x="1" y="1473"/>
                  </a:lnTo>
                  <a:lnTo>
                    <a:pt x="206" y="2774"/>
                  </a:lnTo>
                  <a:lnTo>
                    <a:pt x="606" y="350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8987;p37">
              <a:extLst>
                <a:ext uri="{FF2B5EF4-FFF2-40B4-BE49-F238E27FC236}">
                  <a16:creationId xmlns:a16="http://schemas.microsoft.com/office/drawing/2014/main" xmlns="" id="{FA98D2D6-EB3E-4C7E-BB13-DB39E9467DE2}"/>
                </a:ext>
              </a:extLst>
            </p:cNvPr>
            <p:cNvSpPr/>
            <p:nvPr/>
          </p:nvSpPr>
          <p:spPr>
            <a:xfrm>
              <a:off x="4240950" y="3762025"/>
              <a:ext cx="45950" cy="45400"/>
            </a:xfrm>
            <a:custGeom>
              <a:avLst/>
              <a:gdLst/>
              <a:ahLst/>
              <a:cxnLst/>
              <a:rect l="l" t="t" r="r" b="b"/>
              <a:pathLst>
                <a:path w="1838" h="1816" extrusionOk="0">
                  <a:moveTo>
                    <a:pt x="810" y="1724"/>
                  </a:moveTo>
                  <a:lnTo>
                    <a:pt x="970" y="1439"/>
                  </a:lnTo>
                  <a:lnTo>
                    <a:pt x="1415" y="1302"/>
                  </a:lnTo>
                  <a:lnTo>
                    <a:pt x="1564" y="1005"/>
                  </a:lnTo>
                  <a:lnTo>
                    <a:pt x="1837" y="560"/>
                  </a:lnTo>
                  <a:lnTo>
                    <a:pt x="1598" y="286"/>
                  </a:lnTo>
                  <a:lnTo>
                    <a:pt x="1267" y="1"/>
                  </a:lnTo>
                  <a:lnTo>
                    <a:pt x="902" y="183"/>
                  </a:lnTo>
                  <a:lnTo>
                    <a:pt x="457" y="549"/>
                  </a:lnTo>
                  <a:lnTo>
                    <a:pt x="0" y="1119"/>
                  </a:lnTo>
                  <a:lnTo>
                    <a:pt x="525" y="18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8988;p37">
              <a:extLst>
                <a:ext uri="{FF2B5EF4-FFF2-40B4-BE49-F238E27FC236}">
                  <a16:creationId xmlns:a16="http://schemas.microsoft.com/office/drawing/2014/main" xmlns="" id="{C7739F04-7E28-44F0-B80B-1683A5B92493}"/>
                </a:ext>
              </a:extLst>
            </p:cNvPr>
            <p:cNvSpPr/>
            <p:nvPr/>
          </p:nvSpPr>
          <p:spPr>
            <a:xfrm>
              <a:off x="4070900" y="1843925"/>
              <a:ext cx="94750" cy="52825"/>
            </a:xfrm>
            <a:custGeom>
              <a:avLst/>
              <a:gdLst/>
              <a:ahLst/>
              <a:cxnLst/>
              <a:rect l="l" t="t" r="r" b="b"/>
              <a:pathLst>
                <a:path w="3790" h="2113" extrusionOk="0">
                  <a:moveTo>
                    <a:pt x="3664" y="663"/>
                  </a:moveTo>
                  <a:lnTo>
                    <a:pt x="2956" y="252"/>
                  </a:lnTo>
                  <a:lnTo>
                    <a:pt x="2591" y="195"/>
                  </a:lnTo>
                  <a:lnTo>
                    <a:pt x="2465" y="1"/>
                  </a:lnTo>
                  <a:lnTo>
                    <a:pt x="1838" y="92"/>
                  </a:lnTo>
                  <a:lnTo>
                    <a:pt x="708" y="35"/>
                  </a:lnTo>
                  <a:lnTo>
                    <a:pt x="0" y="309"/>
                  </a:lnTo>
                  <a:lnTo>
                    <a:pt x="240" y="1016"/>
                  </a:lnTo>
                  <a:lnTo>
                    <a:pt x="948" y="1176"/>
                  </a:lnTo>
                  <a:lnTo>
                    <a:pt x="1267" y="1302"/>
                  </a:lnTo>
                  <a:lnTo>
                    <a:pt x="1233" y="1541"/>
                  </a:lnTo>
                  <a:lnTo>
                    <a:pt x="1324" y="1758"/>
                  </a:lnTo>
                  <a:lnTo>
                    <a:pt x="1678" y="1850"/>
                  </a:lnTo>
                  <a:lnTo>
                    <a:pt x="1883" y="2112"/>
                  </a:lnTo>
                  <a:lnTo>
                    <a:pt x="2534" y="2112"/>
                  </a:lnTo>
                  <a:lnTo>
                    <a:pt x="3219" y="1804"/>
                  </a:lnTo>
                  <a:lnTo>
                    <a:pt x="3287" y="1313"/>
                  </a:lnTo>
                  <a:lnTo>
                    <a:pt x="3789" y="102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8989;p37">
              <a:extLst>
                <a:ext uri="{FF2B5EF4-FFF2-40B4-BE49-F238E27FC236}">
                  <a16:creationId xmlns:a16="http://schemas.microsoft.com/office/drawing/2014/main" xmlns="" id="{6413F832-0399-4893-B88D-EB7E26D909D3}"/>
                </a:ext>
              </a:extLst>
            </p:cNvPr>
            <p:cNvSpPr/>
            <p:nvPr/>
          </p:nvSpPr>
          <p:spPr>
            <a:xfrm>
              <a:off x="3820400" y="1979175"/>
              <a:ext cx="9725" cy="15125"/>
            </a:xfrm>
            <a:custGeom>
              <a:avLst/>
              <a:gdLst/>
              <a:ahLst/>
              <a:cxnLst/>
              <a:rect l="l" t="t" r="r" b="b"/>
              <a:pathLst>
                <a:path w="389" h="605" extrusionOk="0">
                  <a:moveTo>
                    <a:pt x="366" y="594"/>
                  </a:moveTo>
                  <a:lnTo>
                    <a:pt x="389" y="206"/>
                  </a:lnTo>
                  <a:lnTo>
                    <a:pt x="252" y="0"/>
                  </a:lnTo>
                  <a:lnTo>
                    <a:pt x="58" y="34"/>
                  </a:lnTo>
                  <a:lnTo>
                    <a:pt x="1" y="536"/>
                  </a:lnTo>
                  <a:lnTo>
                    <a:pt x="160" y="60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8990;p37">
              <a:extLst>
                <a:ext uri="{FF2B5EF4-FFF2-40B4-BE49-F238E27FC236}">
                  <a16:creationId xmlns:a16="http://schemas.microsoft.com/office/drawing/2014/main" xmlns="" id="{9975DE6A-F562-489A-B536-5C7DF39EB408}"/>
                </a:ext>
              </a:extLst>
            </p:cNvPr>
            <p:cNvSpPr/>
            <p:nvPr/>
          </p:nvSpPr>
          <p:spPr>
            <a:xfrm>
              <a:off x="4068900" y="1810550"/>
              <a:ext cx="119275" cy="49950"/>
            </a:xfrm>
            <a:custGeom>
              <a:avLst/>
              <a:gdLst/>
              <a:ahLst/>
              <a:cxnLst/>
              <a:rect l="l" t="t" r="r" b="b"/>
              <a:pathLst>
                <a:path w="4771" h="1998" extrusionOk="0">
                  <a:moveTo>
                    <a:pt x="3983" y="411"/>
                  </a:moveTo>
                  <a:lnTo>
                    <a:pt x="3447" y="411"/>
                  </a:lnTo>
                  <a:lnTo>
                    <a:pt x="2819" y="103"/>
                  </a:lnTo>
                  <a:lnTo>
                    <a:pt x="2523" y="1"/>
                  </a:lnTo>
                  <a:lnTo>
                    <a:pt x="1986" y="149"/>
                  </a:lnTo>
                  <a:lnTo>
                    <a:pt x="1963" y="799"/>
                  </a:lnTo>
                  <a:lnTo>
                    <a:pt x="1450" y="811"/>
                  </a:lnTo>
                  <a:lnTo>
                    <a:pt x="822" y="172"/>
                  </a:lnTo>
                  <a:lnTo>
                    <a:pt x="252" y="468"/>
                  </a:lnTo>
                  <a:lnTo>
                    <a:pt x="1" y="1005"/>
                  </a:lnTo>
                  <a:lnTo>
                    <a:pt x="80" y="1644"/>
                  </a:lnTo>
                  <a:lnTo>
                    <a:pt x="788" y="1370"/>
                  </a:lnTo>
                  <a:lnTo>
                    <a:pt x="1918" y="1427"/>
                  </a:lnTo>
                  <a:lnTo>
                    <a:pt x="2545" y="1347"/>
                  </a:lnTo>
                  <a:lnTo>
                    <a:pt x="2671" y="1530"/>
                  </a:lnTo>
                  <a:lnTo>
                    <a:pt x="3036" y="1587"/>
                  </a:lnTo>
                  <a:lnTo>
                    <a:pt x="3744" y="1998"/>
                  </a:lnTo>
                  <a:lnTo>
                    <a:pt x="4120" y="1861"/>
                  </a:lnTo>
                  <a:lnTo>
                    <a:pt x="4771" y="1530"/>
                  </a:lnTo>
                  <a:lnTo>
                    <a:pt x="4474" y="1016"/>
                  </a:lnTo>
                  <a:lnTo>
                    <a:pt x="4326" y="61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8991;p37">
              <a:extLst>
                <a:ext uri="{FF2B5EF4-FFF2-40B4-BE49-F238E27FC236}">
                  <a16:creationId xmlns:a16="http://schemas.microsoft.com/office/drawing/2014/main" xmlns="" id="{1539E814-FFDA-4FD4-9BA4-518F281B0A23}"/>
                </a:ext>
              </a:extLst>
            </p:cNvPr>
            <p:cNvSpPr/>
            <p:nvPr/>
          </p:nvSpPr>
          <p:spPr>
            <a:xfrm>
              <a:off x="3387025" y="2300700"/>
              <a:ext cx="313000" cy="325550"/>
            </a:xfrm>
            <a:custGeom>
              <a:avLst/>
              <a:gdLst/>
              <a:ahLst/>
              <a:cxnLst/>
              <a:rect l="l" t="t" r="r" b="b"/>
              <a:pathLst>
                <a:path w="12520" h="13022" extrusionOk="0">
                  <a:moveTo>
                    <a:pt x="11732" y="537"/>
                  </a:moveTo>
                  <a:lnTo>
                    <a:pt x="11401" y="526"/>
                  </a:lnTo>
                  <a:lnTo>
                    <a:pt x="10625" y="320"/>
                  </a:lnTo>
                  <a:lnTo>
                    <a:pt x="9906" y="377"/>
                  </a:lnTo>
                  <a:lnTo>
                    <a:pt x="9461" y="1"/>
                  </a:lnTo>
                  <a:lnTo>
                    <a:pt x="8913" y="1"/>
                  </a:lnTo>
                  <a:lnTo>
                    <a:pt x="8651" y="548"/>
                  </a:lnTo>
                  <a:lnTo>
                    <a:pt x="8126" y="1507"/>
                  </a:lnTo>
                  <a:lnTo>
                    <a:pt x="7555" y="1872"/>
                  </a:lnTo>
                  <a:lnTo>
                    <a:pt x="6779" y="2294"/>
                  </a:lnTo>
                  <a:lnTo>
                    <a:pt x="6289" y="2899"/>
                  </a:lnTo>
                  <a:lnTo>
                    <a:pt x="6152" y="3390"/>
                  </a:lnTo>
                  <a:lnTo>
                    <a:pt x="5855" y="4155"/>
                  </a:lnTo>
                  <a:lnTo>
                    <a:pt x="6015" y="5284"/>
                  </a:lnTo>
                  <a:lnTo>
                    <a:pt x="5341" y="6038"/>
                  </a:lnTo>
                  <a:lnTo>
                    <a:pt x="4953" y="6289"/>
                  </a:lnTo>
                  <a:lnTo>
                    <a:pt x="4326" y="6916"/>
                  </a:lnTo>
                  <a:lnTo>
                    <a:pt x="3607" y="7008"/>
                  </a:lnTo>
                  <a:lnTo>
                    <a:pt x="3207" y="7350"/>
                  </a:lnTo>
                  <a:lnTo>
                    <a:pt x="3184" y="7373"/>
                  </a:lnTo>
                  <a:lnTo>
                    <a:pt x="2671" y="8297"/>
                  </a:lnTo>
                  <a:lnTo>
                    <a:pt x="2146" y="8628"/>
                  </a:lnTo>
                  <a:lnTo>
                    <a:pt x="1849" y="9199"/>
                  </a:lnTo>
                  <a:lnTo>
                    <a:pt x="1815" y="9667"/>
                  </a:lnTo>
                  <a:lnTo>
                    <a:pt x="1587" y="10203"/>
                  </a:lnTo>
                  <a:lnTo>
                    <a:pt x="1324" y="10351"/>
                  </a:lnTo>
                  <a:lnTo>
                    <a:pt x="879" y="10922"/>
                  </a:lnTo>
                  <a:lnTo>
                    <a:pt x="594" y="11561"/>
                  </a:lnTo>
                  <a:lnTo>
                    <a:pt x="628" y="11881"/>
                  </a:lnTo>
                  <a:lnTo>
                    <a:pt x="366" y="12349"/>
                  </a:lnTo>
                  <a:lnTo>
                    <a:pt x="46" y="12588"/>
                  </a:lnTo>
                  <a:lnTo>
                    <a:pt x="0" y="13022"/>
                  </a:lnTo>
                  <a:lnTo>
                    <a:pt x="23" y="13022"/>
                  </a:lnTo>
                  <a:lnTo>
                    <a:pt x="1792" y="12942"/>
                  </a:lnTo>
                  <a:lnTo>
                    <a:pt x="1895" y="12623"/>
                  </a:lnTo>
                  <a:lnTo>
                    <a:pt x="2214" y="12200"/>
                  </a:lnTo>
                  <a:lnTo>
                    <a:pt x="2500" y="10945"/>
                  </a:lnTo>
                  <a:lnTo>
                    <a:pt x="3618" y="9975"/>
                  </a:lnTo>
                  <a:lnTo>
                    <a:pt x="4018" y="8822"/>
                  </a:lnTo>
                  <a:lnTo>
                    <a:pt x="4257" y="8765"/>
                  </a:lnTo>
                  <a:lnTo>
                    <a:pt x="4531" y="8058"/>
                  </a:lnTo>
                  <a:lnTo>
                    <a:pt x="5182" y="7955"/>
                  </a:lnTo>
                  <a:lnTo>
                    <a:pt x="5455" y="8080"/>
                  </a:lnTo>
                  <a:lnTo>
                    <a:pt x="5809" y="8080"/>
                  </a:lnTo>
                  <a:lnTo>
                    <a:pt x="6072" y="7864"/>
                  </a:lnTo>
                  <a:lnTo>
                    <a:pt x="6551" y="7841"/>
                  </a:lnTo>
                  <a:lnTo>
                    <a:pt x="6540" y="7350"/>
                  </a:lnTo>
                  <a:lnTo>
                    <a:pt x="6540" y="7350"/>
                  </a:lnTo>
                  <a:lnTo>
                    <a:pt x="6654" y="7350"/>
                  </a:lnTo>
                  <a:lnTo>
                    <a:pt x="6665" y="6289"/>
                  </a:lnTo>
                  <a:lnTo>
                    <a:pt x="7932" y="5615"/>
                  </a:lnTo>
                  <a:lnTo>
                    <a:pt x="8708" y="5467"/>
                  </a:lnTo>
                  <a:lnTo>
                    <a:pt x="9336" y="5227"/>
                  </a:lnTo>
                  <a:lnTo>
                    <a:pt x="9632" y="4771"/>
                  </a:lnTo>
                  <a:lnTo>
                    <a:pt x="10534" y="4417"/>
                  </a:lnTo>
                  <a:lnTo>
                    <a:pt x="10580" y="3744"/>
                  </a:lnTo>
                  <a:lnTo>
                    <a:pt x="11013" y="3675"/>
                  </a:lnTo>
                  <a:lnTo>
                    <a:pt x="11378" y="3333"/>
                  </a:lnTo>
                  <a:lnTo>
                    <a:pt x="12371" y="3185"/>
                  </a:lnTo>
                  <a:lnTo>
                    <a:pt x="12520" y="2831"/>
                  </a:lnTo>
                  <a:lnTo>
                    <a:pt x="12314" y="2637"/>
                  </a:lnTo>
                  <a:lnTo>
                    <a:pt x="12063" y="1678"/>
                  </a:lnTo>
                  <a:lnTo>
                    <a:pt x="12017" y="111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8992;p37">
              <a:extLst>
                <a:ext uri="{FF2B5EF4-FFF2-40B4-BE49-F238E27FC236}">
                  <a16:creationId xmlns:a16="http://schemas.microsoft.com/office/drawing/2014/main" xmlns="" id="{92E182C1-94C6-456E-8DA4-D4CAD1D9A4FB}"/>
                </a:ext>
              </a:extLst>
            </p:cNvPr>
            <p:cNvSpPr/>
            <p:nvPr/>
          </p:nvSpPr>
          <p:spPr>
            <a:xfrm>
              <a:off x="4189875" y="2015975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484" y="2637"/>
                  </a:moveTo>
                  <a:lnTo>
                    <a:pt x="1655" y="2545"/>
                  </a:lnTo>
                  <a:lnTo>
                    <a:pt x="1735" y="2237"/>
                  </a:lnTo>
                  <a:lnTo>
                    <a:pt x="1883" y="1952"/>
                  </a:lnTo>
                  <a:lnTo>
                    <a:pt x="1815" y="1792"/>
                  </a:lnTo>
                  <a:lnTo>
                    <a:pt x="1963" y="1724"/>
                  </a:lnTo>
                  <a:lnTo>
                    <a:pt x="2043" y="1849"/>
                  </a:lnTo>
                  <a:lnTo>
                    <a:pt x="2465" y="1883"/>
                  </a:lnTo>
                  <a:lnTo>
                    <a:pt x="2637" y="1815"/>
                  </a:lnTo>
                  <a:lnTo>
                    <a:pt x="2500" y="1724"/>
                  </a:lnTo>
                  <a:lnTo>
                    <a:pt x="2534" y="1587"/>
                  </a:lnTo>
                  <a:lnTo>
                    <a:pt x="2249" y="1370"/>
                  </a:lnTo>
                  <a:lnTo>
                    <a:pt x="2089" y="993"/>
                  </a:lnTo>
                  <a:lnTo>
                    <a:pt x="1815" y="845"/>
                  </a:lnTo>
                  <a:lnTo>
                    <a:pt x="1815" y="537"/>
                  </a:lnTo>
                  <a:lnTo>
                    <a:pt x="1461" y="308"/>
                  </a:lnTo>
                  <a:lnTo>
                    <a:pt x="1176" y="274"/>
                  </a:lnTo>
                  <a:lnTo>
                    <a:pt x="617" y="0"/>
                  </a:lnTo>
                  <a:lnTo>
                    <a:pt x="160" y="80"/>
                  </a:lnTo>
                  <a:lnTo>
                    <a:pt x="0" y="217"/>
                  </a:lnTo>
                  <a:lnTo>
                    <a:pt x="229" y="297"/>
                  </a:lnTo>
                  <a:lnTo>
                    <a:pt x="491" y="571"/>
                  </a:lnTo>
                  <a:lnTo>
                    <a:pt x="754" y="936"/>
                  </a:lnTo>
                  <a:lnTo>
                    <a:pt x="1244" y="1472"/>
                  </a:lnTo>
                  <a:lnTo>
                    <a:pt x="1324" y="1849"/>
                  </a:lnTo>
                  <a:lnTo>
                    <a:pt x="1301" y="223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8993;p37">
              <a:extLst>
                <a:ext uri="{FF2B5EF4-FFF2-40B4-BE49-F238E27FC236}">
                  <a16:creationId xmlns:a16="http://schemas.microsoft.com/office/drawing/2014/main" xmlns="" id="{ACDB2B2D-1868-41E7-A41C-7C43549C0BB6}"/>
                </a:ext>
              </a:extLst>
            </p:cNvPr>
            <p:cNvSpPr/>
            <p:nvPr/>
          </p:nvSpPr>
          <p:spPr>
            <a:xfrm>
              <a:off x="4569600" y="3385425"/>
              <a:ext cx="153250" cy="307875"/>
            </a:xfrm>
            <a:custGeom>
              <a:avLst/>
              <a:gdLst/>
              <a:ahLst/>
              <a:cxnLst/>
              <a:rect l="l" t="t" r="r" b="b"/>
              <a:pathLst>
                <a:path w="6130" h="12315" extrusionOk="0">
                  <a:moveTo>
                    <a:pt x="5867" y="1370"/>
                  </a:moveTo>
                  <a:lnTo>
                    <a:pt x="5718" y="765"/>
                  </a:lnTo>
                  <a:lnTo>
                    <a:pt x="5513" y="389"/>
                  </a:lnTo>
                  <a:lnTo>
                    <a:pt x="5262" y="1"/>
                  </a:lnTo>
                  <a:lnTo>
                    <a:pt x="4977" y="400"/>
                  </a:lnTo>
                  <a:lnTo>
                    <a:pt x="4931" y="937"/>
                  </a:lnTo>
                  <a:lnTo>
                    <a:pt x="4463" y="1587"/>
                  </a:lnTo>
                  <a:lnTo>
                    <a:pt x="4132" y="1473"/>
                  </a:lnTo>
                  <a:lnTo>
                    <a:pt x="4212" y="1850"/>
                  </a:lnTo>
                  <a:lnTo>
                    <a:pt x="3961" y="2306"/>
                  </a:lnTo>
                  <a:lnTo>
                    <a:pt x="3276" y="2865"/>
                  </a:lnTo>
                  <a:lnTo>
                    <a:pt x="2786" y="3390"/>
                  </a:lnTo>
                  <a:lnTo>
                    <a:pt x="2443" y="3390"/>
                  </a:lnTo>
                  <a:lnTo>
                    <a:pt x="2135" y="3573"/>
                  </a:lnTo>
                  <a:lnTo>
                    <a:pt x="1690" y="3755"/>
                  </a:lnTo>
                  <a:lnTo>
                    <a:pt x="1291" y="3778"/>
                  </a:lnTo>
                  <a:lnTo>
                    <a:pt x="1154" y="4372"/>
                  </a:lnTo>
                  <a:lnTo>
                    <a:pt x="834" y="4862"/>
                  </a:lnTo>
                  <a:lnTo>
                    <a:pt x="845" y="5707"/>
                  </a:lnTo>
                  <a:lnTo>
                    <a:pt x="960" y="6277"/>
                  </a:lnTo>
                  <a:lnTo>
                    <a:pt x="1119" y="6711"/>
                  </a:lnTo>
                  <a:lnTo>
                    <a:pt x="1005" y="7293"/>
                  </a:lnTo>
                  <a:lnTo>
                    <a:pt x="594" y="7978"/>
                  </a:lnTo>
                  <a:lnTo>
                    <a:pt x="560" y="8275"/>
                  </a:lnTo>
                  <a:lnTo>
                    <a:pt x="195" y="8434"/>
                  </a:lnTo>
                  <a:lnTo>
                    <a:pt x="1" y="9085"/>
                  </a:lnTo>
                  <a:lnTo>
                    <a:pt x="35" y="9747"/>
                  </a:lnTo>
                  <a:lnTo>
                    <a:pt x="263" y="10454"/>
                  </a:lnTo>
                  <a:lnTo>
                    <a:pt x="252" y="11276"/>
                  </a:lnTo>
                  <a:lnTo>
                    <a:pt x="423" y="11744"/>
                  </a:lnTo>
                  <a:lnTo>
                    <a:pt x="1017" y="12075"/>
                  </a:lnTo>
                  <a:lnTo>
                    <a:pt x="1450" y="12314"/>
                  </a:lnTo>
                  <a:lnTo>
                    <a:pt x="2158" y="11926"/>
                  </a:lnTo>
                  <a:lnTo>
                    <a:pt x="2820" y="11710"/>
                  </a:lnTo>
                  <a:lnTo>
                    <a:pt x="3253" y="10660"/>
                  </a:lnTo>
                  <a:lnTo>
                    <a:pt x="3653" y="9393"/>
                  </a:lnTo>
                  <a:lnTo>
                    <a:pt x="4269" y="7681"/>
                  </a:lnTo>
                  <a:lnTo>
                    <a:pt x="4737" y="6426"/>
                  </a:lnTo>
                  <a:lnTo>
                    <a:pt x="5125" y="5364"/>
                  </a:lnTo>
                  <a:lnTo>
                    <a:pt x="5239" y="4600"/>
                  </a:lnTo>
                  <a:lnTo>
                    <a:pt x="5467" y="4383"/>
                  </a:lnTo>
                  <a:lnTo>
                    <a:pt x="5570" y="3995"/>
                  </a:lnTo>
                  <a:lnTo>
                    <a:pt x="5456" y="3322"/>
                  </a:lnTo>
                  <a:lnTo>
                    <a:pt x="5627" y="3059"/>
                  </a:lnTo>
                  <a:lnTo>
                    <a:pt x="5855" y="3596"/>
                  </a:lnTo>
                  <a:lnTo>
                    <a:pt x="6015" y="3322"/>
                  </a:lnTo>
                  <a:lnTo>
                    <a:pt x="6129" y="2888"/>
                  </a:lnTo>
                  <a:lnTo>
                    <a:pt x="5935" y="246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8994;p37">
              <a:extLst>
                <a:ext uri="{FF2B5EF4-FFF2-40B4-BE49-F238E27FC236}">
                  <a16:creationId xmlns:a16="http://schemas.microsoft.com/office/drawing/2014/main" xmlns="" id="{CBF4517D-7C62-47C1-A079-1E306AAF5E78}"/>
                </a:ext>
              </a:extLst>
            </p:cNvPr>
            <p:cNvSpPr/>
            <p:nvPr/>
          </p:nvSpPr>
          <p:spPr>
            <a:xfrm>
              <a:off x="1486900" y="2369750"/>
              <a:ext cx="529250" cy="412575"/>
            </a:xfrm>
            <a:custGeom>
              <a:avLst/>
              <a:gdLst/>
              <a:ahLst/>
              <a:cxnLst/>
              <a:rect l="l" t="t" r="r" b="b"/>
              <a:pathLst>
                <a:path w="21170" h="16503" extrusionOk="0">
                  <a:moveTo>
                    <a:pt x="13444" y="6254"/>
                  </a:moveTo>
                  <a:lnTo>
                    <a:pt x="12930" y="6049"/>
                  </a:lnTo>
                  <a:lnTo>
                    <a:pt x="12371" y="5764"/>
                  </a:lnTo>
                  <a:lnTo>
                    <a:pt x="12257" y="5341"/>
                  </a:lnTo>
                  <a:lnTo>
                    <a:pt x="12234" y="4691"/>
                  </a:lnTo>
                  <a:lnTo>
                    <a:pt x="11892" y="4177"/>
                  </a:lnTo>
                  <a:lnTo>
                    <a:pt x="11743" y="3652"/>
                  </a:lnTo>
                  <a:lnTo>
                    <a:pt x="11515" y="3025"/>
                  </a:lnTo>
                  <a:lnTo>
                    <a:pt x="11070" y="2671"/>
                  </a:lnTo>
                  <a:lnTo>
                    <a:pt x="10454" y="2682"/>
                  </a:lnTo>
                  <a:lnTo>
                    <a:pt x="9769" y="3401"/>
                  </a:lnTo>
                  <a:lnTo>
                    <a:pt x="9198" y="3127"/>
                  </a:lnTo>
                  <a:lnTo>
                    <a:pt x="8879" y="2853"/>
                  </a:lnTo>
                  <a:lnTo>
                    <a:pt x="8822" y="2351"/>
                  </a:lnTo>
                  <a:lnTo>
                    <a:pt x="8708" y="1883"/>
                  </a:lnTo>
                  <a:lnTo>
                    <a:pt x="8365" y="1484"/>
                  </a:lnTo>
                  <a:lnTo>
                    <a:pt x="8069" y="1199"/>
                  </a:lnTo>
                  <a:lnTo>
                    <a:pt x="7886" y="891"/>
                  </a:lnTo>
                  <a:lnTo>
                    <a:pt x="6551" y="891"/>
                  </a:lnTo>
                  <a:lnTo>
                    <a:pt x="6437" y="1256"/>
                  </a:lnTo>
                  <a:lnTo>
                    <a:pt x="5820" y="1256"/>
                  </a:lnTo>
                  <a:lnTo>
                    <a:pt x="4303" y="1256"/>
                  </a:lnTo>
                  <a:lnTo>
                    <a:pt x="2773" y="628"/>
                  </a:lnTo>
                  <a:lnTo>
                    <a:pt x="1758" y="183"/>
                  </a:lnTo>
                  <a:lnTo>
                    <a:pt x="1906" y="0"/>
                  </a:lnTo>
                  <a:lnTo>
                    <a:pt x="902" y="103"/>
                  </a:lnTo>
                  <a:lnTo>
                    <a:pt x="0" y="172"/>
                  </a:lnTo>
                  <a:lnTo>
                    <a:pt x="34" y="982"/>
                  </a:lnTo>
                  <a:lnTo>
                    <a:pt x="137" y="1712"/>
                  </a:lnTo>
                  <a:lnTo>
                    <a:pt x="228" y="2294"/>
                  </a:lnTo>
                  <a:lnTo>
                    <a:pt x="343" y="2865"/>
                  </a:lnTo>
                  <a:lnTo>
                    <a:pt x="719" y="3127"/>
                  </a:lnTo>
                  <a:lnTo>
                    <a:pt x="1130" y="3766"/>
                  </a:lnTo>
                  <a:lnTo>
                    <a:pt x="993" y="4177"/>
                  </a:lnTo>
                  <a:lnTo>
                    <a:pt x="605" y="4508"/>
                  </a:lnTo>
                  <a:lnTo>
                    <a:pt x="308" y="4463"/>
                  </a:lnTo>
                  <a:lnTo>
                    <a:pt x="217" y="4542"/>
                  </a:lnTo>
                  <a:lnTo>
                    <a:pt x="548" y="5067"/>
                  </a:lnTo>
                  <a:lnTo>
                    <a:pt x="959" y="5284"/>
                  </a:lnTo>
                  <a:lnTo>
                    <a:pt x="1107" y="5524"/>
                  </a:lnTo>
                  <a:lnTo>
                    <a:pt x="1233" y="5398"/>
                  </a:lnTo>
                  <a:lnTo>
                    <a:pt x="1678" y="5809"/>
                  </a:lnTo>
                  <a:lnTo>
                    <a:pt x="1974" y="6094"/>
                  </a:lnTo>
                  <a:lnTo>
                    <a:pt x="1986" y="6574"/>
                  </a:lnTo>
                  <a:lnTo>
                    <a:pt x="1815" y="7247"/>
                  </a:lnTo>
                  <a:lnTo>
                    <a:pt x="2169" y="7475"/>
                  </a:lnTo>
                  <a:lnTo>
                    <a:pt x="2648" y="7920"/>
                  </a:lnTo>
                  <a:lnTo>
                    <a:pt x="3059" y="8434"/>
                  </a:lnTo>
                  <a:lnTo>
                    <a:pt x="3161" y="8993"/>
                  </a:lnTo>
                  <a:lnTo>
                    <a:pt x="3298" y="8993"/>
                  </a:lnTo>
                  <a:lnTo>
                    <a:pt x="3686" y="8662"/>
                  </a:lnTo>
                  <a:lnTo>
                    <a:pt x="3743" y="8491"/>
                  </a:lnTo>
                  <a:lnTo>
                    <a:pt x="3527" y="8092"/>
                  </a:lnTo>
                  <a:lnTo>
                    <a:pt x="3298" y="7681"/>
                  </a:lnTo>
                  <a:lnTo>
                    <a:pt x="2933" y="7647"/>
                  </a:lnTo>
                  <a:lnTo>
                    <a:pt x="2990" y="7167"/>
                  </a:lnTo>
                  <a:lnTo>
                    <a:pt x="2853" y="6734"/>
                  </a:lnTo>
                  <a:lnTo>
                    <a:pt x="2716" y="6334"/>
                  </a:lnTo>
                  <a:lnTo>
                    <a:pt x="2648" y="5490"/>
                  </a:lnTo>
                  <a:lnTo>
                    <a:pt x="2271" y="5033"/>
                  </a:lnTo>
                  <a:lnTo>
                    <a:pt x="2191" y="4714"/>
                  </a:lnTo>
                  <a:lnTo>
                    <a:pt x="2020" y="4485"/>
                  </a:lnTo>
                  <a:lnTo>
                    <a:pt x="2020" y="3892"/>
                  </a:lnTo>
                  <a:lnTo>
                    <a:pt x="1872" y="3915"/>
                  </a:lnTo>
                  <a:lnTo>
                    <a:pt x="1860" y="3595"/>
                  </a:lnTo>
                  <a:lnTo>
                    <a:pt x="1758" y="3527"/>
                  </a:lnTo>
                  <a:lnTo>
                    <a:pt x="1701" y="3321"/>
                  </a:lnTo>
                  <a:lnTo>
                    <a:pt x="1313" y="2694"/>
                  </a:lnTo>
                  <a:lnTo>
                    <a:pt x="1164" y="2328"/>
                  </a:lnTo>
                  <a:lnTo>
                    <a:pt x="1301" y="1644"/>
                  </a:lnTo>
                  <a:lnTo>
                    <a:pt x="1313" y="1210"/>
                  </a:lnTo>
                  <a:lnTo>
                    <a:pt x="1575" y="845"/>
                  </a:lnTo>
                  <a:lnTo>
                    <a:pt x="1917" y="1085"/>
                  </a:lnTo>
                  <a:lnTo>
                    <a:pt x="2191" y="1062"/>
                  </a:lnTo>
                  <a:lnTo>
                    <a:pt x="2625" y="1416"/>
                  </a:lnTo>
                  <a:lnTo>
                    <a:pt x="2499" y="1758"/>
                  </a:lnTo>
                  <a:lnTo>
                    <a:pt x="2557" y="2454"/>
                  </a:lnTo>
                  <a:lnTo>
                    <a:pt x="2773" y="3127"/>
                  </a:lnTo>
                  <a:lnTo>
                    <a:pt x="2716" y="3413"/>
                  </a:lnTo>
                  <a:lnTo>
                    <a:pt x="2956" y="3858"/>
                  </a:lnTo>
                  <a:lnTo>
                    <a:pt x="3287" y="4337"/>
                  </a:lnTo>
                  <a:lnTo>
                    <a:pt x="3675" y="4405"/>
                  </a:lnTo>
                  <a:lnTo>
                    <a:pt x="3709" y="5033"/>
                  </a:lnTo>
                  <a:lnTo>
                    <a:pt x="4052" y="5478"/>
                  </a:lnTo>
                  <a:lnTo>
                    <a:pt x="4417" y="5695"/>
                  </a:lnTo>
                  <a:lnTo>
                    <a:pt x="4154" y="6266"/>
                  </a:lnTo>
                  <a:lnTo>
                    <a:pt x="4257" y="6483"/>
                  </a:lnTo>
                  <a:lnTo>
                    <a:pt x="4839" y="6848"/>
                  </a:lnTo>
                  <a:lnTo>
                    <a:pt x="5113" y="7418"/>
                  </a:lnTo>
                  <a:lnTo>
                    <a:pt x="5752" y="8114"/>
                  </a:lnTo>
                  <a:lnTo>
                    <a:pt x="6300" y="9027"/>
                  </a:lnTo>
                  <a:lnTo>
                    <a:pt x="6482" y="9484"/>
                  </a:lnTo>
                  <a:lnTo>
                    <a:pt x="6482" y="9849"/>
                  </a:lnTo>
                  <a:lnTo>
                    <a:pt x="6676" y="10260"/>
                  </a:lnTo>
                  <a:lnTo>
                    <a:pt x="6642" y="10568"/>
                  </a:lnTo>
                  <a:lnTo>
                    <a:pt x="6414" y="10796"/>
                  </a:lnTo>
                  <a:lnTo>
                    <a:pt x="6448" y="11059"/>
                  </a:lnTo>
                  <a:lnTo>
                    <a:pt x="6186" y="11161"/>
                  </a:lnTo>
                  <a:lnTo>
                    <a:pt x="6300" y="11595"/>
                  </a:lnTo>
                  <a:lnTo>
                    <a:pt x="6608" y="12166"/>
                  </a:lnTo>
                  <a:lnTo>
                    <a:pt x="7361" y="12679"/>
                  </a:lnTo>
                  <a:lnTo>
                    <a:pt x="7635" y="13102"/>
                  </a:lnTo>
                  <a:lnTo>
                    <a:pt x="8411" y="13387"/>
                  </a:lnTo>
                  <a:lnTo>
                    <a:pt x="8833" y="13444"/>
                  </a:lnTo>
                  <a:lnTo>
                    <a:pt x="9004" y="13684"/>
                  </a:lnTo>
                  <a:lnTo>
                    <a:pt x="9609" y="14106"/>
                  </a:lnTo>
                  <a:lnTo>
                    <a:pt x="10442" y="14540"/>
                  </a:lnTo>
                  <a:lnTo>
                    <a:pt x="11013" y="14665"/>
                  </a:lnTo>
                  <a:lnTo>
                    <a:pt x="11698" y="15076"/>
                  </a:lnTo>
                  <a:lnTo>
                    <a:pt x="12268" y="15247"/>
                  </a:lnTo>
                  <a:lnTo>
                    <a:pt x="12805" y="15498"/>
                  </a:lnTo>
                  <a:lnTo>
                    <a:pt x="13216" y="15395"/>
                  </a:lnTo>
                  <a:lnTo>
                    <a:pt x="13900" y="15053"/>
                  </a:lnTo>
                  <a:lnTo>
                    <a:pt x="14345" y="14996"/>
                  </a:lnTo>
                  <a:lnTo>
                    <a:pt x="14973" y="15224"/>
                  </a:lnTo>
                  <a:lnTo>
                    <a:pt x="15338" y="15521"/>
                  </a:lnTo>
                  <a:lnTo>
                    <a:pt x="16126" y="16502"/>
                  </a:lnTo>
                  <a:lnTo>
                    <a:pt x="16183" y="16240"/>
                  </a:lnTo>
                  <a:lnTo>
                    <a:pt x="16297" y="16023"/>
                  </a:lnTo>
                  <a:lnTo>
                    <a:pt x="16194" y="15852"/>
                  </a:lnTo>
                  <a:lnTo>
                    <a:pt x="16662" y="15110"/>
                  </a:lnTo>
                  <a:lnTo>
                    <a:pt x="17678" y="15110"/>
                  </a:lnTo>
                  <a:lnTo>
                    <a:pt x="17735" y="14813"/>
                  </a:lnTo>
                  <a:lnTo>
                    <a:pt x="17621" y="14756"/>
                  </a:lnTo>
                  <a:lnTo>
                    <a:pt x="17552" y="14551"/>
                  </a:lnTo>
                  <a:lnTo>
                    <a:pt x="17278" y="14334"/>
                  </a:lnTo>
                  <a:lnTo>
                    <a:pt x="17027" y="14037"/>
                  </a:lnTo>
                  <a:lnTo>
                    <a:pt x="17392" y="14037"/>
                  </a:lnTo>
                  <a:lnTo>
                    <a:pt x="17449" y="13524"/>
                  </a:lnTo>
                  <a:lnTo>
                    <a:pt x="18191" y="13524"/>
                  </a:lnTo>
                  <a:lnTo>
                    <a:pt x="18922" y="13535"/>
                  </a:lnTo>
                  <a:lnTo>
                    <a:pt x="18933" y="13398"/>
                  </a:lnTo>
                  <a:lnTo>
                    <a:pt x="19036" y="13353"/>
                  </a:lnTo>
                  <a:lnTo>
                    <a:pt x="19161" y="13467"/>
                  </a:lnTo>
                  <a:lnTo>
                    <a:pt x="19515" y="12908"/>
                  </a:lnTo>
                  <a:lnTo>
                    <a:pt x="19663" y="12908"/>
                  </a:lnTo>
                  <a:lnTo>
                    <a:pt x="19835" y="12896"/>
                  </a:lnTo>
                  <a:lnTo>
                    <a:pt x="20006" y="13124"/>
                  </a:lnTo>
                  <a:lnTo>
                    <a:pt x="20291" y="12417"/>
                  </a:lnTo>
                  <a:lnTo>
                    <a:pt x="20462" y="12029"/>
                  </a:lnTo>
                  <a:lnTo>
                    <a:pt x="20337" y="11869"/>
                  </a:lnTo>
                  <a:lnTo>
                    <a:pt x="20588" y="11310"/>
                  </a:lnTo>
                  <a:lnTo>
                    <a:pt x="21090" y="10773"/>
                  </a:lnTo>
                  <a:lnTo>
                    <a:pt x="21170" y="10328"/>
                  </a:lnTo>
                  <a:lnTo>
                    <a:pt x="20999" y="10146"/>
                  </a:lnTo>
                  <a:lnTo>
                    <a:pt x="20519" y="10214"/>
                  </a:lnTo>
                  <a:lnTo>
                    <a:pt x="19835" y="10191"/>
                  </a:lnTo>
                  <a:lnTo>
                    <a:pt x="18979" y="10397"/>
                  </a:lnTo>
                  <a:lnTo>
                    <a:pt x="18408" y="10648"/>
                  </a:lnTo>
                  <a:lnTo>
                    <a:pt x="18237" y="10899"/>
                  </a:lnTo>
                  <a:lnTo>
                    <a:pt x="18066" y="11675"/>
                  </a:lnTo>
                  <a:lnTo>
                    <a:pt x="17803" y="12200"/>
                  </a:lnTo>
                  <a:lnTo>
                    <a:pt x="17255" y="12565"/>
                  </a:lnTo>
                  <a:lnTo>
                    <a:pt x="16742" y="12725"/>
                  </a:lnTo>
                  <a:lnTo>
                    <a:pt x="16126" y="12885"/>
                  </a:lnTo>
                  <a:lnTo>
                    <a:pt x="15509" y="12965"/>
                  </a:lnTo>
                  <a:lnTo>
                    <a:pt x="14779" y="13227"/>
                  </a:lnTo>
                  <a:lnTo>
                    <a:pt x="14517" y="12851"/>
                  </a:lnTo>
                  <a:lnTo>
                    <a:pt x="13718" y="12611"/>
                  </a:lnTo>
                  <a:lnTo>
                    <a:pt x="13455" y="12154"/>
                  </a:lnTo>
                  <a:lnTo>
                    <a:pt x="13352" y="11641"/>
                  </a:lnTo>
                  <a:lnTo>
                    <a:pt x="12930" y="10967"/>
                  </a:lnTo>
                  <a:lnTo>
                    <a:pt x="12873" y="10260"/>
                  </a:lnTo>
                  <a:lnTo>
                    <a:pt x="12702" y="9815"/>
                  </a:lnTo>
                  <a:lnTo>
                    <a:pt x="12633" y="9336"/>
                  </a:lnTo>
                  <a:lnTo>
                    <a:pt x="12782" y="8890"/>
                  </a:lnTo>
                  <a:lnTo>
                    <a:pt x="13044" y="7658"/>
                  </a:lnTo>
                  <a:lnTo>
                    <a:pt x="13295" y="7019"/>
                  </a:lnTo>
                  <a:lnTo>
                    <a:pt x="13740" y="622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8995;p37">
              <a:extLst>
                <a:ext uri="{FF2B5EF4-FFF2-40B4-BE49-F238E27FC236}">
                  <a16:creationId xmlns:a16="http://schemas.microsoft.com/office/drawing/2014/main" xmlns="" id="{D89B45BE-A7B5-4455-8A34-09E59DED3CC1}"/>
                </a:ext>
              </a:extLst>
            </p:cNvPr>
            <p:cNvSpPr/>
            <p:nvPr/>
          </p:nvSpPr>
          <p:spPr>
            <a:xfrm>
              <a:off x="4096575" y="2151500"/>
              <a:ext cx="45950" cy="32825"/>
            </a:xfrm>
            <a:custGeom>
              <a:avLst/>
              <a:gdLst/>
              <a:ahLst/>
              <a:cxnLst/>
              <a:rect l="l" t="t" r="r" b="b"/>
              <a:pathLst>
                <a:path w="1838" h="1313" extrusionOk="0">
                  <a:moveTo>
                    <a:pt x="1724" y="285"/>
                  </a:moveTo>
                  <a:lnTo>
                    <a:pt x="1324" y="0"/>
                  </a:lnTo>
                  <a:lnTo>
                    <a:pt x="982" y="11"/>
                  </a:lnTo>
                  <a:lnTo>
                    <a:pt x="742" y="69"/>
                  </a:lnTo>
                  <a:lnTo>
                    <a:pt x="583" y="103"/>
                  </a:lnTo>
                  <a:lnTo>
                    <a:pt x="172" y="240"/>
                  </a:lnTo>
                  <a:lnTo>
                    <a:pt x="160" y="411"/>
                  </a:lnTo>
                  <a:lnTo>
                    <a:pt x="58" y="411"/>
                  </a:lnTo>
                  <a:lnTo>
                    <a:pt x="58" y="411"/>
                  </a:lnTo>
                  <a:lnTo>
                    <a:pt x="1" y="719"/>
                  </a:lnTo>
                  <a:lnTo>
                    <a:pt x="126" y="1084"/>
                  </a:lnTo>
                  <a:lnTo>
                    <a:pt x="457" y="1312"/>
                  </a:lnTo>
                  <a:lnTo>
                    <a:pt x="925" y="1233"/>
                  </a:lnTo>
                  <a:lnTo>
                    <a:pt x="1199" y="1039"/>
                  </a:lnTo>
                  <a:lnTo>
                    <a:pt x="1598" y="1061"/>
                  </a:lnTo>
                  <a:lnTo>
                    <a:pt x="1701" y="902"/>
                  </a:lnTo>
                  <a:lnTo>
                    <a:pt x="1838" y="86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8996;p37">
              <a:extLst>
                <a:ext uri="{FF2B5EF4-FFF2-40B4-BE49-F238E27FC236}">
                  <a16:creationId xmlns:a16="http://schemas.microsoft.com/office/drawing/2014/main" xmlns="" id="{EE6FBAA7-049E-4129-867D-95DA716BFA25}"/>
                </a:ext>
              </a:extLst>
            </p:cNvPr>
            <p:cNvSpPr/>
            <p:nvPr/>
          </p:nvSpPr>
          <p:spPr>
            <a:xfrm>
              <a:off x="3479450" y="2545500"/>
              <a:ext cx="326425" cy="337525"/>
            </a:xfrm>
            <a:custGeom>
              <a:avLst/>
              <a:gdLst/>
              <a:ahLst/>
              <a:cxnLst/>
              <a:rect l="l" t="t" r="r" b="b"/>
              <a:pathLst>
                <a:path w="13057" h="13501" extrusionOk="0">
                  <a:moveTo>
                    <a:pt x="13045" y="5284"/>
                  </a:moveTo>
                  <a:lnTo>
                    <a:pt x="12178" y="5364"/>
                  </a:lnTo>
                  <a:lnTo>
                    <a:pt x="12155" y="4793"/>
                  </a:lnTo>
                  <a:lnTo>
                    <a:pt x="11790" y="4645"/>
                  </a:lnTo>
                  <a:lnTo>
                    <a:pt x="11299" y="4383"/>
                  </a:lnTo>
                  <a:lnTo>
                    <a:pt x="11116" y="3960"/>
                  </a:lnTo>
                  <a:lnTo>
                    <a:pt x="8469" y="1986"/>
                  </a:lnTo>
                  <a:lnTo>
                    <a:pt x="5844" y="0"/>
                  </a:lnTo>
                  <a:lnTo>
                    <a:pt x="4646" y="23"/>
                  </a:lnTo>
                  <a:lnTo>
                    <a:pt x="4988" y="3926"/>
                  </a:lnTo>
                  <a:lnTo>
                    <a:pt x="5330" y="7852"/>
                  </a:lnTo>
                  <a:lnTo>
                    <a:pt x="5467" y="7966"/>
                  </a:lnTo>
                  <a:lnTo>
                    <a:pt x="5285" y="8594"/>
                  </a:lnTo>
                  <a:lnTo>
                    <a:pt x="2101" y="8605"/>
                  </a:lnTo>
                  <a:lnTo>
                    <a:pt x="1975" y="8810"/>
                  </a:lnTo>
                  <a:lnTo>
                    <a:pt x="1679" y="8753"/>
                  </a:lnTo>
                  <a:lnTo>
                    <a:pt x="1222" y="8936"/>
                  </a:lnTo>
                  <a:lnTo>
                    <a:pt x="674" y="8674"/>
                  </a:lnTo>
                  <a:lnTo>
                    <a:pt x="423" y="8708"/>
                  </a:lnTo>
                  <a:lnTo>
                    <a:pt x="275" y="9233"/>
                  </a:lnTo>
                  <a:lnTo>
                    <a:pt x="1" y="9404"/>
                  </a:lnTo>
                  <a:lnTo>
                    <a:pt x="35" y="9963"/>
                  </a:lnTo>
                  <a:lnTo>
                    <a:pt x="195" y="10488"/>
                  </a:lnTo>
                  <a:lnTo>
                    <a:pt x="492" y="10751"/>
                  </a:lnTo>
                  <a:lnTo>
                    <a:pt x="549" y="11082"/>
                  </a:lnTo>
                  <a:lnTo>
                    <a:pt x="503" y="11367"/>
                  </a:lnTo>
                  <a:lnTo>
                    <a:pt x="549" y="11698"/>
                  </a:lnTo>
                  <a:lnTo>
                    <a:pt x="674" y="11698"/>
                  </a:lnTo>
                  <a:lnTo>
                    <a:pt x="891" y="11584"/>
                  </a:lnTo>
                  <a:lnTo>
                    <a:pt x="1017" y="11618"/>
                  </a:lnTo>
                  <a:lnTo>
                    <a:pt x="1233" y="11846"/>
                  </a:lnTo>
                  <a:lnTo>
                    <a:pt x="1576" y="11915"/>
                  </a:lnTo>
                  <a:lnTo>
                    <a:pt x="1804" y="11721"/>
                  </a:lnTo>
                  <a:lnTo>
                    <a:pt x="2055" y="11606"/>
                  </a:lnTo>
                  <a:lnTo>
                    <a:pt x="2249" y="11470"/>
                  </a:lnTo>
                  <a:lnTo>
                    <a:pt x="2398" y="11504"/>
                  </a:lnTo>
                  <a:lnTo>
                    <a:pt x="2592" y="11698"/>
                  </a:lnTo>
                  <a:lnTo>
                    <a:pt x="2671" y="11937"/>
                  </a:lnTo>
                  <a:lnTo>
                    <a:pt x="3002" y="12325"/>
                  </a:lnTo>
                  <a:lnTo>
                    <a:pt x="2831" y="12554"/>
                  </a:lnTo>
                  <a:lnTo>
                    <a:pt x="2797" y="12862"/>
                  </a:lnTo>
                  <a:lnTo>
                    <a:pt x="2968" y="12771"/>
                  </a:lnTo>
                  <a:lnTo>
                    <a:pt x="3071" y="12873"/>
                  </a:lnTo>
                  <a:lnTo>
                    <a:pt x="3025" y="13136"/>
                  </a:lnTo>
                  <a:lnTo>
                    <a:pt x="3276" y="13398"/>
                  </a:lnTo>
                  <a:lnTo>
                    <a:pt x="3368" y="13307"/>
                  </a:lnTo>
                  <a:lnTo>
                    <a:pt x="3596" y="13455"/>
                  </a:lnTo>
                  <a:lnTo>
                    <a:pt x="4212" y="13467"/>
                  </a:lnTo>
                  <a:lnTo>
                    <a:pt x="4360" y="13193"/>
                  </a:lnTo>
                  <a:lnTo>
                    <a:pt x="4497" y="13216"/>
                  </a:lnTo>
                  <a:lnTo>
                    <a:pt x="4726" y="13113"/>
                  </a:lnTo>
                  <a:lnTo>
                    <a:pt x="4851" y="13501"/>
                  </a:lnTo>
                  <a:lnTo>
                    <a:pt x="5045" y="13387"/>
                  </a:lnTo>
                  <a:lnTo>
                    <a:pt x="5365" y="13261"/>
                  </a:lnTo>
                  <a:lnTo>
                    <a:pt x="5308" y="12725"/>
                  </a:lnTo>
                  <a:lnTo>
                    <a:pt x="5536" y="12348"/>
                  </a:lnTo>
                  <a:lnTo>
                    <a:pt x="5513" y="12029"/>
                  </a:lnTo>
                  <a:lnTo>
                    <a:pt x="6152" y="11287"/>
                  </a:lnTo>
                  <a:lnTo>
                    <a:pt x="6266" y="10659"/>
                  </a:lnTo>
                  <a:lnTo>
                    <a:pt x="6495" y="10431"/>
                  </a:lnTo>
                  <a:lnTo>
                    <a:pt x="6883" y="10557"/>
                  </a:lnTo>
                  <a:lnTo>
                    <a:pt x="7213" y="10374"/>
                  </a:lnTo>
                  <a:lnTo>
                    <a:pt x="7328" y="10146"/>
                  </a:lnTo>
                  <a:lnTo>
                    <a:pt x="7932" y="9735"/>
                  </a:lnTo>
                  <a:lnTo>
                    <a:pt x="8092" y="9450"/>
                  </a:lnTo>
                  <a:lnTo>
                    <a:pt x="8834" y="9073"/>
                  </a:lnTo>
                  <a:lnTo>
                    <a:pt x="9268" y="8947"/>
                  </a:lnTo>
                  <a:lnTo>
                    <a:pt x="9462" y="9119"/>
                  </a:lnTo>
                  <a:lnTo>
                    <a:pt x="9975" y="9119"/>
                  </a:lnTo>
                  <a:lnTo>
                    <a:pt x="10489" y="9073"/>
                  </a:lnTo>
                  <a:lnTo>
                    <a:pt x="10774" y="8765"/>
                  </a:lnTo>
                  <a:lnTo>
                    <a:pt x="11858" y="8674"/>
                  </a:lnTo>
                  <a:lnTo>
                    <a:pt x="12554" y="8537"/>
                  </a:lnTo>
                  <a:lnTo>
                    <a:pt x="12634" y="7977"/>
                  </a:lnTo>
                  <a:lnTo>
                    <a:pt x="13057" y="736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8997;p37">
              <a:extLst>
                <a:ext uri="{FF2B5EF4-FFF2-40B4-BE49-F238E27FC236}">
                  <a16:creationId xmlns:a16="http://schemas.microsoft.com/office/drawing/2014/main" xmlns="" id="{8260DC0A-4340-4A67-8466-360FAA77CE93}"/>
                </a:ext>
              </a:extLst>
            </p:cNvPr>
            <p:cNvSpPr/>
            <p:nvPr/>
          </p:nvSpPr>
          <p:spPr>
            <a:xfrm>
              <a:off x="5533650" y="2469325"/>
              <a:ext cx="174925" cy="417425"/>
            </a:xfrm>
            <a:custGeom>
              <a:avLst/>
              <a:gdLst/>
              <a:ahLst/>
              <a:cxnLst/>
              <a:rect l="l" t="t" r="r" b="b"/>
              <a:pathLst>
                <a:path w="6997" h="16697" extrusionOk="0">
                  <a:moveTo>
                    <a:pt x="6996" y="6266"/>
                  </a:moveTo>
                  <a:lnTo>
                    <a:pt x="6905" y="5889"/>
                  </a:lnTo>
                  <a:lnTo>
                    <a:pt x="6369" y="6151"/>
                  </a:lnTo>
                  <a:lnTo>
                    <a:pt x="6015" y="5980"/>
                  </a:lnTo>
                  <a:lnTo>
                    <a:pt x="5365" y="5638"/>
                  </a:lnTo>
                  <a:lnTo>
                    <a:pt x="5479" y="4896"/>
                  </a:lnTo>
                  <a:lnTo>
                    <a:pt x="4954" y="4702"/>
                  </a:lnTo>
                  <a:lnTo>
                    <a:pt x="4623" y="3880"/>
                  </a:lnTo>
                  <a:lnTo>
                    <a:pt x="3824" y="4017"/>
                  </a:lnTo>
                  <a:lnTo>
                    <a:pt x="3733" y="2956"/>
                  </a:lnTo>
                  <a:lnTo>
                    <a:pt x="4315" y="2191"/>
                  </a:lnTo>
                  <a:lnTo>
                    <a:pt x="4200" y="1438"/>
                  </a:lnTo>
                  <a:lnTo>
                    <a:pt x="4018" y="742"/>
                  </a:lnTo>
                  <a:lnTo>
                    <a:pt x="3630" y="525"/>
                  </a:lnTo>
                  <a:lnTo>
                    <a:pt x="3242" y="0"/>
                  </a:lnTo>
                  <a:lnTo>
                    <a:pt x="2820" y="57"/>
                  </a:lnTo>
                  <a:lnTo>
                    <a:pt x="2945" y="400"/>
                  </a:lnTo>
                  <a:lnTo>
                    <a:pt x="2717" y="571"/>
                  </a:lnTo>
                  <a:lnTo>
                    <a:pt x="2899" y="1119"/>
                  </a:lnTo>
                  <a:lnTo>
                    <a:pt x="2317" y="970"/>
                  </a:lnTo>
                  <a:lnTo>
                    <a:pt x="1450" y="1598"/>
                  </a:lnTo>
                  <a:lnTo>
                    <a:pt x="1576" y="2111"/>
                  </a:lnTo>
                  <a:lnTo>
                    <a:pt x="1279" y="2876"/>
                  </a:lnTo>
                  <a:lnTo>
                    <a:pt x="1313" y="3321"/>
                  </a:lnTo>
                  <a:lnTo>
                    <a:pt x="1108" y="4063"/>
                  </a:lnTo>
                  <a:lnTo>
                    <a:pt x="446" y="3858"/>
                  </a:lnTo>
                  <a:lnTo>
                    <a:pt x="571" y="4805"/>
                  </a:lnTo>
                  <a:lnTo>
                    <a:pt x="446" y="5101"/>
                  </a:lnTo>
                  <a:lnTo>
                    <a:pt x="571" y="5489"/>
                  </a:lnTo>
                  <a:lnTo>
                    <a:pt x="229" y="5706"/>
                  </a:lnTo>
                  <a:lnTo>
                    <a:pt x="309" y="6357"/>
                  </a:lnTo>
                  <a:lnTo>
                    <a:pt x="1" y="6220"/>
                  </a:lnTo>
                  <a:lnTo>
                    <a:pt x="161" y="6950"/>
                  </a:lnTo>
                  <a:lnTo>
                    <a:pt x="822" y="7692"/>
                  </a:lnTo>
                  <a:lnTo>
                    <a:pt x="1302" y="7818"/>
                  </a:lnTo>
                  <a:lnTo>
                    <a:pt x="1245" y="8126"/>
                  </a:lnTo>
                  <a:lnTo>
                    <a:pt x="2021" y="9187"/>
                  </a:lnTo>
                  <a:lnTo>
                    <a:pt x="2283" y="10020"/>
                  </a:lnTo>
                  <a:lnTo>
                    <a:pt x="2158" y="11150"/>
                  </a:lnTo>
                  <a:lnTo>
                    <a:pt x="2671" y="11367"/>
                  </a:lnTo>
                  <a:lnTo>
                    <a:pt x="3128" y="11447"/>
                  </a:lnTo>
                  <a:lnTo>
                    <a:pt x="3961" y="10796"/>
                  </a:lnTo>
                  <a:lnTo>
                    <a:pt x="4417" y="10351"/>
                  </a:lnTo>
                  <a:lnTo>
                    <a:pt x="4851" y="11093"/>
                  </a:lnTo>
                  <a:lnTo>
                    <a:pt x="5136" y="12246"/>
                  </a:lnTo>
                  <a:lnTo>
                    <a:pt x="5513" y="13330"/>
                  </a:lnTo>
                  <a:lnTo>
                    <a:pt x="5878" y="13809"/>
                  </a:lnTo>
                  <a:lnTo>
                    <a:pt x="5912" y="14790"/>
                  </a:lnTo>
                  <a:lnTo>
                    <a:pt x="6220" y="15327"/>
                  </a:lnTo>
                  <a:lnTo>
                    <a:pt x="6038" y="16012"/>
                  </a:lnTo>
                  <a:lnTo>
                    <a:pt x="6163" y="16696"/>
                  </a:lnTo>
                  <a:lnTo>
                    <a:pt x="6483" y="15760"/>
                  </a:lnTo>
                  <a:lnTo>
                    <a:pt x="6848" y="14916"/>
                  </a:lnTo>
                  <a:lnTo>
                    <a:pt x="6449" y="14094"/>
                  </a:lnTo>
                  <a:lnTo>
                    <a:pt x="6426" y="13661"/>
                  </a:lnTo>
                  <a:lnTo>
                    <a:pt x="6278" y="13158"/>
                  </a:lnTo>
                  <a:lnTo>
                    <a:pt x="5684" y="12440"/>
                  </a:lnTo>
                  <a:lnTo>
                    <a:pt x="5444" y="11983"/>
                  </a:lnTo>
                  <a:lnTo>
                    <a:pt x="5684" y="11823"/>
                  </a:lnTo>
                  <a:lnTo>
                    <a:pt x="5878" y="11024"/>
                  </a:lnTo>
                  <a:lnTo>
                    <a:pt x="5467" y="10420"/>
                  </a:lnTo>
                  <a:lnTo>
                    <a:pt x="4885" y="9769"/>
                  </a:lnTo>
                  <a:lnTo>
                    <a:pt x="4383" y="8970"/>
                  </a:lnTo>
                  <a:lnTo>
                    <a:pt x="4703" y="8810"/>
                  </a:lnTo>
                  <a:lnTo>
                    <a:pt x="4908" y="7829"/>
                  </a:lnTo>
                  <a:lnTo>
                    <a:pt x="5467" y="7783"/>
                  </a:lnTo>
                  <a:lnTo>
                    <a:pt x="5867" y="7384"/>
                  </a:lnTo>
                  <a:lnTo>
                    <a:pt x="6300" y="7190"/>
                  </a:lnTo>
                  <a:lnTo>
                    <a:pt x="6414" y="684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8998;p37">
              <a:extLst>
                <a:ext uri="{FF2B5EF4-FFF2-40B4-BE49-F238E27FC236}">
                  <a16:creationId xmlns:a16="http://schemas.microsoft.com/office/drawing/2014/main" xmlns="" id="{EC87D018-D25A-439A-B13D-F1E6A0A23CB3}"/>
                </a:ext>
              </a:extLst>
            </p:cNvPr>
            <p:cNvSpPr/>
            <p:nvPr/>
          </p:nvSpPr>
          <p:spPr>
            <a:xfrm>
              <a:off x="4057775" y="2124950"/>
              <a:ext cx="33400" cy="36275"/>
            </a:xfrm>
            <a:custGeom>
              <a:avLst/>
              <a:gdLst/>
              <a:ahLst/>
              <a:cxnLst/>
              <a:rect l="l" t="t" r="r" b="b"/>
              <a:pathLst>
                <a:path w="1336" h="1451" extrusionOk="0">
                  <a:moveTo>
                    <a:pt x="1279" y="640"/>
                  </a:moveTo>
                  <a:lnTo>
                    <a:pt x="1336" y="549"/>
                  </a:lnTo>
                  <a:lnTo>
                    <a:pt x="1050" y="377"/>
                  </a:lnTo>
                  <a:lnTo>
                    <a:pt x="799" y="275"/>
                  </a:lnTo>
                  <a:lnTo>
                    <a:pt x="685" y="161"/>
                  </a:lnTo>
                  <a:lnTo>
                    <a:pt x="468" y="1"/>
                  </a:lnTo>
                  <a:lnTo>
                    <a:pt x="343" y="92"/>
                  </a:lnTo>
                  <a:lnTo>
                    <a:pt x="126" y="286"/>
                  </a:lnTo>
                  <a:lnTo>
                    <a:pt x="69" y="777"/>
                  </a:lnTo>
                  <a:lnTo>
                    <a:pt x="1" y="914"/>
                  </a:lnTo>
                  <a:lnTo>
                    <a:pt x="1" y="914"/>
                  </a:lnTo>
                  <a:lnTo>
                    <a:pt x="320" y="1085"/>
                  </a:lnTo>
                  <a:lnTo>
                    <a:pt x="548" y="1393"/>
                  </a:lnTo>
                  <a:lnTo>
                    <a:pt x="708" y="1450"/>
                  </a:lnTo>
                  <a:lnTo>
                    <a:pt x="708" y="1450"/>
                  </a:lnTo>
                  <a:lnTo>
                    <a:pt x="640" y="1176"/>
                  </a:lnTo>
                  <a:lnTo>
                    <a:pt x="925" y="731"/>
                  </a:lnTo>
                  <a:lnTo>
                    <a:pt x="982" y="902"/>
                  </a:lnTo>
                  <a:lnTo>
                    <a:pt x="1165" y="83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8999;p37">
              <a:extLst>
                <a:ext uri="{FF2B5EF4-FFF2-40B4-BE49-F238E27FC236}">
                  <a16:creationId xmlns:a16="http://schemas.microsoft.com/office/drawing/2014/main" xmlns="" id="{20198B51-44AC-4F94-9662-2E2392B7EEAB}"/>
                </a:ext>
              </a:extLst>
            </p:cNvPr>
            <p:cNvSpPr/>
            <p:nvPr/>
          </p:nvSpPr>
          <p:spPr>
            <a:xfrm>
              <a:off x="5255200" y="1937225"/>
              <a:ext cx="593450" cy="230275"/>
            </a:xfrm>
            <a:custGeom>
              <a:avLst/>
              <a:gdLst/>
              <a:ahLst/>
              <a:cxnLst/>
              <a:rect l="l" t="t" r="r" b="b"/>
              <a:pathLst>
                <a:path w="23738" h="9211" extrusionOk="0">
                  <a:moveTo>
                    <a:pt x="9541" y="1336"/>
                  </a:moveTo>
                  <a:lnTo>
                    <a:pt x="9016" y="685"/>
                  </a:lnTo>
                  <a:lnTo>
                    <a:pt x="8080" y="468"/>
                  </a:lnTo>
                  <a:lnTo>
                    <a:pt x="7396" y="354"/>
                  </a:lnTo>
                  <a:lnTo>
                    <a:pt x="6403" y="1"/>
                  </a:lnTo>
                  <a:lnTo>
                    <a:pt x="6220" y="914"/>
                  </a:lnTo>
                  <a:lnTo>
                    <a:pt x="6791" y="1427"/>
                  </a:lnTo>
                  <a:lnTo>
                    <a:pt x="6448" y="2043"/>
                  </a:lnTo>
                  <a:lnTo>
                    <a:pt x="5319" y="1815"/>
                  </a:lnTo>
                  <a:lnTo>
                    <a:pt x="4611" y="1781"/>
                  </a:lnTo>
                  <a:lnTo>
                    <a:pt x="3938" y="1370"/>
                  </a:lnTo>
                  <a:lnTo>
                    <a:pt x="3207" y="1359"/>
                  </a:lnTo>
                  <a:lnTo>
                    <a:pt x="2454" y="1085"/>
                  </a:lnTo>
                  <a:lnTo>
                    <a:pt x="1610" y="1496"/>
                  </a:lnTo>
                  <a:lnTo>
                    <a:pt x="674" y="2272"/>
                  </a:lnTo>
                  <a:lnTo>
                    <a:pt x="0" y="2409"/>
                  </a:lnTo>
                  <a:lnTo>
                    <a:pt x="468" y="3036"/>
                  </a:lnTo>
                  <a:lnTo>
                    <a:pt x="1290" y="3504"/>
                  </a:lnTo>
                  <a:lnTo>
                    <a:pt x="2443" y="3835"/>
                  </a:lnTo>
                  <a:lnTo>
                    <a:pt x="3264" y="4554"/>
                  </a:lnTo>
                  <a:lnTo>
                    <a:pt x="3447" y="5593"/>
                  </a:lnTo>
                  <a:lnTo>
                    <a:pt x="3881" y="5981"/>
                  </a:lnTo>
                  <a:lnTo>
                    <a:pt x="4794" y="6117"/>
                  </a:lnTo>
                  <a:lnTo>
                    <a:pt x="5821" y="6243"/>
                  </a:lnTo>
                  <a:lnTo>
                    <a:pt x="6951" y="6791"/>
                  </a:lnTo>
                  <a:lnTo>
                    <a:pt x="7430" y="6893"/>
                  </a:lnTo>
                  <a:lnTo>
                    <a:pt x="8137" y="7704"/>
                  </a:lnTo>
                  <a:lnTo>
                    <a:pt x="8799" y="8217"/>
                  </a:lnTo>
                  <a:lnTo>
                    <a:pt x="9587" y="8206"/>
                  </a:lnTo>
                  <a:lnTo>
                    <a:pt x="11184" y="8388"/>
                  </a:lnTo>
                  <a:lnTo>
                    <a:pt x="12097" y="8274"/>
                  </a:lnTo>
                  <a:lnTo>
                    <a:pt x="12885" y="8400"/>
                  </a:lnTo>
                  <a:lnTo>
                    <a:pt x="14209" y="8936"/>
                  </a:lnTo>
                  <a:lnTo>
                    <a:pt x="15099" y="8925"/>
                  </a:lnTo>
                  <a:lnTo>
                    <a:pt x="15555" y="9210"/>
                  </a:lnTo>
                  <a:lnTo>
                    <a:pt x="16183" y="8742"/>
                  </a:lnTo>
                  <a:lnTo>
                    <a:pt x="17210" y="8423"/>
                  </a:lnTo>
                  <a:lnTo>
                    <a:pt x="18271" y="8400"/>
                  </a:lnTo>
                  <a:lnTo>
                    <a:pt x="18979" y="8080"/>
                  </a:lnTo>
                  <a:lnTo>
                    <a:pt x="19241" y="7612"/>
                  </a:lnTo>
                  <a:lnTo>
                    <a:pt x="19607" y="7327"/>
                  </a:lnTo>
                  <a:lnTo>
                    <a:pt x="19333" y="7030"/>
                  </a:lnTo>
                  <a:lnTo>
                    <a:pt x="18922" y="6699"/>
                  </a:lnTo>
                  <a:lnTo>
                    <a:pt x="18979" y="6129"/>
                  </a:lnTo>
                  <a:lnTo>
                    <a:pt x="19435" y="6197"/>
                  </a:lnTo>
                  <a:lnTo>
                    <a:pt x="20269" y="6391"/>
                  </a:lnTo>
                  <a:lnTo>
                    <a:pt x="20714" y="5912"/>
                  </a:lnTo>
                  <a:lnTo>
                    <a:pt x="21615" y="5570"/>
                  </a:lnTo>
                  <a:lnTo>
                    <a:pt x="21809" y="4988"/>
                  </a:lnTo>
                  <a:lnTo>
                    <a:pt x="22152" y="4737"/>
                  </a:lnTo>
                  <a:lnTo>
                    <a:pt x="23122" y="4622"/>
                  </a:lnTo>
                  <a:lnTo>
                    <a:pt x="23738" y="4714"/>
                  </a:lnTo>
                  <a:lnTo>
                    <a:pt x="23635" y="4406"/>
                  </a:lnTo>
                  <a:lnTo>
                    <a:pt x="22608" y="3789"/>
                  </a:lnTo>
                  <a:lnTo>
                    <a:pt x="21889" y="3504"/>
                  </a:lnTo>
                  <a:lnTo>
                    <a:pt x="21524" y="3835"/>
                  </a:lnTo>
                  <a:lnTo>
                    <a:pt x="20759" y="3687"/>
                  </a:lnTo>
                  <a:lnTo>
                    <a:pt x="20417" y="3801"/>
                  </a:lnTo>
                  <a:lnTo>
                    <a:pt x="20029" y="3436"/>
                  </a:lnTo>
                  <a:lnTo>
                    <a:pt x="19983" y="2545"/>
                  </a:lnTo>
                  <a:lnTo>
                    <a:pt x="19903" y="1895"/>
                  </a:lnTo>
                  <a:lnTo>
                    <a:pt x="19116" y="1963"/>
                  </a:lnTo>
                  <a:lnTo>
                    <a:pt x="18557" y="1667"/>
                  </a:lnTo>
                  <a:lnTo>
                    <a:pt x="18089" y="1564"/>
                  </a:lnTo>
                  <a:lnTo>
                    <a:pt x="17450" y="2192"/>
                  </a:lnTo>
                  <a:lnTo>
                    <a:pt x="16617" y="2340"/>
                  </a:lnTo>
                  <a:lnTo>
                    <a:pt x="16103" y="2568"/>
                  </a:lnTo>
                  <a:lnTo>
                    <a:pt x="15156" y="2420"/>
                  </a:lnTo>
                  <a:lnTo>
                    <a:pt x="14505" y="2420"/>
                  </a:lnTo>
                  <a:lnTo>
                    <a:pt x="13809" y="1975"/>
                  </a:lnTo>
                  <a:lnTo>
                    <a:pt x="12885" y="1553"/>
                  </a:lnTo>
                  <a:lnTo>
                    <a:pt x="12109" y="1438"/>
                  </a:lnTo>
                  <a:lnTo>
                    <a:pt x="11299" y="1553"/>
                  </a:lnTo>
                  <a:lnTo>
                    <a:pt x="10739" y="171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9000;p37">
              <a:extLst>
                <a:ext uri="{FF2B5EF4-FFF2-40B4-BE49-F238E27FC236}">
                  <a16:creationId xmlns:a16="http://schemas.microsoft.com/office/drawing/2014/main" xmlns="" id="{7631747E-1F93-4F1D-95CF-41F74F810E5F}"/>
                </a:ext>
              </a:extLst>
            </p:cNvPr>
            <p:cNvSpPr/>
            <p:nvPr/>
          </p:nvSpPr>
          <p:spPr>
            <a:xfrm>
              <a:off x="4320550" y="3346350"/>
              <a:ext cx="210275" cy="372625"/>
            </a:xfrm>
            <a:custGeom>
              <a:avLst/>
              <a:gdLst/>
              <a:ahLst/>
              <a:cxnLst/>
              <a:rect l="l" t="t" r="r" b="b"/>
              <a:pathLst>
                <a:path w="8411" h="14905" extrusionOk="0">
                  <a:moveTo>
                    <a:pt x="8320" y="411"/>
                  </a:moveTo>
                  <a:lnTo>
                    <a:pt x="8206" y="0"/>
                  </a:lnTo>
                  <a:lnTo>
                    <a:pt x="8206" y="0"/>
                  </a:lnTo>
                  <a:lnTo>
                    <a:pt x="8206" y="0"/>
                  </a:lnTo>
                  <a:lnTo>
                    <a:pt x="7544" y="525"/>
                  </a:lnTo>
                  <a:lnTo>
                    <a:pt x="6665" y="879"/>
                  </a:lnTo>
                  <a:lnTo>
                    <a:pt x="6186" y="868"/>
                  </a:lnTo>
                  <a:lnTo>
                    <a:pt x="5889" y="1141"/>
                  </a:lnTo>
                  <a:lnTo>
                    <a:pt x="5330" y="1153"/>
                  </a:lnTo>
                  <a:lnTo>
                    <a:pt x="5136" y="1267"/>
                  </a:lnTo>
                  <a:lnTo>
                    <a:pt x="4177" y="1005"/>
                  </a:lnTo>
                  <a:lnTo>
                    <a:pt x="3880" y="1050"/>
                  </a:lnTo>
                  <a:lnTo>
                    <a:pt x="3652" y="1906"/>
                  </a:lnTo>
                  <a:lnTo>
                    <a:pt x="3755" y="2945"/>
                  </a:lnTo>
                  <a:lnTo>
                    <a:pt x="3789" y="2945"/>
                  </a:lnTo>
                  <a:lnTo>
                    <a:pt x="4063" y="3230"/>
                  </a:lnTo>
                  <a:lnTo>
                    <a:pt x="4382" y="3892"/>
                  </a:lnTo>
                  <a:lnTo>
                    <a:pt x="4394" y="5056"/>
                  </a:lnTo>
                  <a:lnTo>
                    <a:pt x="4040" y="5250"/>
                  </a:lnTo>
                  <a:lnTo>
                    <a:pt x="3766" y="5889"/>
                  </a:lnTo>
                  <a:lnTo>
                    <a:pt x="3275" y="5318"/>
                  </a:lnTo>
                  <a:lnTo>
                    <a:pt x="3253" y="4679"/>
                  </a:lnTo>
                  <a:lnTo>
                    <a:pt x="3435" y="4257"/>
                  </a:lnTo>
                  <a:lnTo>
                    <a:pt x="3390" y="3892"/>
                  </a:lnTo>
                  <a:lnTo>
                    <a:pt x="3093" y="3664"/>
                  </a:lnTo>
                  <a:lnTo>
                    <a:pt x="2865" y="3743"/>
                  </a:lnTo>
                  <a:lnTo>
                    <a:pt x="2442" y="3321"/>
                  </a:lnTo>
                  <a:lnTo>
                    <a:pt x="0" y="4063"/>
                  </a:lnTo>
                  <a:lnTo>
                    <a:pt x="46" y="4702"/>
                  </a:lnTo>
                  <a:lnTo>
                    <a:pt x="80" y="5044"/>
                  </a:lnTo>
                  <a:lnTo>
                    <a:pt x="742" y="5033"/>
                  </a:lnTo>
                  <a:lnTo>
                    <a:pt x="1107" y="5216"/>
                  </a:lnTo>
                  <a:lnTo>
                    <a:pt x="1267" y="5444"/>
                  </a:lnTo>
                  <a:lnTo>
                    <a:pt x="1632" y="5512"/>
                  </a:lnTo>
                  <a:lnTo>
                    <a:pt x="2032" y="5798"/>
                  </a:lnTo>
                  <a:lnTo>
                    <a:pt x="1997" y="6962"/>
                  </a:lnTo>
                  <a:lnTo>
                    <a:pt x="1803" y="7589"/>
                  </a:lnTo>
                  <a:lnTo>
                    <a:pt x="1735" y="8251"/>
                  </a:lnTo>
                  <a:lnTo>
                    <a:pt x="1849" y="8525"/>
                  </a:lnTo>
                  <a:lnTo>
                    <a:pt x="1735" y="9050"/>
                  </a:lnTo>
                  <a:lnTo>
                    <a:pt x="1609" y="9141"/>
                  </a:lnTo>
                  <a:lnTo>
                    <a:pt x="1381" y="9792"/>
                  </a:lnTo>
                  <a:lnTo>
                    <a:pt x="491" y="10819"/>
                  </a:lnTo>
                  <a:lnTo>
                    <a:pt x="810" y="12109"/>
                  </a:lnTo>
                  <a:lnTo>
                    <a:pt x="970" y="12748"/>
                  </a:lnTo>
                  <a:lnTo>
                    <a:pt x="765" y="13763"/>
                  </a:lnTo>
                  <a:lnTo>
                    <a:pt x="822" y="14094"/>
                  </a:lnTo>
                  <a:lnTo>
                    <a:pt x="913" y="14505"/>
                  </a:lnTo>
                  <a:lnTo>
                    <a:pt x="947" y="14905"/>
                  </a:lnTo>
                  <a:lnTo>
                    <a:pt x="1541" y="14905"/>
                  </a:lnTo>
                  <a:lnTo>
                    <a:pt x="1632" y="14437"/>
                  </a:lnTo>
                  <a:lnTo>
                    <a:pt x="1438" y="14357"/>
                  </a:lnTo>
                  <a:lnTo>
                    <a:pt x="1392" y="13992"/>
                  </a:lnTo>
                  <a:lnTo>
                    <a:pt x="1769" y="13649"/>
                  </a:lnTo>
                  <a:lnTo>
                    <a:pt x="2739" y="13159"/>
                  </a:lnTo>
                  <a:lnTo>
                    <a:pt x="3390" y="12850"/>
                  </a:lnTo>
                  <a:lnTo>
                    <a:pt x="3743" y="12519"/>
                  </a:lnTo>
                  <a:lnTo>
                    <a:pt x="3880" y="12154"/>
                  </a:lnTo>
                  <a:lnTo>
                    <a:pt x="3709" y="11994"/>
                  </a:lnTo>
                  <a:lnTo>
                    <a:pt x="3857" y="11561"/>
                  </a:lnTo>
                  <a:lnTo>
                    <a:pt x="3937" y="10682"/>
                  </a:lnTo>
                  <a:lnTo>
                    <a:pt x="3789" y="10728"/>
                  </a:lnTo>
                  <a:lnTo>
                    <a:pt x="3789" y="10454"/>
                  </a:lnTo>
                  <a:lnTo>
                    <a:pt x="3675" y="9929"/>
                  </a:lnTo>
                  <a:lnTo>
                    <a:pt x="3332" y="9244"/>
                  </a:lnTo>
                  <a:lnTo>
                    <a:pt x="3435" y="8582"/>
                  </a:lnTo>
                  <a:lnTo>
                    <a:pt x="3766" y="8388"/>
                  </a:lnTo>
                  <a:lnTo>
                    <a:pt x="4348" y="7726"/>
                  </a:lnTo>
                  <a:lnTo>
                    <a:pt x="4656" y="7567"/>
                  </a:lnTo>
                  <a:lnTo>
                    <a:pt x="5615" y="6597"/>
                  </a:lnTo>
                  <a:lnTo>
                    <a:pt x="6528" y="6163"/>
                  </a:lnTo>
                  <a:lnTo>
                    <a:pt x="7270" y="5798"/>
                  </a:lnTo>
                  <a:lnTo>
                    <a:pt x="7795" y="5250"/>
                  </a:lnTo>
                  <a:lnTo>
                    <a:pt x="8137" y="4622"/>
                  </a:lnTo>
                  <a:lnTo>
                    <a:pt x="8411" y="3960"/>
                  </a:lnTo>
                  <a:lnTo>
                    <a:pt x="8285" y="3515"/>
                  </a:lnTo>
                  <a:lnTo>
                    <a:pt x="8308" y="2112"/>
                  </a:lnTo>
                  <a:lnTo>
                    <a:pt x="8251" y="131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9001;p37">
              <a:extLst>
                <a:ext uri="{FF2B5EF4-FFF2-40B4-BE49-F238E27FC236}">
                  <a16:creationId xmlns:a16="http://schemas.microsoft.com/office/drawing/2014/main" xmlns="" id="{5D7074A5-DC85-48E8-83DF-D3258CACF0F5}"/>
                </a:ext>
              </a:extLst>
            </p:cNvPr>
            <p:cNvSpPr/>
            <p:nvPr/>
          </p:nvSpPr>
          <p:spPr>
            <a:xfrm>
              <a:off x="3386175" y="2490425"/>
              <a:ext cx="239400" cy="290175"/>
            </a:xfrm>
            <a:custGeom>
              <a:avLst/>
              <a:gdLst/>
              <a:ahLst/>
              <a:cxnLst/>
              <a:rect l="l" t="t" r="r" b="b"/>
              <a:pathLst>
                <a:path w="9576" h="11607" extrusionOk="0">
                  <a:moveTo>
                    <a:pt x="9575" y="2203"/>
                  </a:moveTo>
                  <a:lnTo>
                    <a:pt x="6676" y="1"/>
                  </a:lnTo>
                  <a:lnTo>
                    <a:pt x="6642" y="1382"/>
                  </a:lnTo>
                  <a:lnTo>
                    <a:pt x="4097" y="1336"/>
                  </a:lnTo>
                  <a:lnTo>
                    <a:pt x="4063" y="3664"/>
                  </a:lnTo>
                  <a:lnTo>
                    <a:pt x="3321" y="3733"/>
                  </a:lnTo>
                  <a:lnTo>
                    <a:pt x="3116" y="4200"/>
                  </a:lnTo>
                  <a:lnTo>
                    <a:pt x="3253" y="5513"/>
                  </a:lnTo>
                  <a:lnTo>
                    <a:pt x="171" y="5501"/>
                  </a:lnTo>
                  <a:lnTo>
                    <a:pt x="0" y="5821"/>
                  </a:lnTo>
                  <a:lnTo>
                    <a:pt x="400" y="6198"/>
                  </a:lnTo>
                  <a:lnTo>
                    <a:pt x="594" y="6631"/>
                  </a:lnTo>
                  <a:lnTo>
                    <a:pt x="491" y="7088"/>
                  </a:lnTo>
                  <a:lnTo>
                    <a:pt x="582" y="7544"/>
                  </a:lnTo>
                  <a:lnTo>
                    <a:pt x="651" y="8434"/>
                  </a:lnTo>
                  <a:lnTo>
                    <a:pt x="537" y="9279"/>
                  </a:lnTo>
                  <a:lnTo>
                    <a:pt x="297" y="9735"/>
                  </a:lnTo>
                  <a:lnTo>
                    <a:pt x="354" y="10226"/>
                  </a:lnTo>
                  <a:lnTo>
                    <a:pt x="639" y="9941"/>
                  </a:lnTo>
                  <a:lnTo>
                    <a:pt x="1027" y="10009"/>
                  </a:lnTo>
                  <a:lnTo>
                    <a:pt x="1427" y="9804"/>
                  </a:lnTo>
                  <a:lnTo>
                    <a:pt x="1860" y="9804"/>
                  </a:lnTo>
                  <a:lnTo>
                    <a:pt x="2237" y="10066"/>
                  </a:lnTo>
                  <a:lnTo>
                    <a:pt x="2762" y="10306"/>
                  </a:lnTo>
                  <a:lnTo>
                    <a:pt x="3218" y="10979"/>
                  </a:lnTo>
                  <a:lnTo>
                    <a:pt x="3732" y="11607"/>
                  </a:lnTo>
                  <a:lnTo>
                    <a:pt x="4006" y="11436"/>
                  </a:lnTo>
                  <a:lnTo>
                    <a:pt x="4143" y="10911"/>
                  </a:lnTo>
                  <a:lnTo>
                    <a:pt x="4405" y="10877"/>
                  </a:lnTo>
                  <a:lnTo>
                    <a:pt x="4942" y="11139"/>
                  </a:lnTo>
                  <a:lnTo>
                    <a:pt x="5398" y="10945"/>
                  </a:lnTo>
                  <a:lnTo>
                    <a:pt x="5706" y="11002"/>
                  </a:lnTo>
                  <a:lnTo>
                    <a:pt x="5832" y="10808"/>
                  </a:lnTo>
                  <a:lnTo>
                    <a:pt x="9016" y="10797"/>
                  </a:lnTo>
                  <a:lnTo>
                    <a:pt x="9198" y="10169"/>
                  </a:lnTo>
                  <a:lnTo>
                    <a:pt x="9050" y="10055"/>
                  </a:lnTo>
                  <a:lnTo>
                    <a:pt x="8708" y="6129"/>
                  </a:lnTo>
                  <a:lnTo>
                    <a:pt x="8365" y="22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9002;p37">
              <a:extLst>
                <a:ext uri="{FF2B5EF4-FFF2-40B4-BE49-F238E27FC236}">
                  <a16:creationId xmlns:a16="http://schemas.microsoft.com/office/drawing/2014/main" xmlns="" id="{BB12C23E-814B-4D74-9E53-11A575C8F543}"/>
                </a:ext>
              </a:extLst>
            </p:cNvPr>
            <p:cNvSpPr/>
            <p:nvPr/>
          </p:nvSpPr>
          <p:spPr>
            <a:xfrm>
              <a:off x="4371050" y="3321525"/>
              <a:ext cx="59350" cy="172050"/>
            </a:xfrm>
            <a:custGeom>
              <a:avLst/>
              <a:gdLst/>
              <a:ahLst/>
              <a:cxnLst/>
              <a:rect l="l" t="t" r="r" b="b"/>
              <a:pathLst>
                <a:path w="2374" h="6882" extrusionOk="0">
                  <a:moveTo>
                    <a:pt x="1472" y="4371"/>
                  </a:moveTo>
                  <a:lnTo>
                    <a:pt x="1484" y="4040"/>
                  </a:lnTo>
                  <a:lnTo>
                    <a:pt x="1312" y="3766"/>
                  </a:lnTo>
                  <a:lnTo>
                    <a:pt x="1324" y="3367"/>
                  </a:lnTo>
                  <a:lnTo>
                    <a:pt x="1118" y="2705"/>
                  </a:lnTo>
                  <a:lnTo>
                    <a:pt x="1358" y="2203"/>
                  </a:lnTo>
                  <a:lnTo>
                    <a:pt x="1347" y="1107"/>
                  </a:lnTo>
                  <a:lnTo>
                    <a:pt x="1073" y="514"/>
                  </a:lnTo>
                  <a:lnTo>
                    <a:pt x="1096" y="411"/>
                  </a:lnTo>
                  <a:lnTo>
                    <a:pt x="1096" y="411"/>
                  </a:lnTo>
                  <a:lnTo>
                    <a:pt x="947" y="172"/>
                  </a:lnTo>
                  <a:lnTo>
                    <a:pt x="171" y="0"/>
                  </a:lnTo>
                  <a:lnTo>
                    <a:pt x="548" y="400"/>
                  </a:lnTo>
                  <a:lnTo>
                    <a:pt x="719" y="1176"/>
                  </a:lnTo>
                  <a:lnTo>
                    <a:pt x="571" y="1427"/>
                  </a:lnTo>
                  <a:lnTo>
                    <a:pt x="400" y="2157"/>
                  </a:lnTo>
                  <a:lnTo>
                    <a:pt x="525" y="2911"/>
                  </a:lnTo>
                  <a:lnTo>
                    <a:pt x="274" y="3230"/>
                  </a:lnTo>
                  <a:lnTo>
                    <a:pt x="0" y="4063"/>
                  </a:lnTo>
                  <a:lnTo>
                    <a:pt x="422" y="4314"/>
                  </a:lnTo>
                  <a:lnTo>
                    <a:pt x="845" y="4736"/>
                  </a:lnTo>
                  <a:lnTo>
                    <a:pt x="1073" y="4657"/>
                  </a:lnTo>
                  <a:lnTo>
                    <a:pt x="1370" y="4885"/>
                  </a:lnTo>
                  <a:lnTo>
                    <a:pt x="1415" y="5250"/>
                  </a:lnTo>
                  <a:lnTo>
                    <a:pt x="1233" y="5661"/>
                  </a:lnTo>
                  <a:lnTo>
                    <a:pt x="1255" y="6311"/>
                  </a:lnTo>
                  <a:lnTo>
                    <a:pt x="1746" y="6882"/>
                  </a:lnTo>
                  <a:lnTo>
                    <a:pt x="2020" y="6231"/>
                  </a:lnTo>
                  <a:lnTo>
                    <a:pt x="2374" y="6049"/>
                  </a:lnTo>
                  <a:lnTo>
                    <a:pt x="2362" y="4885"/>
                  </a:lnTo>
                  <a:lnTo>
                    <a:pt x="2043" y="4223"/>
                  </a:lnTo>
                  <a:lnTo>
                    <a:pt x="1769" y="3938"/>
                  </a:lnTo>
                  <a:lnTo>
                    <a:pt x="1735" y="3938"/>
                  </a:lnTo>
                  <a:lnTo>
                    <a:pt x="1735" y="4052"/>
                  </a:lnTo>
                  <a:lnTo>
                    <a:pt x="1883" y="4097"/>
                  </a:lnTo>
                  <a:lnTo>
                    <a:pt x="2031" y="4577"/>
                  </a:lnTo>
                  <a:lnTo>
                    <a:pt x="1997" y="4691"/>
                  </a:lnTo>
                  <a:lnTo>
                    <a:pt x="1723" y="4337"/>
                  </a:lnTo>
                  <a:lnTo>
                    <a:pt x="1586" y="456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9003;p37">
              <a:extLst>
                <a:ext uri="{FF2B5EF4-FFF2-40B4-BE49-F238E27FC236}">
                  <a16:creationId xmlns:a16="http://schemas.microsoft.com/office/drawing/2014/main" xmlns="" id="{D418A59D-886D-47F6-A9D9-50473BC66BB3}"/>
                </a:ext>
              </a:extLst>
            </p:cNvPr>
            <p:cNvSpPr/>
            <p:nvPr/>
          </p:nvSpPr>
          <p:spPr>
            <a:xfrm>
              <a:off x="5723100" y="2954900"/>
              <a:ext cx="383475" cy="139550"/>
            </a:xfrm>
            <a:custGeom>
              <a:avLst/>
              <a:gdLst/>
              <a:ahLst/>
              <a:cxnLst/>
              <a:rect l="l" t="t" r="r" b="b"/>
              <a:pathLst>
                <a:path w="15339" h="5582" extrusionOk="0">
                  <a:moveTo>
                    <a:pt x="799" y="663"/>
                  </a:moveTo>
                  <a:lnTo>
                    <a:pt x="126" y="263"/>
                  </a:lnTo>
                  <a:lnTo>
                    <a:pt x="0" y="423"/>
                  </a:lnTo>
                  <a:lnTo>
                    <a:pt x="206" y="800"/>
                  </a:lnTo>
                  <a:lnTo>
                    <a:pt x="137" y="1473"/>
                  </a:lnTo>
                  <a:lnTo>
                    <a:pt x="446" y="1964"/>
                  </a:lnTo>
                  <a:lnTo>
                    <a:pt x="583" y="2717"/>
                  </a:lnTo>
                  <a:lnTo>
                    <a:pt x="1073" y="3333"/>
                  </a:lnTo>
                  <a:lnTo>
                    <a:pt x="1187" y="3790"/>
                  </a:lnTo>
                  <a:lnTo>
                    <a:pt x="2135" y="4497"/>
                  </a:lnTo>
                  <a:lnTo>
                    <a:pt x="2911" y="5182"/>
                  </a:lnTo>
                  <a:lnTo>
                    <a:pt x="3481" y="5113"/>
                  </a:lnTo>
                  <a:lnTo>
                    <a:pt x="3493" y="4817"/>
                  </a:lnTo>
                  <a:lnTo>
                    <a:pt x="3162" y="4018"/>
                  </a:lnTo>
                  <a:lnTo>
                    <a:pt x="2865" y="3755"/>
                  </a:lnTo>
                  <a:lnTo>
                    <a:pt x="2796" y="3219"/>
                  </a:lnTo>
                  <a:lnTo>
                    <a:pt x="2717" y="2911"/>
                  </a:lnTo>
                  <a:lnTo>
                    <a:pt x="2785" y="2500"/>
                  </a:lnTo>
                  <a:lnTo>
                    <a:pt x="2717" y="1884"/>
                  </a:lnTo>
                  <a:lnTo>
                    <a:pt x="2340" y="1279"/>
                  </a:lnTo>
                  <a:lnTo>
                    <a:pt x="1838" y="731"/>
                  </a:lnTo>
                  <a:lnTo>
                    <a:pt x="1655" y="651"/>
                  </a:lnTo>
                  <a:lnTo>
                    <a:pt x="1416" y="1016"/>
                  </a:lnTo>
                  <a:lnTo>
                    <a:pt x="891" y="1131"/>
                  </a:lnTo>
                  <a:close/>
                  <a:moveTo>
                    <a:pt x="14928" y="2226"/>
                  </a:moveTo>
                  <a:lnTo>
                    <a:pt x="14756" y="1792"/>
                  </a:lnTo>
                  <a:lnTo>
                    <a:pt x="15293" y="1735"/>
                  </a:lnTo>
                  <a:lnTo>
                    <a:pt x="15338" y="1393"/>
                  </a:lnTo>
                  <a:lnTo>
                    <a:pt x="14654" y="1108"/>
                  </a:lnTo>
                  <a:lnTo>
                    <a:pt x="14106" y="857"/>
                  </a:lnTo>
                  <a:lnTo>
                    <a:pt x="14049" y="457"/>
                  </a:lnTo>
                  <a:lnTo>
                    <a:pt x="13615" y="1"/>
                  </a:lnTo>
                  <a:lnTo>
                    <a:pt x="13284" y="1"/>
                  </a:lnTo>
                  <a:lnTo>
                    <a:pt x="12931" y="720"/>
                  </a:lnTo>
                  <a:lnTo>
                    <a:pt x="12337" y="1347"/>
                  </a:lnTo>
                  <a:lnTo>
                    <a:pt x="12326" y="1792"/>
                  </a:lnTo>
                  <a:lnTo>
                    <a:pt x="12314" y="2374"/>
                  </a:lnTo>
                  <a:lnTo>
                    <a:pt x="11926" y="2340"/>
                  </a:lnTo>
                  <a:lnTo>
                    <a:pt x="11766" y="2660"/>
                  </a:lnTo>
                  <a:lnTo>
                    <a:pt x="11390" y="2192"/>
                  </a:lnTo>
                  <a:lnTo>
                    <a:pt x="11013" y="2763"/>
                  </a:lnTo>
                  <a:lnTo>
                    <a:pt x="10477" y="3470"/>
                  </a:lnTo>
                  <a:lnTo>
                    <a:pt x="9518" y="3675"/>
                  </a:lnTo>
                  <a:lnTo>
                    <a:pt x="9176" y="3847"/>
                  </a:lnTo>
                  <a:lnTo>
                    <a:pt x="9050" y="4611"/>
                  </a:lnTo>
                  <a:lnTo>
                    <a:pt x="8423" y="4782"/>
                  </a:lnTo>
                  <a:lnTo>
                    <a:pt x="7829" y="4474"/>
                  </a:lnTo>
                  <a:lnTo>
                    <a:pt x="7978" y="5079"/>
                  </a:lnTo>
                  <a:lnTo>
                    <a:pt x="8537" y="5581"/>
                  </a:lnTo>
                  <a:lnTo>
                    <a:pt x="9050" y="5410"/>
                  </a:lnTo>
                  <a:lnTo>
                    <a:pt x="9564" y="5467"/>
                  </a:lnTo>
                  <a:lnTo>
                    <a:pt x="10020" y="5011"/>
                  </a:lnTo>
                  <a:lnTo>
                    <a:pt x="10397" y="4919"/>
                  </a:lnTo>
                  <a:lnTo>
                    <a:pt x="11173" y="5182"/>
                  </a:lnTo>
                  <a:lnTo>
                    <a:pt x="11812" y="4999"/>
                  </a:lnTo>
                  <a:lnTo>
                    <a:pt x="12200" y="3721"/>
                  </a:lnTo>
                  <a:lnTo>
                    <a:pt x="12485" y="3413"/>
                  </a:lnTo>
                  <a:lnTo>
                    <a:pt x="12725" y="2386"/>
                  </a:lnTo>
                  <a:lnTo>
                    <a:pt x="13638" y="2386"/>
                  </a:lnTo>
                  <a:lnTo>
                    <a:pt x="14357" y="252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9004;p37">
              <a:extLst>
                <a:ext uri="{FF2B5EF4-FFF2-40B4-BE49-F238E27FC236}">
                  <a16:creationId xmlns:a16="http://schemas.microsoft.com/office/drawing/2014/main" xmlns="" id="{E8C25DA6-2603-4589-9D33-2C549CE62A4A}"/>
                </a:ext>
              </a:extLst>
            </p:cNvPr>
            <p:cNvSpPr/>
            <p:nvPr/>
          </p:nvSpPr>
          <p:spPr>
            <a:xfrm>
              <a:off x="3953650" y="3496700"/>
              <a:ext cx="263350" cy="274775"/>
            </a:xfrm>
            <a:custGeom>
              <a:avLst/>
              <a:gdLst/>
              <a:ahLst/>
              <a:cxnLst/>
              <a:rect l="l" t="t" r="r" b="b"/>
              <a:pathLst>
                <a:path w="10534" h="10991" extrusionOk="0">
                  <a:moveTo>
                    <a:pt x="9073" y="525"/>
                  </a:moveTo>
                  <a:lnTo>
                    <a:pt x="7601" y="891"/>
                  </a:lnTo>
                  <a:lnTo>
                    <a:pt x="5683" y="754"/>
                  </a:lnTo>
                  <a:lnTo>
                    <a:pt x="5158" y="331"/>
                  </a:lnTo>
                  <a:lnTo>
                    <a:pt x="1952" y="377"/>
                  </a:lnTo>
                  <a:lnTo>
                    <a:pt x="1815" y="434"/>
                  </a:lnTo>
                  <a:lnTo>
                    <a:pt x="1358" y="12"/>
                  </a:lnTo>
                  <a:lnTo>
                    <a:pt x="856" y="0"/>
                  </a:lnTo>
                  <a:lnTo>
                    <a:pt x="377" y="149"/>
                  </a:lnTo>
                  <a:lnTo>
                    <a:pt x="0" y="320"/>
                  </a:lnTo>
                  <a:lnTo>
                    <a:pt x="23" y="1016"/>
                  </a:lnTo>
                  <a:lnTo>
                    <a:pt x="651" y="1895"/>
                  </a:lnTo>
                  <a:lnTo>
                    <a:pt x="810" y="2466"/>
                  </a:lnTo>
                  <a:lnTo>
                    <a:pt x="1210" y="3572"/>
                  </a:lnTo>
                  <a:lnTo>
                    <a:pt x="1598" y="4314"/>
                  </a:lnTo>
                  <a:lnTo>
                    <a:pt x="1894" y="4679"/>
                  </a:lnTo>
                  <a:lnTo>
                    <a:pt x="1974" y="5182"/>
                  </a:lnTo>
                  <a:lnTo>
                    <a:pt x="1974" y="6266"/>
                  </a:lnTo>
                  <a:lnTo>
                    <a:pt x="2203" y="7658"/>
                  </a:lnTo>
                  <a:lnTo>
                    <a:pt x="2374" y="8320"/>
                  </a:lnTo>
                  <a:lnTo>
                    <a:pt x="2522" y="9199"/>
                  </a:lnTo>
                  <a:lnTo>
                    <a:pt x="2785" y="9872"/>
                  </a:lnTo>
                  <a:lnTo>
                    <a:pt x="3344" y="10557"/>
                  </a:lnTo>
                  <a:lnTo>
                    <a:pt x="3732" y="10100"/>
                  </a:lnTo>
                  <a:lnTo>
                    <a:pt x="4029" y="10363"/>
                  </a:lnTo>
                  <a:lnTo>
                    <a:pt x="4143" y="10739"/>
                  </a:lnTo>
                  <a:lnTo>
                    <a:pt x="4485" y="10819"/>
                  </a:lnTo>
                  <a:lnTo>
                    <a:pt x="4953" y="10990"/>
                  </a:lnTo>
                  <a:lnTo>
                    <a:pt x="5375" y="10911"/>
                  </a:lnTo>
                  <a:lnTo>
                    <a:pt x="6083" y="10454"/>
                  </a:lnTo>
                  <a:lnTo>
                    <a:pt x="6243" y="7087"/>
                  </a:lnTo>
                  <a:lnTo>
                    <a:pt x="6322" y="4451"/>
                  </a:lnTo>
                  <a:lnTo>
                    <a:pt x="7098" y="4428"/>
                  </a:lnTo>
                  <a:lnTo>
                    <a:pt x="7224" y="1187"/>
                  </a:lnTo>
                  <a:lnTo>
                    <a:pt x="7806" y="1153"/>
                  </a:lnTo>
                  <a:lnTo>
                    <a:pt x="9039" y="845"/>
                  </a:lnTo>
                  <a:lnTo>
                    <a:pt x="9324" y="1210"/>
                  </a:lnTo>
                  <a:lnTo>
                    <a:pt x="9849" y="856"/>
                  </a:lnTo>
                  <a:lnTo>
                    <a:pt x="10077" y="856"/>
                  </a:lnTo>
                  <a:lnTo>
                    <a:pt x="10534" y="640"/>
                  </a:lnTo>
                  <a:lnTo>
                    <a:pt x="10534" y="571"/>
                  </a:lnTo>
                  <a:lnTo>
                    <a:pt x="10237" y="377"/>
                  </a:lnTo>
                  <a:lnTo>
                    <a:pt x="9723" y="32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9005;p37">
              <a:extLst>
                <a:ext uri="{FF2B5EF4-FFF2-40B4-BE49-F238E27FC236}">
                  <a16:creationId xmlns:a16="http://schemas.microsoft.com/office/drawing/2014/main" xmlns="" id="{9E0E2AEF-104A-4B28-96D0-502CD485502F}"/>
                </a:ext>
              </a:extLst>
            </p:cNvPr>
            <p:cNvSpPr/>
            <p:nvPr/>
          </p:nvSpPr>
          <p:spPr>
            <a:xfrm>
              <a:off x="3727100" y="2579450"/>
              <a:ext cx="307025" cy="268200"/>
            </a:xfrm>
            <a:custGeom>
              <a:avLst/>
              <a:gdLst/>
              <a:ahLst/>
              <a:cxnLst/>
              <a:rect l="l" t="t" r="r" b="b"/>
              <a:pathLst>
                <a:path w="12281" h="10728" extrusionOk="0">
                  <a:moveTo>
                    <a:pt x="10409" y="400"/>
                  </a:moveTo>
                  <a:lnTo>
                    <a:pt x="9153" y="0"/>
                  </a:lnTo>
                  <a:lnTo>
                    <a:pt x="6506" y="1746"/>
                  </a:lnTo>
                  <a:lnTo>
                    <a:pt x="4246" y="3527"/>
                  </a:lnTo>
                  <a:lnTo>
                    <a:pt x="3139" y="3926"/>
                  </a:lnTo>
                  <a:lnTo>
                    <a:pt x="3151" y="6003"/>
                  </a:lnTo>
                  <a:lnTo>
                    <a:pt x="2728" y="6619"/>
                  </a:lnTo>
                  <a:lnTo>
                    <a:pt x="2648" y="7179"/>
                  </a:lnTo>
                  <a:lnTo>
                    <a:pt x="1952" y="7316"/>
                  </a:lnTo>
                  <a:lnTo>
                    <a:pt x="868" y="7407"/>
                  </a:lnTo>
                  <a:lnTo>
                    <a:pt x="583" y="7715"/>
                  </a:lnTo>
                  <a:lnTo>
                    <a:pt x="69" y="7761"/>
                  </a:lnTo>
                  <a:lnTo>
                    <a:pt x="1" y="8206"/>
                  </a:lnTo>
                  <a:lnTo>
                    <a:pt x="115" y="8617"/>
                  </a:lnTo>
                  <a:lnTo>
                    <a:pt x="560" y="9199"/>
                  </a:lnTo>
                  <a:lnTo>
                    <a:pt x="583" y="9644"/>
                  </a:lnTo>
                  <a:lnTo>
                    <a:pt x="1496" y="9849"/>
                  </a:lnTo>
                  <a:lnTo>
                    <a:pt x="1484" y="10477"/>
                  </a:lnTo>
                  <a:lnTo>
                    <a:pt x="1758" y="10203"/>
                  </a:lnTo>
                  <a:lnTo>
                    <a:pt x="2044" y="10203"/>
                  </a:lnTo>
                  <a:lnTo>
                    <a:pt x="2648" y="10728"/>
                  </a:lnTo>
                  <a:lnTo>
                    <a:pt x="2694" y="9918"/>
                  </a:lnTo>
                  <a:lnTo>
                    <a:pt x="2922" y="9541"/>
                  </a:lnTo>
                  <a:lnTo>
                    <a:pt x="3036" y="9027"/>
                  </a:lnTo>
                  <a:lnTo>
                    <a:pt x="3230" y="8833"/>
                  </a:lnTo>
                  <a:lnTo>
                    <a:pt x="4086" y="8719"/>
                  </a:lnTo>
                  <a:lnTo>
                    <a:pt x="4885" y="9062"/>
                  </a:lnTo>
                  <a:lnTo>
                    <a:pt x="5193" y="9404"/>
                  </a:lnTo>
                  <a:lnTo>
                    <a:pt x="5604" y="9415"/>
                  </a:lnTo>
                  <a:lnTo>
                    <a:pt x="5981" y="9199"/>
                  </a:lnTo>
                  <a:lnTo>
                    <a:pt x="6951" y="9678"/>
                  </a:lnTo>
                  <a:lnTo>
                    <a:pt x="7350" y="9644"/>
                  </a:lnTo>
                  <a:lnTo>
                    <a:pt x="7818" y="9256"/>
                  </a:lnTo>
                  <a:lnTo>
                    <a:pt x="8286" y="9290"/>
                  </a:lnTo>
                  <a:lnTo>
                    <a:pt x="8514" y="9164"/>
                  </a:lnTo>
                  <a:lnTo>
                    <a:pt x="8937" y="9221"/>
                  </a:lnTo>
                  <a:lnTo>
                    <a:pt x="9553" y="9472"/>
                  </a:lnTo>
                  <a:lnTo>
                    <a:pt x="10169" y="8970"/>
                  </a:lnTo>
                  <a:lnTo>
                    <a:pt x="10352" y="9005"/>
                  </a:lnTo>
                  <a:lnTo>
                    <a:pt x="10911" y="9997"/>
                  </a:lnTo>
                  <a:lnTo>
                    <a:pt x="11048" y="9975"/>
                  </a:lnTo>
                  <a:lnTo>
                    <a:pt x="11082" y="9689"/>
                  </a:lnTo>
                  <a:lnTo>
                    <a:pt x="11310" y="9632"/>
                  </a:lnTo>
                  <a:lnTo>
                    <a:pt x="11379" y="9221"/>
                  </a:lnTo>
                  <a:lnTo>
                    <a:pt x="10865" y="9187"/>
                  </a:lnTo>
                  <a:lnTo>
                    <a:pt x="10865" y="8605"/>
                  </a:lnTo>
                  <a:lnTo>
                    <a:pt x="10523" y="8274"/>
                  </a:lnTo>
                  <a:lnTo>
                    <a:pt x="10854" y="7076"/>
                  </a:lnTo>
                  <a:lnTo>
                    <a:pt x="11835" y="6220"/>
                  </a:lnTo>
                  <a:lnTo>
                    <a:pt x="11869" y="5033"/>
                  </a:lnTo>
                  <a:lnTo>
                    <a:pt x="12121" y="3196"/>
                  </a:lnTo>
                  <a:lnTo>
                    <a:pt x="12280" y="2808"/>
                  </a:lnTo>
                  <a:lnTo>
                    <a:pt x="11949" y="2500"/>
                  </a:lnTo>
                  <a:lnTo>
                    <a:pt x="11927" y="2203"/>
                  </a:lnTo>
                  <a:lnTo>
                    <a:pt x="11641" y="1975"/>
                  </a:lnTo>
                  <a:lnTo>
                    <a:pt x="11413" y="560"/>
                  </a:lnTo>
                  <a:lnTo>
                    <a:pt x="10854" y="90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9006;p37">
              <a:extLst>
                <a:ext uri="{FF2B5EF4-FFF2-40B4-BE49-F238E27FC236}">
                  <a16:creationId xmlns:a16="http://schemas.microsoft.com/office/drawing/2014/main" xmlns="" id="{D5F4D06B-807F-4E9C-8DE9-2B880DFB2997}"/>
                </a:ext>
              </a:extLst>
            </p:cNvPr>
            <p:cNvSpPr/>
            <p:nvPr/>
          </p:nvSpPr>
          <p:spPr>
            <a:xfrm>
              <a:off x="3775325" y="2797425"/>
              <a:ext cx="236250" cy="218550"/>
            </a:xfrm>
            <a:custGeom>
              <a:avLst/>
              <a:gdLst/>
              <a:ahLst/>
              <a:cxnLst/>
              <a:rect l="l" t="t" r="r" b="b"/>
              <a:pathLst>
                <a:path w="9450" h="8742" extrusionOk="0">
                  <a:moveTo>
                    <a:pt x="9130" y="1256"/>
                  </a:moveTo>
                  <a:lnTo>
                    <a:pt x="8982" y="1278"/>
                  </a:lnTo>
                  <a:lnTo>
                    <a:pt x="8423" y="286"/>
                  </a:lnTo>
                  <a:lnTo>
                    <a:pt x="8240" y="251"/>
                  </a:lnTo>
                  <a:lnTo>
                    <a:pt x="7624" y="753"/>
                  </a:lnTo>
                  <a:lnTo>
                    <a:pt x="7019" y="502"/>
                  </a:lnTo>
                  <a:lnTo>
                    <a:pt x="6585" y="445"/>
                  </a:lnTo>
                  <a:lnTo>
                    <a:pt x="6357" y="571"/>
                  </a:lnTo>
                  <a:lnTo>
                    <a:pt x="5889" y="537"/>
                  </a:lnTo>
                  <a:lnTo>
                    <a:pt x="5421" y="925"/>
                  </a:lnTo>
                  <a:lnTo>
                    <a:pt x="5022" y="959"/>
                  </a:lnTo>
                  <a:lnTo>
                    <a:pt x="4052" y="480"/>
                  </a:lnTo>
                  <a:lnTo>
                    <a:pt x="3675" y="696"/>
                  </a:lnTo>
                  <a:lnTo>
                    <a:pt x="3264" y="685"/>
                  </a:lnTo>
                  <a:lnTo>
                    <a:pt x="2968" y="343"/>
                  </a:lnTo>
                  <a:lnTo>
                    <a:pt x="2169" y="0"/>
                  </a:lnTo>
                  <a:lnTo>
                    <a:pt x="1313" y="114"/>
                  </a:lnTo>
                  <a:lnTo>
                    <a:pt x="1107" y="308"/>
                  </a:lnTo>
                  <a:lnTo>
                    <a:pt x="993" y="822"/>
                  </a:lnTo>
                  <a:lnTo>
                    <a:pt x="765" y="1199"/>
                  </a:lnTo>
                  <a:lnTo>
                    <a:pt x="719" y="2009"/>
                  </a:lnTo>
                  <a:lnTo>
                    <a:pt x="697" y="2306"/>
                  </a:lnTo>
                  <a:lnTo>
                    <a:pt x="868" y="2853"/>
                  </a:lnTo>
                  <a:lnTo>
                    <a:pt x="708" y="3207"/>
                  </a:lnTo>
                  <a:lnTo>
                    <a:pt x="799" y="3447"/>
                  </a:lnTo>
                  <a:lnTo>
                    <a:pt x="411" y="4017"/>
                  </a:lnTo>
                  <a:lnTo>
                    <a:pt x="172" y="4291"/>
                  </a:lnTo>
                  <a:lnTo>
                    <a:pt x="23" y="4862"/>
                  </a:lnTo>
                  <a:lnTo>
                    <a:pt x="35" y="5444"/>
                  </a:lnTo>
                  <a:lnTo>
                    <a:pt x="0" y="6905"/>
                  </a:lnTo>
                  <a:lnTo>
                    <a:pt x="697" y="6905"/>
                  </a:lnTo>
                  <a:lnTo>
                    <a:pt x="1313" y="6905"/>
                  </a:lnTo>
                  <a:lnTo>
                    <a:pt x="1861" y="7498"/>
                  </a:lnTo>
                  <a:lnTo>
                    <a:pt x="2135" y="8160"/>
                  </a:lnTo>
                  <a:lnTo>
                    <a:pt x="2568" y="8719"/>
                  </a:lnTo>
                  <a:lnTo>
                    <a:pt x="3207" y="8742"/>
                  </a:lnTo>
                  <a:lnTo>
                    <a:pt x="3515" y="8548"/>
                  </a:lnTo>
                  <a:lnTo>
                    <a:pt x="3824" y="8582"/>
                  </a:lnTo>
                  <a:lnTo>
                    <a:pt x="4645" y="8263"/>
                  </a:lnTo>
                  <a:lnTo>
                    <a:pt x="4851" y="7612"/>
                  </a:lnTo>
                  <a:lnTo>
                    <a:pt x="5227" y="6745"/>
                  </a:lnTo>
                  <a:lnTo>
                    <a:pt x="5455" y="6733"/>
                  </a:lnTo>
                  <a:lnTo>
                    <a:pt x="5935" y="6208"/>
                  </a:lnTo>
                  <a:lnTo>
                    <a:pt x="6231" y="6186"/>
                  </a:lnTo>
                  <a:lnTo>
                    <a:pt x="6688" y="6562"/>
                  </a:lnTo>
                  <a:lnTo>
                    <a:pt x="7247" y="6243"/>
                  </a:lnTo>
                  <a:lnTo>
                    <a:pt x="7316" y="5878"/>
                  </a:lnTo>
                  <a:lnTo>
                    <a:pt x="7487" y="5501"/>
                  </a:lnTo>
                  <a:lnTo>
                    <a:pt x="7601" y="5044"/>
                  </a:lnTo>
                  <a:lnTo>
                    <a:pt x="8023" y="4679"/>
                  </a:lnTo>
                  <a:lnTo>
                    <a:pt x="8183" y="4029"/>
                  </a:lnTo>
                  <a:lnTo>
                    <a:pt x="8354" y="3835"/>
                  </a:lnTo>
                  <a:lnTo>
                    <a:pt x="8457" y="3367"/>
                  </a:lnTo>
                  <a:lnTo>
                    <a:pt x="8674" y="2796"/>
                  </a:lnTo>
                  <a:lnTo>
                    <a:pt x="9324" y="2077"/>
                  </a:lnTo>
                  <a:lnTo>
                    <a:pt x="9370" y="1781"/>
                  </a:lnTo>
                  <a:lnTo>
                    <a:pt x="9450" y="162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9007;p37">
              <a:extLst>
                <a:ext uri="{FF2B5EF4-FFF2-40B4-BE49-F238E27FC236}">
                  <a16:creationId xmlns:a16="http://schemas.microsoft.com/office/drawing/2014/main" xmlns="" id="{F4D64698-ED6A-4261-862E-B32BA88B2C13}"/>
                </a:ext>
              </a:extLst>
            </p:cNvPr>
            <p:cNvSpPr/>
            <p:nvPr/>
          </p:nvSpPr>
          <p:spPr>
            <a:xfrm>
              <a:off x="1977050" y="2771450"/>
              <a:ext cx="94450" cy="97325"/>
            </a:xfrm>
            <a:custGeom>
              <a:avLst/>
              <a:gdLst/>
              <a:ahLst/>
              <a:cxnLst/>
              <a:rect l="l" t="t" r="r" b="b"/>
              <a:pathLst>
                <a:path w="3778" h="3893" extrusionOk="0">
                  <a:moveTo>
                    <a:pt x="3778" y="24"/>
                  </a:moveTo>
                  <a:lnTo>
                    <a:pt x="3515" y="1"/>
                  </a:lnTo>
                  <a:lnTo>
                    <a:pt x="3378" y="126"/>
                  </a:lnTo>
                  <a:lnTo>
                    <a:pt x="3093" y="240"/>
                  </a:lnTo>
                  <a:lnTo>
                    <a:pt x="2899" y="240"/>
                  </a:lnTo>
                  <a:lnTo>
                    <a:pt x="2716" y="355"/>
                  </a:lnTo>
                  <a:lnTo>
                    <a:pt x="2557" y="309"/>
                  </a:lnTo>
                  <a:lnTo>
                    <a:pt x="2431" y="183"/>
                  </a:lnTo>
                  <a:lnTo>
                    <a:pt x="2340" y="206"/>
                  </a:lnTo>
                  <a:lnTo>
                    <a:pt x="2226" y="423"/>
                  </a:lnTo>
                  <a:lnTo>
                    <a:pt x="2157" y="412"/>
                  </a:lnTo>
                  <a:lnTo>
                    <a:pt x="2112" y="594"/>
                  </a:lnTo>
                  <a:lnTo>
                    <a:pt x="1815" y="857"/>
                  </a:lnTo>
                  <a:lnTo>
                    <a:pt x="1655" y="948"/>
                  </a:lnTo>
                  <a:lnTo>
                    <a:pt x="1575" y="1062"/>
                  </a:lnTo>
                  <a:lnTo>
                    <a:pt x="1358" y="879"/>
                  </a:lnTo>
                  <a:lnTo>
                    <a:pt x="1153" y="1119"/>
                  </a:lnTo>
                  <a:lnTo>
                    <a:pt x="982" y="1119"/>
                  </a:lnTo>
                  <a:lnTo>
                    <a:pt x="799" y="1153"/>
                  </a:lnTo>
                  <a:lnTo>
                    <a:pt x="776" y="1598"/>
                  </a:lnTo>
                  <a:lnTo>
                    <a:pt x="662" y="1598"/>
                  </a:lnTo>
                  <a:lnTo>
                    <a:pt x="548" y="1804"/>
                  </a:lnTo>
                  <a:lnTo>
                    <a:pt x="286" y="1850"/>
                  </a:lnTo>
                  <a:lnTo>
                    <a:pt x="229" y="1907"/>
                  </a:lnTo>
                  <a:lnTo>
                    <a:pt x="103" y="1770"/>
                  </a:lnTo>
                  <a:lnTo>
                    <a:pt x="0" y="1907"/>
                  </a:lnTo>
                  <a:lnTo>
                    <a:pt x="377" y="2317"/>
                  </a:lnTo>
                  <a:lnTo>
                    <a:pt x="685" y="2603"/>
                  </a:lnTo>
                  <a:lnTo>
                    <a:pt x="833" y="2911"/>
                  </a:lnTo>
                  <a:lnTo>
                    <a:pt x="1187" y="3276"/>
                  </a:lnTo>
                  <a:lnTo>
                    <a:pt x="1438" y="3561"/>
                  </a:lnTo>
                  <a:lnTo>
                    <a:pt x="1575" y="3447"/>
                  </a:lnTo>
                  <a:lnTo>
                    <a:pt x="2066" y="3687"/>
                  </a:lnTo>
                  <a:lnTo>
                    <a:pt x="2271" y="3573"/>
                  </a:lnTo>
                  <a:lnTo>
                    <a:pt x="2511" y="3653"/>
                  </a:lnTo>
                  <a:lnTo>
                    <a:pt x="2625" y="3835"/>
                  </a:lnTo>
                  <a:lnTo>
                    <a:pt x="2865" y="3892"/>
                  </a:lnTo>
                  <a:lnTo>
                    <a:pt x="3070" y="3710"/>
                  </a:lnTo>
                  <a:lnTo>
                    <a:pt x="2956" y="3550"/>
                  </a:lnTo>
                  <a:lnTo>
                    <a:pt x="2933" y="3299"/>
                  </a:lnTo>
                  <a:lnTo>
                    <a:pt x="3104" y="3071"/>
                  </a:lnTo>
                  <a:lnTo>
                    <a:pt x="3082" y="2831"/>
                  </a:lnTo>
                  <a:lnTo>
                    <a:pt x="3184" y="2443"/>
                  </a:lnTo>
                  <a:lnTo>
                    <a:pt x="3310" y="2352"/>
                  </a:lnTo>
                  <a:lnTo>
                    <a:pt x="3321" y="1952"/>
                  </a:lnTo>
                  <a:lnTo>
                    <a:pt x="3298" y="1713"/>
                  </a:lnTo>
                  <a:lnTo>
                    <a:pt x="3356" y="1302"/>
                  </a:lnTo>
                  <a:lnTo>
                    <a:pt x="3481" y="948"/>
                  </a:lnTo>
                  <a:lnTo>
                    <a:pt x="3675" y="640"/>
                  </a:lnTo>
                  <a:lnTo>
                    <a:pt x="3641" y="309"/>
                  </a:lnTo>
                  <a:lnTo>
                    <a:pt x="3698" y="1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9008;p37">
              <a:extLst>
                <a:ext uri="{FF2B5EF4-FFF2-40B4-BE49-F238E27FC236}">
                  <a16:creationId xmlns:a16="http://schemas.microsoft.com/office/drawing/2014/main" xmlns="" id="{84C9D123-E04F-48AF-B0B8-87E51DEEEF50}"/>
                </a:ext>
              </a:extLst>
            </p:cNvPr>
            <p:cNvSpPr/>
            <p:nvPr/>
          </p:nvSpPr>
          <p:spPr>
            <a:xfrm>
              <a:off x="3778450" y="1905550"/>
              <a:ext cx="63375" cy="58800"/>
            </a:xfrm>
            <a:custGeom>
              <a:avLst/>
              <a:gdLst/>
              <a:ahLst/>
              <a:cxnLst/>
              <a:rect l="l" t="t" r="r" b="b"/>
              <a:pathLst>
                <a:path w="2535" h="2352" extrusionOk="0">
                  <a:moveTo>
                    <a:pt x="1827" y="1439"/>
                  </a:moveTo>
                  <a:lnTo>
                    <a:pt x="2238" y="1439"/>
                  </a:lnTo>
                  <a:lnTo>
                    <a:pt x="2398" y="1108"/>
                  </a:lnTo>
                  <a:lnTo>
                    <a:pt x="2534" y="309"/>
                  </a:lnTo>
                  <a:lnTo>
                    <a:pt x="2398" y="24"/>
                  </a:lnTo>
                  <a:lnTo>
                    <a:pt x="1838" y="1"/>
                  </a:lnTo>
                  <a:lnTo>
                    <a:pt x="914" y="366"/>
                  </a:lnTo>
                  <a:lnTo>
                    <a:pt x="355" y="1633"/>
                  </a:lnTo>
                  <a:lnTo>
                    <a:pt x="1" y="1884"/>
                  </a:lnTo>
                  <a:lnTo>
                    <a:pt x="1" y="1884"/>
                  </a:lnTo>
                  <a:lnTo>
                    <a:pt x="515" y="1952"/>
                  </a:lnTo>
                  <a:lnTo>
                    <a:pt x="1142" y="1770"/>
                  </a:lnTo>
                  <a:lnTo>
                    <a:pt x="1587" y="2146"/>
                  </a:lnTo>
                  <a:lnTo>
                    <a:pt x="1987" y="235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9009;p37">
              <a:extLst>
                <a:ext uri="{FF2B5EF4-FFF2-40B4-BE49-F238E27FC236}">
                  <a16:creationId xmlns:a16="http://schemas.microsoft.com/office/drawing/2014/main" xmlns="" id="{C832A953-0C2F-49D0-9814-F889C4AD915F}"/>
                </a:ext>
              </a:extLst>
            </p:cNvPr>
            <p:cNvSpPr/>
            <p:nvPr/>
          </p:nvSpPr>
          <p:spPr>
            <a:xfrm>
              <a:off x="3799850" y="1383450"/>
              <a:ext cx="372075" cy="424550"/>
            </a:xfrm>
            <a:custGeom>
              <a:avLst/>
              <a:gdLst/>
              <a:ahLst/>
              <a:cxnLst/>
              <a:rect l="l" t="t" r="r" b="b"/>
              <a:pathLst>
                <a:path w="14883" h="16982" extrusionOk="0">
                  <a:moveTo>
                    <a:pt x="12851" y="6517"/>
                  </a:moveTo>
                  <a:lnTo>
                    <a:pt x="11870" y="6665"/>
                  </a:lnTo>
                  <a:lnTo>
                    <a:pt x="10820" y="6631"/>
                  </a:lnTo>
                  <a:lnTo>
                    <a:pt x="10101" y="7259"/>
                  </a:lnTo>
                  <a:lnTo>
                    <a:pt x="9142" y="7213"/>
                  </a:lnTo>
                  <a:lnTo>
                    <a:pt x="7932" y="7544"/>
                  </a:lnTo>
                  <a:lnTo>
                    <a:pt x="6494" y="8514"/>
                  </a:lnTo>
                  <a:lnTo>
                    <a:pt x="5581" y="9085"/>
                  </a:lnTo>
                  <a:lnTo>
                    <a:pt x="4326" y="10602"/>
                  </a:lnTo>
                  <a:lnTo>
                    <a:pt x="3310" y="11721"/>
                  </a:lnTo>
                  <a:lnTo>
                    <a:pt x="2158" y="12554"/>
                  </a:lnTo>
                  <a:lnTo>
                    <a:pt x="549" y="13239"/>
                  </a:lnTo>
                  <a:lnTo>
                    <a:pt x="1" y="13752"/>
                  </a:lnTo>
                  <a:lnTo>
                    <a:pt x="263" y="15658"/>
                  </a:lnTo>
                  <a:lnTo>
                    <a:pt x="537" y="16560"/>
                  </a:lnTo>
                  <a:lnTo>
                    <a:pt x="1450" y="16982"/>
                  </a:lnTo>
                  <a:lnTo>
                    <a:pt x="2306" y="16788"/>
                  </a:lnTo>
                  <a:lnTo>
                    <a:pt x="3516" y="15818"/>
                  </a:lnTo>
                  <a:lnTo>
                    <a:pt x="3995" y="16331"/>
                  </a:lnTo>
                  <a:lnTo>
                    <a:pt x="4235" y="15863"/>
                  </a:lnTo>
                  <a:lnTo>
                    <a:pt x="4726" y="15293"/>
                  </a:lnTo>
                  <a:lnTo>
                    <a:pt x="4851" y="14300"/>
                  </a:lnTo>
                  <a:lnTo>
                    <a:pt x="4406" y="13889"/>
                  </a:lnTo>
                  <a:lnTo>
                    <a:pt x="4269" y="12805"/>
                  </a:lnTo>
                  <a:lnTo>
                    <a:pt x="4589" y="12052"/>
                  </a:lnTo>
                  <a:lnTo>
                    <a:pt x="5205" y="12063"/>
                  </a:lnTo>
                  <a:lnTo>
                    <a:pt x="5387" y="11755"/>
                  </a:lnTo>
                  <a:lnTo>
                    <a:pt x="5136" y="11481"/>
                  </a:lnTo>
                  <a:lnTo>
                    <a:pt x="5947" y="10351"/>
                  </a:lnTo>
                  <a:lnTo>
                    <a:pt x="6437" y="9484"/>
                  </a:lnTo>
                  <a:lnTo>
                    <a:pt x="6745" y="8925"/>
                  </a:lnTo>
                  <a:lnTo>
                    <a:pt x="7316" y="8936"/>
                  </a:lnTo>
                  <a:lnTo>
                    <a:pt x="7407" y="8491"/>
                  </a:lnTo>
                  <a:lnTo>
                    <a:pt x="8526" y="8628"/>
                  </a:lnTo>
                  <a:lnTo>
                    <a:pt x="8526" y="8126"/>
                  </a:lnTo>
                  <a:lnTo>
                    <a:pt x="8891" y="8080"/>
                  </a:lnTo>
                  <a:lnTo>
                    <a:pt x="9188" y="7886"/>
                  </a:lnTo>
                  <a:lnTo>
                    <a:pt x="9918" y="8297"/>
                  </a:lnTo>
                  <a:lnTo>
                    <a:pt x="10671" y="8252"/>
                  </a:lnTo>
                  <a:lnTo>
                    <a:pt x="11345" y="8434"/>
                  </a:lnTo>
                  <a:lnTo>
                    <a:pt x="11824" y="8092"/>
                  </a:lnTo>
                  <a:lnTo>
                    <a:pt x="11984" y="7544"/>
                  </a:lnTo>
                  <a:lnTo>
                    <a:pt x="12805" y="7281"/>
                  </a:lnTo>
                  <a:lnTo>
                    <a:pt x="13627" y="7578"/>
                  </a:lnTo>
                  <a:lnTo>
                    <a:pt x="13513" y="8126"/>
                  </a:lnTo>
                  <a:lnTo>
                    <a:pt x="13969" y="8058"/>
                  </a:lnTo>
                  <a:lnTo>
                    <a:pt x="14882" y="7738"/>
                  </a:lnTo>
                  <a:lnTo>
                    <a:pt x="14882" y="7738"/>
                  </a:lnTo>
                  <a:lnTo>
                    <a:pt x="14106" y="7270"/>
                  </a:lnTo>
                  <a:lnTo>
                    <a:pt x="14791" y="7065"/>
                  </a:lnTo>
                  <a:close/>
                  <a:moveTo>
                    <a:pt x="9633" y="1769"/>
                  </a:moveTo>
                  <a:lnTo>
                    <a:pt x="8834" y="1621"/>
                  </a:lnTo>
                  <a:lnTo>
                    <a:pt x="8560" y="1381"/>
                  </a:lnTo>
                  <a:lnTo>
                    <a:pt x="7533" y="1507"/>
                  </a:lnTo>
                  <a:lnTo>
                    <a:pt x="7898" y="1724"/>
                  </a:lnTo>
                  <a:lnTo>
                    <a:pt x="7590" y="1895"/>
                  </a:lnTo>
                  <a:lnTo>
                    <a:pt x="8537" y="2055"/>
                  </a:lnTo>
                  <a:close/>
                  <a:moveTo>
                    <a:pt x="6004" y="583"/>
                  </a:moveTo>
                  <a:lnTo>
                    <a:pt x="5319" y="354"/>
                  </a:lnTo>
                  <a:lnTo>
                    <a:pt x="4589" y="377"/>
                  </a:lnTo>
                  <a:lnTo>
                    <a:pt x="4452" y="594"/>
                  </a:lnTo>
                  <a:lnTo>
                    <a:pt x="3733" y="594"/>
                  </a:lnTo>
                  <a:lnTo>
                    <a:pt x="3425" y="377"/>
                  </a:lnTo>
                  <a:lnTo>
                    <a:pt x="2101" y="605"/>
                  </a:lnTo>
                  <a:lnTo>
                    <a:pt x="2557" y="1107"/>
                  </a:lnTo>
                  <a:lnTo>
                    <a:pt x="3641" y="1655"/>
                  </a:lnTo>
                  <a:lnTo>
                    <a:pt x="4452" y="1849"/>
                  </a:lnTo>
                  <a:lnTo>
                    <a:pt x="4018" y="2089"/>
                  </a:lnTo>
                  <a:lnTo>
                    <a:pt x="5216" y="2511"/>
                  </a:lnTo>
                  <a:lnTo>
                    <a:pt x="5844" y="2477"/>
                  </a:lnTo>
                  <a:lnTo>
                    <a:pt x="5981" y="1918"/>
                  </a:lnTo>
                  <a:lnTo>
                    <a:pt x="6403" y="1792"/>
                  </a:lnTo>
                  <a:lnTo>
                    <a:pt x="6574" y="1313"/>
                  </a:lnTo>
                  <a:lnTo>
                    <a:pt x="7784" y="1050"/>
                  </a:lnTo>
                  <a:close/>
                  <a:moveTo>
                    <a:pt x="9462" y="137"/>
                  </a:moveTo>
                  <a:lnTo>
                    <a:pt x="8161" y="1"/>
                  </a:lnTo>
                  <a:lnTo>
                    <a:pt x="7704" y="172"/>
                  </a:lnTo>
                  <a:lnTo>
                    <a:pt x="6951" y="23"/>
                  </a:lnTo>
                  <a:lnTo>
                    <a:pt x="5467" y="195"/>
                  </a:lnTo>
                  <a:lnTo>
                    <a:pt x="6072" y="480"/>
                  </a:lnTo>
                  <a:lnTo>
                    <a:pt x="6803" y="480"/>
                  </a:lnTo>
                  <a:lnTo>
                    <a:pt x="6928" y="662"/>
                  </a:lnTo>
                  <a:lnTo>
                    <a:pt x="8446" y="765"/>
                  </a:lnTo>
                  <a:lnTo>
                    <a:pt x="9884" y="697"/>
                  </a:lnTo>
                  <a:lnTo>
                    <a:pt x="10500" y="35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9010;p37">
              <a:extLst>
                <a:ext uri="{FF2B5EF4-FFF2-40B4-BE49-F238E27FC236}">
                  <a16:creationId xmlns:a16="http://schemas.microsoft.com/office/drawing/2014/main" xmlns="" id="{4167BEBE-5970-4AD7-BB0A-A056FA168D1F}"/>
                </a:ext>
              </a:extLst>
            </p:cNvPr>
            <p:cNvSpPr/>
            <p:nvPr/>
          </p:nvSpPr>
          <p:spPr>
            <a:xfrm>
              <a:off x="5268050" y="2421950"/>
              <a:ext cx="165500" cy="91050"/>
            </a:xfrm>
            <a:custGeom>
              <a:avLst/>
              <a:gdLst/>
              <a:ahLst/>
              <a:cxnLst/>
              <a:rect l="l" t="t" r="r" b="b"/>
              <a:pathLst>
                <a:path w="6620" h="3642" extrusionOk="0">
                  <a:moveTo>
                    <a:pt x="6391" y="2306"/>
                  </a:moveTo>
                  <a:lnTo>
                    <a:pt x="5466" y="2226"/>
                  </a:lnTo>
                  <a:lnTo>
                    <a:pt x="4554" y="2009"/>
                  </a:lnTo>
                  <a:lnTo>
                    <a:pt x="3835" y="1610"/>
                  </a:lnTo>
                  <a:lnTo>
                    <a:pt x="3195" y="1439"/>
                  </a:lnTo>
                  <a:lnTo>
                    <a:pt x="2842" y="994"/>
                  </a:lnTo>
                  <a:lnTo>
                    <a:pt x="2385" y="868"/>
                  </a:lnTo>
                  <a:lnTo>
                    <a:pt x="1472" y="286"/>
                  </a:lnTo>
                  <a:lnTo>
                    <a:pt x="799" y="1"/>
                  </a:lnTo>
                  <a:lnTo>
                    <a:pt x="525" y="206"/>
                  </a:lnTo>
                  <a:lnTo>
                    <a:pt x="126" y="617"/>
                  </a:lnTo>
                  <a:lnTo>
                    <a:pt x="0" y="1462"/>
                  </a:lnTo>
                  <a:lnTo>
                    <a:pt x="810" y="1815"/>
                  </a:lnTo>
                  <a:lnTo>
                    <a:pt x="1643" y="2260"/>
                  </a:lnTo>
                  <a:lnTo>
                    <a:pt x="2739" y="2763"/>
                  </a:lnTo>
                  <a:lnTo>
                    <a:pt x="3823" y="2888"/>
                  </a:lnTo>
                  <a:lnTo>
                    <a:pt x="4359" y="3345"/>
                  </a:lnTo>
                  <a:lnTo>
                    <a:pt x="4976" y="3436"/>
                  </a:lnTo>
                  <a:lnTo>
                    <a:pt x="5946" y="3641"/>
                  </a:lnTo>
                  <a:lnTo>
                    <a:pt x="6608" y="3630"/>
                  </a:lnTo>
                  <a:lnTo>
                    <a:pt x="6619" y="3276"/>
                  </a:lnTo>
                  <a:lnTo>
                    <a:pt x="6402" y="269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9011;p37">
              <a:extLst>
                <a:ext uri="{FF2B5EF4-FFF2-40B4-BE49-F238E27FC236}">
                  <a16:creationId xmlns:a16="http://schemas.microsoft.com/office/drawing/2014/main" xmlns="" id="{B1DF3539-5E7F-460A-9180-2E944D0C3718}"/>
                </a:ext>
              </a:extLst>
            </p:cNvPr>
            <p:cNvSpPr/>
            <p:nvPr/>
          </p:nvSpPr>
          <p:spPr>
            <a:xfrm>
              <a:off x="6693125" y="3893550"/>
              <a:ext cx="362375" cy="274500"/>
            </a:xfrm>
            <a:custGeom>
              <a:avLst/>
              <a:gdLst/>
              <a:ahLst/>
              <a:cxnLst/>
              <a:rect l="l" t="t" r="r" b="b"/>
              <a:pathLst>
                <a:path w="14495" h="10980" extrusionOk="0">
                  <a:moveTo>
                    <a:pt x="8366" y="5924"/>
                  </a:moveTo>
                  <a:lnTo>
                    <a:pt x="8492" y="5559"/>
                  </a:lnTo>
                  <a:lnTo>
                    <a:pt x="7659" y="5969"/>
                  </a:lnTo>
                  <a:lnTo>
                    <a:pt x="7179" y="6449"/>
                  </a:lnTo>
                  <a:lnTo>
                    <a:pt x="6723" y="6677"/>
                  </a:lnTo>
                  <a:lnTo>
                    <a:pt x="5878" y="7339"/>
                  </a:lnTo>
                  <a:lnTo>
                    <a:pt x="5079" y="7795"/>
                  </a:lnTo>
                  <a:lnTo>
                    <a:pt x="4087" y="8252"/>
                  </a:lnTo>
                  <a:lnTo>
                    <a:pt x="3299" y="8594"/>
                  </a:lnTo>
                  <a:lnTo>
                    <a:pt x="2683" y="8754"/>
                  </a:lnTo>
                  <a:lnTo>
                    <a:pt x="1074" y="9621"/>
                  </a:lnTo>
                  <a:lnTo>
                    <a:pt x="161" y="10272"/>
                  </a:lnTo>
                  <a:lnTo>
                    <a:pt x="1" y="10603"/>
                  </a:lnTo>
                  <a:lnTo>
                    <a:pt x="731" y="10660"/>
                  </a:lnTo>
                  <a:lnTo>
                    <a:pt x="948" y="10957"/>
                  </a:lnTo>
                  <a:lnTo>
                    <a:pt x="1587" y="10979"/>
                  </a:lnTo>
                  <a:lnTo>
                    <a:pt x="2158" y="10717"/>
                  </a:lnTo>
                  <a:lnTo>
                    <a:pt x="3059" y="10317"/>
                  </a:lnTo>
                  <a:lnTo>
                    <a:pt x="4212" y="9439"/>
                  </a:lnTo>
                  <a:lnTo>
                    <a:pt x="4874" y="8845"/>
                  </a:lnTo>
                  <a:lnTo>
                    <a:pt x="5764" y="8526"/>
                  </a:lnTo>
                  <a:lnTo>
                    <a:pt x="6335" y="8503"/>
                  </a:lnTo>
                  <a:lnTo>
                    <a:pt x="6415" y="8092"/>
                  </a:lnTo>
                  <a:lnTo>
                    <a:pt x="7077" y="7738"/>
                  </a:lnTo>
                  <a:lnTo>
                    <a:pt x="8069" y="7099"/>
                  </a:lnTo>
                  <a:lnTo>
                    <a:pt x="8674" y="6677"/>
                  </a:lnTo>
                  <a:lnTo>
                    <a:pt x="8971" y="6312"/>
                  </a:lnTo>
                  <a:lnTo>
                    <a:pt x="9039" y="5935"/>
                  </a:lnTo>
                  <a:lnTo>
                    <a:pt x="8241" y="6300"/>
                  </a:lnTo>
                  <a:close/>
                  <a:moveTo>
                    <a:pt x="12475" y="1576"/>
                  </a:moveTo>
                  <a:lnTo>
                    <a:pt x="12737" y="754"/>
                  </a:lnTo>
                  <a:lnTo>
                    <a:pt x="12303" y="514"/>
                  </a:lnTo>
                  <a:lnTo>
                    <a:pt x="12189" y="1"/>
                  </a:lnTo>
                  <a:lnTo>
                    <a:pt x="11858" y="69"/>
                  </a:lnTo>
                  <a:lnTo>
                    <a:pt x="11801" y="731"/>
                  </a:lnTo>
                  <a:lnTo>
                    <a:pt x="11915" y="1541"/>
                  </a:lnTo>
                  <a:lnTo>
                    <a:pt x="12041" y="1929"/>
                  </a:lnTo>
                  <a:lnTo>
                    <a:pt x="11915" y="2089"/>
                  </a:lnTo>
                  <a:lnTo>
                    <a:pt x="11824" y="2717"/>
                  </a:lnTo>
                  <a:lnTo>
                    <a:pt x="11482" y="3299"/>
                  </a:lnTo>
                  <a:lnTo>
                    <a:pt x="10888" y="4018"/>
                  </a:lnTo>
                  <a:lnTo>
                    <a:pt x="10135" y="4326"/>
                  </a:lnTo>
                  <a:lnTo>
                    <a:pt x="9884" y="4668"/>
                  </a:lnTo>
                  <a:lnTo>
                    <a:pt x="10420" y="5022"/>
                  </a:lnTo>
                  <a:lnTo>
                    <a:pt x="10306" y="5524"/>
                  </a:lnTo>
                  <a:lnTo>
                    <a:pt x="9313" y="6255"/>
                  </a:lnTo>
                  <a:lnTo>
                    <a:pt x="9519" y="6380"/>
                  </a:lnTo>
                  <a:lnTo>
                    <a:pt x="9462" y="6608"/>
                  </a:lnTo>
                  <a:lnTo>
                    <a:pt x="10306" y="6255"/>
                  </a:lnTo>
                  <a:lnTo>
                    <a:pt x="11139" y="5650"/>
                  </a:lnTo>
                  <a:lnTo>
                    <a:pt x="11790" y="5171"/>
                  </a:lnTo>
                  <a:lnTo>
                    <a:pt x="12018" y="4999"/>
                  </a:lnTo>
                  <a:lnTo>
                    <a:pt x="12223" y="4611"/>
                  </a:lnTo>
                  <a:lnTo>
                    <a:pt x="12623" y="4326"/>
                  </a:lnTo>
                  <a:lnTo>
                    <a:pt x="13171" y="4360"/>
                  </a:lnTo>
                  <a:lnTo>
                    <a:pt x="13764" y="3812"/>
                  </a:lnTo>
                  <a:lnTo>
                    <a:pt x="14494" y="3002"/>
                  </a:lnTo>
                  <a:lnTo>
                    <a:pt x="14198" y="2888"/>
                  </a:lnTo>
                  <a:lnTo>
                    <a:pt x="13536" y="3242"/>
                  </a:lnTo>
                  <a:lnTo>
                    <a:pt x="13079" y="3173"/>
                  </a:lnTo>
                  <a:lnTo>
                    <a:pt x="12669" y="2877"/>
                  </a:lnTo>
                  <a:lnTo>
                    <a:pt x="12999" y="2169"/>
                  </a:lnTo>
                  <a:lnTo>
                    <a:pt x="12828" y="1918"/>
                  </a:lnTo>
                  <a:lnTo>
                    <a:pt x="12406" y="254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9012;p37">
              <a:extLst>
                <a:ext uri="{FF2B5EF4-FFF2-40B4-BE49-F238E27FC236}">
                  <a16:creationId xmlns:a16="http://schemas.microsoft.com/office/drawing/2014/main" xmlns="" id="{74E6C51E-5078-4A11-AE50-386EC10CDDFE}"/>
                </a:ext>
              </a:extLst>
            </p:cNvPr>
            <p:cNvSpPr/>
            <p:nvPr/>
          </p:nvSpPr>
          <p:spPr>
            <a:xfrm>
              <a:off x="4746775" y="2513250"/>
              <a:ext cx="147250" cy="221150"/>
            </a:xfrm>
            <a:custGeom>
              <a:avLst/>
              <a:gdLst/>
              <a:ahLst/>
              <a:cxnLst/>
              <a:rect l="l" t="t" r="r" b="b"/>
              <a:pathLst>
                <a:path w="5890" h="8846" extrusionOk="0">
                  <a:moveTo>
                    <a:pt x="5251" y="4794"/>
                  </a:moveTo>
                  <a:lnTo>
                    <a:pt x="5547" y="4509"/>
                  </a:lnTo>
                  <a:lnTo>
                    <a:pt x="5661" y="4246"/>
                  </a:lnTo>
                  <a:lnTo>
                    <a:pt x="5890" y="3710"/>
                  </a:lnTo>
                  <a:lnTo>
                    <a:pt x="5867" y="3504"/>
                  </a:lnTo>
                  <a:lnTo>
                    <a:pt x="5570" y="3390"/>
                  </a:lnTo>
                  <a:lnTo>
                    <a:pt x="5342" y="3093"/>
                  </a:lnTo>
                  <a:lnTo>
                    <a:pt x="4931" y="2568"/>
                  </a:lnTo>
                  <a:lnTo>
                    <a:pt x="4463" y="2409"/>
                  </a:lnTo>
                  <a:lnTo>
                    <a:pt x="3881" y="2283"/>
                  </a:lnTo>
                  <a:lnTo>
                    <a:pt x="3402" y="1952"/>
                  </a:lnTo>
                  <a:lnTo>
                    <a:pt x="2991" y="1336"/>
                  </a:lnTo>
                  <a:lnTo>
                    <a:pt x="2592" y="1336"/>
                  </a:lnTo>
                  <a:lnTo>
                    <a:pt x="2580" y="1929"/>
                  </a:lnTo>
                  <a:lnTo>
                    <a:pt x="2740" y="2055"/>
                  </a:lnTo>
                  <a:lnTo>
                    <a:pt x="2398" y="2238"/>
                  </a:lnTo>
                  <a:lnTo>
                    <a:pt x="2432" y="2603"/>
                  </a:lnTo>
                  <a:lnTo>
                    <a:pt x="2238" y="2979"/>
                  </a:lnTo>
                  <a:lnTo>
                    <a:pt x="2249" y="3344"/>
                  </a:lnTo>
                  <a:lnTo>
                    <a:pt x="2660" y="3995"/>
                  </a:lnTo>
                  <a:lnTo>
                    <a:pt x="2295" y="5798"/>
                  </a:lnTo>
                  <a:lnTo>
                    <a:pt x="1" y="6711"/>
                  </a:lnTo>
                  <a:lnTo>
                    <a:pt x="743" y="8217"/>
                  </a:lnTo>
                  <a:lnTo>
                    <a:pt x="1039" y="8845"/>
                  </a:lnTo>
                  <a:lnTo>
                    <a:pt x="1393" y="8800"/>
                  </a:lnTo>
                  <a:lnTo>
                    <a:pt x="1907" y="8480"/>
                  </a:lnTo>
                  <a:lnTo>
                    <a:pt x="2352" y="8571"/>
                  </a:lnTo>
                  <a:lnTo>
                    <a:pt x="2706" y="8309"/>
                  </a:lnTo>
                  <a:lnTo>
                    <a:pt x="2671" y="7955"/>
                  </a:lnTo>
                  <a:lnTo>
                    <a:pt x="2980" y="7727"/>
                  </a:lnTo>
                  <a:lnTo>
                    <a:pt x="3459" y="7727"/>
                  </a:lnTo>
                  <a:lnTo>
                    <a:pt x="3630" y="7544"/>
                  </a:lnTo>
                  <a:lnTo>
                    <a:pt x="3664" y="7099"/>
                  </a:lnTo>
                  <a:lnTo>
                    <a:pt x="4132" y="6757"/>
                  </a:lnTo>
                  <a:lnTo>
                    <a:pt x="4497" y="6757"/>
                  </a:lnTo>
                  <a:lnTo>
                    <a:pt x="4554" y="6643"/>
                  </a:lnTo>
                  <a:lnTo>
                    <a:pt x="4417" y="6049"/>
                  </a:lnTo>
                  <a:lnTo>
                    <a:pt x="4497" y="5593"/>
                  </a:lnTo>
                  <a:lnTo>
                    <a:pt x="4646" y="5376"/>
                  </a:lnTo>
                  <a:lnTo>
                    <a:pt x="4999" y="5421"/>
                  </a:lnTo>
                  <a:close/>
                  <a:moveTo>
                    <a:pt x="2877" y="457"/>
                  </a:moveTo>
                  <a:lnTo>
                    <a:pt x="2911" y="81"/>
                  </a:lnTo>
                  <a:lnTo>
                    <a:pt x="2808" y="1"/>
                  </a:lnTo>
                  <a:lnTo>
                    <a:pt x="2626" y="309"/>
                  </a:lnTo>
                  <a:lnTo>
                    <a:pt x="2808" y="62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9013;p37">
              <a:extLst>
                <a:ext uri="{FF2B5EF4-FFF2-40B4-BE49-F238E27FC236}">
                  <a16:creationId xmlns:a16="http://schemas.microsoft.com/office/drawing/2014/main" xmlns="" id="{64E296CC-892C-485F-8718-50D14C9FACF3}"/>
                </a:ext>
              </a:extLst>
            </p:cNvPr>
            <p:cNvSpPr/>
            <p:nvPr/>
          </p:nvSpPr>
          <p:spPr>
            <a:xfrm>
              <a:off x="4893150" y="2268750"/>
              <a:ext cx="296175" cy="305875"/>
            </a:xfrm>
            <a:custGeom>
              <a:avLst/>
              <a:gdLst/>
              <a:ahLst/>
              <a:cxnLst/>
              <a:rect l="l" t="t" r="r" b="b"/>
              <a:pathLst>
                <a:path w="11847" h="12235" extrusionOk="0">
                  <a:moveTo>
                    <a:pt x="11846" y="1518"/>
                  </a:moveTo>
                  <a:lnTo>
                    <a:pt x="10500" y="1142"/>
                  </a:lnTo>
                  <a:lnTo>
                    <a:pt x="10089" y="434"/>
                  </a:lnTo>
                  <a:lnTo>
                    <a:pt x="9415" y="0"/>
                  </a:lnTo>
                  <a:lnTo>
                    <a:pt x="9016" y="103"/>
                  </a:lnTo>
                  <a:lnTo>
                    <a:pt x="8674" y="274"/>
                  </a:lnTo>
                  <a:lnTo>
                    <a:pt x="7852" y="388"/>
                  </a:lnTo>
                  <a:lnTo>
                    <a:pt x="7087" y="571"/>
                  </a:lnTo>
                  <a:lnTo>
                    <a:pt x="6745" y="971"/>
                  </a:lnTo>
                  <a:lnTo>
                    <a:pt x="7019" y="1370"/>
                  </a:lnTo>
                  <a:lnTo>
                    <a:pt x="7224" y="1826"/>
                  </a:lnTo>
                  <a:lnTo>
                    <a:pt x="6939" y="2214"/>
                  </a:lnTo>
                  <a:lnTo>
                    <a:pt x="7053" y="2568"/>
                  </a:lnTo>
                  <a:lnTo>
                    <a:pt x="6916" y="2899"/>
                  </a:lnTo>
                  <a:lnTo>
                    <a:pt x="6197" y="2876"/>
                  </a:lnTo>
                  <a:lnTo>
                    <a:pt x="6619" y="3470"/>
                  </a:lnTo>
                  <a:lnTo>
                    <a:pt x="6197" y="3698"/>
                  </a:lnTo>
                  <a:lnTo>
                    <a:pt x="5980" y="4246"/>
                  </a:lnTo>
                  <a:lnTo>
                    <a:pt x="6140" y="4782"/>
                  </a:lnTo>
                  <a:lnTo>
                    <a:pt x="5889" y="5045"/>
                  </a:lnTo>
                  <a:lnTo>
                    <a:pt x="5592" y="4953"/>
                  </a:lnTo>
                  <a:lnTo>
                    <a:pt x="5022" y="5079"/>
                  </a:lnTo>
                  <a:lnTo>
                    <a:pt x="4999" y="5330"/>
                  </a:lnTo>
                  <a:lnTo>
                    <a:pt x="4428" y="5330"/>
                  </a:lnTo>
                  <a:lnTo>
                    <a:pt x="4097" y="5844"/>
                  </a:lnTo>
                  <a:lnTo>
                    <a:pt x="4212" y="6608"/>
                  </a:lnTo>
                  <a:lnTo>
                    <a:pt x="3264" y="6985"/>
                  </a:lnTo>
                  <a:lnTo>
                    <a:pt x="2728" y="6905"/>
                  </a:lnTo>
                  <a:lnTo>
                    <a:pt x="2602" y="7110"/>
                  </a:lnTo>
                  <a:lnTo>
                    <a:pt x="2123" y="6996"/>
                  </a:lnTo>
                  <a:lnTo>
                    <a:pt x="1370" y="7122"/>
                  </a:lnTo>
                  <a:lnTo>
                    <a:pt x="0" y="6665"/>
                  </a:lnTo>
                  <a:lnTo>
                    <a:pt x="457" y="7133"/>
                  </a:lnTo>
                  <a:lnTo>
                    <a:pt x="856" y="7692"/>
                  </a:lnTo>
                  <a:lnTo>
                    <a:pt x="1655" y="8080"/>
                  </a:lnTo>
                  <a:lnTo>
                    <a:pt x="1804" y="8891"/>
                  </a:lnTo>
                  <a:lnTo>
                    <a:pt x="2192" y="9028"/>
                  </a:lnTo>
                  <a:lnTo>
                    <a:pt x="2317" y="9450"/>
                  </a:lnTo>
                  <a:lnTo>
                    <a:pt x="1256" y="9918"/>
                  </a:lnTo>
                  <a:lnTo>
                    <a:pt x="1085" y="10968"/>
                  </a:lnTo>
                  <a:lnTo>
                    <a:pt x="2169" y="10842"/>
                  </a:lnTo>
                  <a:lnTo>
                    <a:pt x="3447" y="10831"/>
                  </a:lnTo>
                  <a:lnTo>
                    <a:pt x="4851" y="10659"/>
                  </a:lnTo>
                  <a:lnTo>
                    <a:pt x="5558" y="11344"/>
                  </a:lnTo>
                  <a:lnTo>
                    <a:pt x="5855" y="11995"/>
                  </a:lnTo>
                  <a:lnTo>
                    <a:pt x="6448" y="12234"/>
                  </a:lnTo>
                  <a:lnTo>
                    <a:pt x="6905" y="11629"/>
                  </a:lnTo>
                  <a:lnTo>
                    <a:pt x="8617" y="11629"/>
                  </a:lnTo>
                  <a:lnTo>
                    <a:pt x="8366" y="10842"/>
                  </a:lnTo>
                  <a:lnTo>
                    <a:pt x="7863" y="10386"/>
                  </a:lnTo>
                  <a:lnTo>
                    <a:pt x="7681" y="9689"/>
                  </a:lnTo>
                  <a:lnTo>
                    <a:pt x="7110" y="9279"/>
                  </a:lnTo>
                  <a:lnTo>
                    <a:pt x="7806" y="8331"/>
                  </a:lnTo>
                  <a:lnTo>
                    <a:pt x="8719" y="8411"/>
                  </a:lnTo>
                  <a:lnTo>
                    <a:pt x="9358" y="7453"/>
                  </a:lnTo>
                  <a:lnTo>
                    <a:pt x="9667" y="6528"/>
                  </a:lnTo>
                  <a:lnTo>
                    <a:pt x="10214" y="5627"/>
                  </a:lnTo>
                  <a:lnTo>
                    <a:pt x="10077" y="4988"/>
                  </a:lnTo>
                  <a:lnTo>
                    <a:pt x="10602" y="4451"/>
                  </a:lnTo>
                  <a:lnTo>
                    <a:pt x="9895" y="4018"/>
                  </a:lnTo>
                  <a:lnTo>
                    <a:pt x="9473" y="3401"/>
                  </a:lnTo>
                  <a:lnTo>
                    <a:pt x="9016" y="2602"/>
                  </a:lnTo>
                  <a:lnTo>
                    <a:pt x="9290" y="2203"/>
                  </a:lnTo>
                  <a:lnTo>
                    <a:pt x="10500" y="2431"/>
                  </a:lnTo>
                  <a:lnTo>
                    <a:pt x="11321" y="228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9014;p37">
              <a:extLst>
                <a:ext uri="{FF2B5EF4-FFF2-40B4-BE49-F238E27FC236}">
                  <a16:creationId xmlns:a16="http://schemas.microsoft.com/office/drawing/2014/main" xmlns="" id="{885343EB-A6B7-4BE8-873A-94D2CDACA5C7}"/>
                </a:ext>
              </a:extLst>
            </p:cNvPr>
            <p:cNvSpPr/>
            <p:nvPr/>
          </p:nvSpPr>
          <p:spPr>
            <a:xfrm>
              <a:off x="2063775" y="2894125"/>
              <a:ext cx="114150" cy="54250"/>
            </a:xfrm>
            <a:custGeom>
              <a:avLst/>
              <a:gdLst/>
              <a:ahLst/>
              <a:cxnLst/>
              <a:rect l="l" t="t" r="r" b="b"/>
              <a:pathLst>
                <a:path w="4566" h="2170" extrusionOk="0">
                  <a:moveTo>
                    <a:pt x="4508" y="857"/>
                  </a:moveTo>
                  <a:lnTo>
                    <a:pt x="4223" y="594"/>
                  </a:lnTo>
                  <a:lnTo>
                    <a:pt x="3972" y="321"/>
                  </a:lnTo>
                  <a:lnTo>
                    <a:pt x="3618" y="172"/>
                  </a:lnTo>
                  <a:lnTo>
                    <a:pt x="3173" y="138"/>
                  </a:lnTo>
                  <a:lnTo>
                    <a:pt x="3219" y="58"/>
                  </a:lnTo>
                  <a:lnTo>
                    <a:pt x="2774" y="1"/>
                  </a:lnTo>
                  <a:lnTo>
                    <a:pt x="2489" y="263"/>
                  </a:lnTo>
                  <a:lnTo>
                    <a:pt x="1998" y="446"/>
                  </a:lnTo>
                  <a:lnTo>
                    <a:pt x="1633" y="674"/>
                  </a:lnTo>
                  <a:lnTo>
                    <a:pt x="1256" y="754"/>
                  </a:lnTo>
                  <a:lnTo>
                    <a:pt x="1039" y="526"/>
                  </a:lnTo>
                  <a:lnTo>
                    <a:pt x="971" y="594"/>
                  </a:lnTo>
                  <a:lnTo>
                    <a:pt x="640" y="549"/>
                  </a:lnTo>
                  <a:lnTo>
                    <a:pt x="663" y="366"/>
                  </a:lnTo>
                  <a:lnTo>
                    <a:pt x="400" y="35"/>
                  </a:lnTo>
                  <a:lnTo>
                    <a:pt x="81" y="127"/>
                  </a:lnTo>
                  <a:lnTo>
                    <a:pt x="69" y="480"/>
                  </a:lnTo>
                  <a:lnTo>
                    <a:pt x="229" y="629"/>
                  </a:lnTo>
                  <a:lnTo>
                    <a:pt x="115" y="720"/>
                  </a:lnTo>
                  <a:lnTo>
                    <a:pt x="126" y="891"/>
                  </a:lnTo>
                  <a:lnTo>
                    <a:pt x="58" y="1085"/>
                  </a:lnTo>
                  <a:lnTo>
                    <a:pt x="1" y="1256"/>
                  </a:lnTo>
                  <a:lnTo>
                    <a:pt x="81" y="1393"/>
                  </a:lnTo>
                  <a:lnTo>
                    <a:pt x="126" y="1199"/>
                  </a:lnTo>
                  <a:lnTo>
                    <a:pt x="469" y="1199"/>
                  </a:lnTo>
                  <a:lnTo>
                    <a:pt x="663" y="1291"/>
                  </a:lnTo>
                  <a:lnTo>
                    <a:pt x="994" y="1370"/>
                  </a:lnTo>
                  <a:lnTo>
                    <a:pt x="1142" y="1724"/>
                  </a:lnTo>
                  <a:lnTo>
                    <a:pt x="1393" y="1781"/>
                  </a:lnTo>
                  <a:lnTo>
                    <a:pt x="1507" y="1621"/>
                  </a:lnTo>
                  <a:lnTo>
                    <a:pt x="1621" y="2169"/>
                  </a:lnTo>
                  <a:lnTo>
                    <a:pt x="1998" y="2124"/>
                  </a:lnTo>
                  <a:lnTo>
                    <a:pt x="2123" y="1998"/>
                  </a:lnTo>
                  <a:lnTo>
                    <a:pt x="2340" y="1861"/>
                  </a:lnTo>
                  <a:lnTo>
                    <a:pt x="1975" y="1382"/>
                  </a:lnTo>
                  <a:lnTo>
                    <a:pt x="2066" y="1199"/>
                  </a:lnTo>
                  <a:lnTo>
                    <a:pt x="2249" y="1154"/>
                  </a:lnTo>
                  <a:lnTo>
                    <a:pt x="2580" y="925"/>
                  </a:lnTo>
                  <a:lnTo>
                    <a:pt x="2751" y="606"/>
                  </a:lnTo>
                  <a:lnTo>
                    <a:pt x="3105" y="549"/>
                  </a:lnTo>
                  <a:lnTo>
                    <a:pt x="3493" y="811"/>
                  </a:lnTo>
                  <a:lnTo>
                    <a:pt x="3630" y="1108"/>
                  </a:lnTo>
                  <a:lnTo>
                    <a:pt x="3835" y="1165"/>
                  </a:lnTo>
                  <a:lnTo>
                    <a:pt x="3618" y="1405"/>
                  </a:lnTo>
                  <a:lnTo>
                    <a:pt x="3767" y="1907"/>
                  </a:lnTo>
                  <a:lnTo>
                    <a:pt x="4018" y="2169"/>
                  </a:lnTo>
                  <a:lnTo>
                    <a:pt x="4143" y="1724"/>
                  </a:lnTo>
                  <a:lnTo>
                    <a:pt x="4406" y="1793"/>
                  </a:lnTo>
                  <a:lnTo>
                    <a:pt x="4566" y="1519"/>
                  </a:lnTo>
                  <a:lnTo>
                    <a:pt x="4406" y="98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9015;p37">
              <a:extLst>
                <a:ext uri="{FF2B5EF4-FFF2-40B4-BE49-F238E27FC236}">
                  <a16:creationId xmlns:a16="http://schemas.microsoft.com/office/drawing/2014/main" xmlns="" id="{849F292A-7D8C-48E2-87A9-E1D431EFE059}"/>
                </a:ext>
              </a:extLst>
            </p:cNvPr>
            <p:cNvSpPr/>
            <p:nvPr/>
          </p:nvSpPr>
          <p:spPr>
            <a:xfrm>
              <a:off x="2091450" y="3113250"/>
              <a:ext cx="264225" cy="415150"/>
            </a:xfrm>
            <a:custGeom>
              <a:avLst/>
              <a:gdLst/>
              <a:ahLst/>
              <a:cxnLst/>
              <a:rect l="l" t="t" r="r" b="b"/>
              <a:pathLst>
                <a:path w="10569" h="16606" extrusionOk="0">
                  <a:moveTo>
                    <a:pt x="9222" y="3858"/>
                  </a:moveTo>
                  <a:lnTo>
                    <a:pt x="8811" y="3367"/>
                  </a:lnTo>
                  <a:lnTo>
                    <a:pt x="8560" y="3356"/>
                  </a:lnTo>
                  <a:lnTo>
                    <a:pt x="9062" y="2431"/>
                  </a:lnTo>
                  <a:lnTo>
                    <a:pt x="8434" y="1998"/>
                  </a:lnTo>
                  <a:lnTo>
                    <a:pt x="7966" y="2089"/>
                  </a:lnTo>
                  <a:lnTo>
                    <a:pt x="7670" y="1929"/>
                  </a:lnTo>
                  <a:lnTo>
                    <a:pt x="7236" y="2169"/>
                  </a:lnTo>
                  <a:lnTo>
                    <a:pt x="6631" y="2055"/>
                  </a:lnTo>
                  <a:lnTo>
                    <a:pt x="6152" y="1107"/>
                  </a:lnTo>
                  <a:lnTo>
                    <a:pt x="5764" y="856"/>
                  </a:lnTo>
                  <a:lnTo>
                    <a:pt x="5513" y="434"/>
                  </a:lnTo>
                  <a:lnTo>
                    <a:pt x="4976" y="1"/>
                  </a:lnTo>
                  <a:lnTo>
                    <a:pt x="4771" y="92"/>
                  </a:lnTo>
                  <a:lnTo>
                    <a:pt x="4885" y="788"/>
                  </a:lnTo>
                  <a:lnTo>
                    <a:pt x="4634" y="1370"/>
                  </a:lnTo>
                  <a:lnTo>
                    <a:pt x="3778" y="2329"/>
                  </a:lnTo>
                  <a:lnTo>
                    <a:pt x="2831" y="2682"/>
                  </a:lnTo>
                  <a:lnTo>
                    <a:pt x="2352" y="3470"/>
                  </a:lnTo>
                  <a:lnTo>
                    <a:pt x="2226" y="4086"/>
                  </a:lnTo>
                  <a:lnTo>
                    <a:pt x="1781" y="4451"/>
                  </a:lnTo>
                  <a:lnTo>
                    <a:pt x="1427" y="3995"/>
                  </a:lnTo>
                  <a:lnTo>
                    <a:pt x="1096" y="3892"/>
                  </a:lnTo>
                  <a:lnTo>
                    <a:pt x="777" y="3972"/>
                  </a:lnTo>
                  <a:lnTo>
                    <a:pt x="742" y="3641"/>
                  </a:lnTo>
                  <a:lnTo>
                    <a:pt x="959" y="3424"/>
                  </a:lnTo>
                  <a:lnTo>
                    <a:pt x="857" y="3036"/>
                  </a:lnTo>
                  <a:lnTo>
                    <a:pt x="229" y="3607"/>
                  </a:lnTo>
                  <a:lnTo>
                    <a:pt x="1" y="4257"/>
                  </a:lnTo>
                  <a:lnTo>
                    <a:pt x="434" y="5125"/>
                  </a:lnTo>
                  <a:lnTo>
                    <a:pt x="183" y="5524"/>
                  </a:lnTo>
                  <a:lnTo>
                    <a:pt x="777" y="5889"/>
                  </a:lnTo>
                  <a:lnTo>
                    <a:pt x="1416" y="6483"/>
                  </a:lnTo>
                  <a:lnTo>
                    <a:pt x="1701" y="7156"/>
                  </a:lnTo>
                  <a:lnTo>
                    <a:pt x="2043" y="7567"/>
                  </a:lnTo>
                  <a:lnTo>
                    <a:pt x="2899" y="9381"/>
                  </a:lnTo>
                  <a:lnTo>
                    <a:pt x="3778" y="11048"/>
                  </a:lnTo>
                  <a:lnTo>
                    <a:pt x="4554" y="12246"/>
                  </a:lnTo>
                  <a:lnTo>
                    <a:pt x="4440" y="12497"/>
                  </a:lnTo>
                  <a:lnTo>
                    <a:pt x="4839" y="13261"/>
                  </a:lnTo>
                  <a:lnTo>
                    <a:pt x="5490" y="13809"/>
                  </a:lnTo>
                  <a:lnTo>
                    <a:pt x="7019" y="14802"/>
                  </a:lnTo>
                  <a:lnTo>
                    <a:pt x="8674" y="15704"/>
                  </a:lnTo>
                  <a:lnTo>
                    <a:pt x="8777" y="16080"/>
                  </a:lnTo>
                  <a:lnTo>
                    <a:pt x="9621" y="16605"/>
                  </a:lnTo>
                  <a:lnTo>
                    <a:pt x="9998" y="16377"/>
                  </a:lnTo>
                  <a:lnTo>
                    <a:pt x="10180" y="15909"/>
                  </a:lnTo>
                  <a:lnTo>
                    <a:pt x="10568" y="14928"/>
                  </a:lnTo>
                  <a:lnTo>
                    <a:pt x="10180" y="14174"/>
                  </a:lnTo>
                  <a:lnTo>
                    <a:pt x="10329" y="13866"/>
                  </a:lnTo>
                  <a:lnTo>
                    <a:pt x="10157" y="13524"/>
                  </a:lnTo>
                  <a:lnTo>
                    <a:pt x="10431" y="13067"/>
                  </a:lnTo>
                  <a:lnTo>
                    <a:pt x="10386" y="12303"/>
                  </a:lnTo>
                  <a:lnTo>
                    <a:pt x="10374" y="11664"/>
                  </a:lnTo>
                  <a:lnTo>
                    <a:pt x="10534" y="11356"/>
                  </a:lnTo>
                  <a:lnTo>
                    <a:pt x="9747" y="9895"/>
                  </a:lnTo>
                  <a:lnTo>
                    <a:pt x="9324" y="10043"/>
                  </a:lnTo>
                  <a:lnTo>
                    <a:pt x="8948" y="9952"/>
                  </a:lnTo>
                  <a:lnTo>
                    <a:pt x="8914" y="8560"/>
                  </a:lnTo>
                  <a:lnTo>
                    <a:pt x="8286" y="9107"/>
                  </a:lnTo>
                  <a:lnTo>
                    <a:pt x="7590" y="9073"/>
                  </a:lnTo>
                  <a:lnTo>
                    <a:pt x="7270" y="8594"/>
                  </a:lnTo>
                  <a:lnTo>
                    <a:pt x="6734" y="8548"/>
                  </a:lnTo>
                  <a:lnTo>
                    <a:pt x="6882" y="8149"/>
                  </a:lnTo>
                  <a:lnTo>
                    <a:pt x="6414" y="7612"/>
                  </a:lnTo>
                  <a:lnTo>
                    <a:pt x="6038" y="6779"/>
                  </a:lnTo>
                  <a:lnTo>
                    <a:pt x="6255" y="6620"/>
                  </a:lnTo>
                  <a:lnTo>
                    <a:pt x="6243" y="6243"/>
                  </a:lnTo>
                  <a:lnTo>
                    <a:pt x="6711" y="5969"/>
                  </a:lnTo>
                  <a:lnTo>
                    <a:pt x="6608" y="5478"/>
                  </a:lnTo>
                  <a:lnTo>
                    <a:pt x="6791" y="5170"/>
                  </a:lnTo>
                  <a:lnTo>
                    <a:pt x="6848" y="4737"/>
                  </a:lnTo>
                  <a:lnTo>
                    <a:pt x="7738" y="4132"/>
                  </a:lnTo>
                  <a:lnTo>
                    <a:pt x="8389" y="3961"/>
                  </a:lnTo>
                  <a:lnTo>
                    <a:pt x="8491" y="381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9016;p37">
              <a:extLst>
                <a:ext uri="{FF2B5EF4-FFF2-40B4-BE49-F238E27FC236}">
                  <a16:creationId xmlns:a16="http://schemas.microsoft.com/office/drawing/2014/main" xmlns="" id="{650302F7-A02A-422A-9627-F024446601C1}"/>
                </a:ext>
              </a:extLst>
            </p:cNvPr>
            <p:cNvSpPr/>
            <p:nvPr/>
          </p:nvSpPr>
          <p:spPr>
            <a:xfrm>
              <a:off x="6061750" y="2692150"/>
              <a:ext cx="189200" cy="293600"/>
            </a:xfrm>
            <a:custGeom>
              <a:avLst/>
              <a:gdLst/>
              <a:ahLst/>
              <a:cxnLst/>
              <a:rect l="l" t="t" r="r" b="b"/>
              <a:pathLst>
                <a:path w="7568" h="11744" extrusionOk="0">
                  <a:moveTo>
                    <a:pt x="7373" y="9164"/>
                  </a:moveTo>
                  <a:lnTo>
                    <a:pt x="7282" y="8833"/>
                  </a:lnTo>
                  <a:lnTo>
                    <a:pt x="7168" y="8377"/>
                  </a:lnTo>
                  <a:lnTo>
                    <a:pt x="6483" y="7943"/>
                  </a:lnTo>
                  <a:lnTo>
                    <a:pt x="6597" y="8651"/>
                  </a:lnTo>
                  <a:lnTo>
                    <a:pt x="6038" y="8673"/>
                  </a:lnTo>
                  <a:lnTo>
                    <a:pt x="5947" y="9073"/>
                  </a:lnTo>
                  <a:lnTo>
                    <a:pt x="5342" y="9312"/>
                  </a:lnTo>
                  <a:lnTo>
                    <a:pt x="5022" y="8913"/>
                  </a:lnTo>
                  <a:lnTo>
                    <a:pt x="4634" y="9255"/>
                  </a:lnTo>
                  <a:lnTo>
                    <a:pt x="4143" y="9506"/>
                  </a:lnTo>
                  <a:lnTo>
                    <a:pt x="3870" y="10271"/>
                  </a:lnTo>
                  <a:lnTo>
                    <a:pt x="4029" y="10545"/>
                  </a:lnTo>
                  <a:lnTo>
                    <a:pt x="4588" y="10031"/>
                  </a:lnTo>
                  <a:lnTo>
                    <a:pt x="4965" y="10077"/>
                  </a:lnTo>
                  <a:lnTo>
                    <a:pt x="5182" y="9689"/>
                  </a:lnTo>
                  <a:lnTo>
                    <a:pt x="5730" y="10111"/>
                  </a:lnTo>
                  <a:lnTo>
                    <a:pt x="5513" y="10556"/>
                  </a:lnTo>
                  <a:lnTo>
                    <a:pt x="5787" y="11218"/>
                  </a:lnTo>
                  <a:lnTo>
                    <a:pt x="6757" y="11743"/>
                  </a:lnTo>
                  <a:lnTo>
                    <a:pt x="6951" y="11310"/>
                  </a:lnTo>
                  <a:lnTo>
                    <a:pt x="6654" y="10648"/>
                  </a:lnTo>
                  <a:lnTo>
                    <a:pt x="6996" y="10180"/>
                  </a:lnTo>
                  <a:lnTo>
                    <a:pt x="7350" y="11093"/>
                  </a:lnTo>
                  <a:lnTo>
                    <a:pt x="7567" y="10271"/>
                  </a:lnTo>
                  <a:lnTo>
                    <a:pt x="7487" y="9769"/>
                  </a:lnTo>
                  <a:close/>
                  <a:moveTo>
                    <a:pt x="5296" y="7475"/>
                  </a:moveTo>
                  <a:lnTo>
                    <a:pt x="5296" y="6608"/>
                  </a:lnTo>
                  <a:lnTo>
                    <a:pt x="4782" y="7475"/>
                  </a:lnTo>
                  <a:lnTo>
                    <a:pt x="4862" y="6882"/>
                  </a:lnTo>
                  <a:lnTo>
                    <a:pt x="4429" y="6916"/>
                  </a:lnTo>
                  <a:lnTo>
                    <a:pt x="4383" y="7487"/>
                  </a:lnTo>
                  <a:lnTo>
                    <a:pt x="4212" y="7749"/>
                  </a:lnTo>
                  <a:lnTo>
                    <a:pt x="4075" y="7989"/>
                  </a:lnTo>
                  <a:lnTo>
                    <a:pt x="4611" y="8616"/>
                  </a:lnTo>
                  <a:lnTo>
                    <a:pt x="4840" y="8342"/>
                  </a:lnTo>
                  <a:lnTo>
                    <a:pt x="5045" y="7772"/>
                  </a:lnTo>
                  <a:close/>
                  <a:moveTo>
                    <a:pt x="1005" y="8342"/>
                  </a:moveTo>
                  <a:lnTo>
                    <a:pt x="1382" y="7715"/>
                  </a:lnTo>
                  <a:lnTo>
                    <a:pt x="1861" y="7224"/>
                  </a:lnTo>
                  <a:lnTo>
                    <a:pt x="1644" y="6482"/>
                  </a:lnTo>
                  <a:lnTo>
                    <a:pt x="1302" y="7372"/>
                  </a:lnTo>
                  <a:lnTo>
                    <a:pt x="891" y="8000"/>
                  </a:lnTo>
                  <a:lnTo>
                    <a:pt x="355" y="8571"/>
                  </a:lnTo>
                  <a:lnTo>
                    <a:pt x="1" y="9198"/>
                  </a:lnTo>
                  <a:close/>
                  <a:moveTo>
                    <a:pt x="3493" y="6003"/>
                  </a:moveTo>
                  <a:lnTo>
                    <a:pt x="3664" y="6437"/>
                  </a:lnTo>
                  <a:lnTo>
                    <a:pt x="3641" y="6905"/>
                  </a:lnTo>
                  <a:lnTo>
                    <a:pt x="3721" y="7315"/>
                  </a:lnTo>
                  <a:lnTo>
                    <a:pt x="4189" y="7053"/>
                  </a:lnTo>
                  <a:lnTo>
                    <a:pt x="4531" y="6665"/>
                  </a:lnTo>
                  <a:lnTo>
                    <a:pt x="4497" y="6288"/>
                  </a:lnTo>
                  <a:lnTo>
                    <a:pt x="3984" y="6288"/>
                  </a:lnTo>
                  <a:close/>
                  <a:moveTo>
                    <a:pt x="6346" y="5763"/>
                  </a:moveTo>
                  <a:lnTo>
                    <a:pt x="6083" y="5421"/>
                  </a:lnTo>
                  <a:lnTo>
                    <a:pt x="5319" y="5410"/>
                  </a:lnTo>
                  <a:lnTo>
                    <a:pt x="5889" y="6094"/>
                  </a:lnTo>
                  <a:lnTo>
                    <a:pt x="5924" y="6437"/>
                  </a:lnTo>
                  <a:lnTo>
                    <a:pt x="5456" y="6368"/>
                  </a:lnTo>
                  <a:lnTo>
                    <a:pt x="5627" y="6916"/>
                  </a:lnTo>
                  <a:lnTo>
                    <a:pt x="5867" y="6962"/>
                  </a:lnTo>
                  <a:lnTo>
                    <a:pt x="5969" y="7601"/>
                  </a:lnTo>
                  <a:lnTo>
                    <a:pt x="6323" y="7407"/>
                  </a:lnTo>
                  <a:lnTo>
                    <a:pt x="6083" y="6836"/>
                  </a:lnTo>
                  <a:lnTo>
                    <a:pt x="6026" y="6539"/>
                  </a:lnTo>
                  <a:lnTo>
                    <a:pt x="6665" y="6779"/>
                  </a:lnTo>
                  <a:close/>
                  <a:moveTo>
                    <a:pt x="3071" y="4942"/>
                  </a:moveTo>
                  <a:lnTo>
                    <a:pt x="2763" y="4611"/>
                  </a:lnTo>
                  <a:lnTo>
                    <a:pt x="2078" y="4576"/>
                  </a:lnTo>
                  <a:lnTo>
                    <a:pt x="2557" y="5261"/>
                  </a:lnTo>
                  <a:lnTo>
                    <a:pt x="2957" y="5718"/>
                  </a:lnTo>
                  <a:close/>
                  <a:moveTo>
                    <a:pt x="2158" y="0"/>
                  </a:moveTo>
                  <a:lnTo>
                    <a:pt x="1690" y="0"/>
                  </a:lnTo>
                  <a:lnTo>
                    <a:pt x="1564" y="833"/>
                  </a:lnTo>
                  <a:lnTo>
                    <a:pt x="1713" y="2237"/>
                  </a:lnTo>
                  <a:lnTo>
                    <a:pt x="1347" y="1952"/>
                  </a:lnTo>
                  <a:lnTo>
                    <a:pt x="1519" y="2808"/>
                  </a:lnTo>
                  <a:lnTo>
                    <a:pt x="1690" y="3207"/>
                  </a:lnTo>
                  <a:lnTo>
                    <a:pt x="2158" y="3743"/>
                  </a:lnTo>
                  <a:lnTo>
                    <a:pt x="2215" y="3412"/>
                  </a:lnTo>
                  <a:lnTo>
                    <a:pt x="2477" y="3606"/>
                  </a:lnTo>
                  <a:lnTo>
                    <a:pt x="2260" y="3846"/>
                  </a:lnTo>
                  <a:lnTo>
                    <a:pt x="2272" y="4223"/>
                  </a:lnTo>
                  <a:lnTo>
                    <a:pt x="2694" y="4417"/>
                  </a:lnTo>
                  <a:lnTo>
                    <a:pt x="3402" y="4291"/>
                  </a:lnTo>
                  <a:lnTo>
                    <a:pt x="3972" y="4839"/>
                  </a:lnTo>
                  <a:lnTo>
                    <a:pt x="4132" y="4497"/>
                  </a:lnTo>
                  <a:lnTo>
                    <a:pt x="4486" y="4976"/>
                  </a:lnTo>
                  <a:lnTo>
                    <a:pt x="5170" y="5421"/>
                  </a:lnTo>
                  <a:lnTo>
                    <a:pt x="5205" y="5010"/>
                  </a:lnTo>
                  <a:lnTo>
                    <a:pt x="4919" y="4782"/>
                  </a:lnTo>
                  <a:lnTo>
                    <a:pt x="4931" y="4291"/>
                  </a:lnTo>
                  <a:lnTo>
                    <a:pt x="3858" y="3778"/>
                  </a:lnTo>
                  <a:lnTo>
                    <a:pt x="3527" y="3892"/>
                  </a:lnTo>
                  <a:lnTo>
                    <a:pt x="3093" y="3800"/>
                  </a:lnTo>
                  <a:lnTo>
                    <a:pt x="2808" y="3070"/>
                  </a:lnTo>
                  <a:lnTo>
                    <a:pt x="2820" y="2340"/>
                  </a:lnTo>
                  <a:lnTo>
                    <a:pt x="3242" y="2043"/>
                  </a:lnTo>
                  <a:lnTo>
                    <a:pt x="3333" y="1278"/>
                  </a:lnTo>
                  <a:lnTo>
                    <a:pt x="2945" y="628"/>
                  </a:lnTo>
                  <a:lnTo>
                    <a:pt x="3002" y="251"/>
                  </a:lnTo>
                  <a:lnTo>
                    <a:pt x="2899" y="23"/>
                  </a:lnTo>
                  <a:lnTo>
                    <a:pt x="2683" y="25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9017;p37">
              <a:extLst>
                <a:ext uri="{FF2B5EF4-FFF2-40B4-BE49-F238E27FC236}">
                  <a16:creationId xmlns:a16="http://schemas.microsoft.com/office/drawing/2014/main" xmlns="" id="{01C52D69-0BF5-47A5-AA09-16C22604991F}"/>
                </a:ext>
              </a:extLst>
            </p:cNvPr>
            <p:cNvSpPr/>
            <p:nvPr/>
          </p:nvSpPr>
          <p:spPr>
            <a:xfrm>
              <a:off x="6537350" y="3168875"/>
              <a:ext cx="304175" cy="184900"/>
            </a:xfrm>
            <a:custGeom>
              <a:avLst/>
              <a:gdLst/>
              <a:ahLst/>
              <a:cxnLst/>
              <a:rect l="l" t="t" r="r" b="b"/>
              <a:pathLst>
                <a:path w="12167" h="7396" extrusionOk="0">
                  <a:moveTo>
                    <a:pt x="12041" y="3927"/>
                  </a:moveTo>
                  <a:lnTo>
                    <a:pt x="12166" y="3676"/>
                  </a:lnTo>
                  <a:lnTo>
                    <a:pt x="11824" y="3356"/>
                  </a:lnTo>
                  <a:lnTo>
                    <a:pt x="11470" y="2785"/>
                  </a:lnTo>
                  <a:lnTo>
                    <a:pt x="11242" y="2569"/>
                  </a:lnTo>
                  <a:lnTo>
                    <a:pt x="11173" y="2306"/>
                  </a:lnTo>
                  <a:lnTo>
                    <a:pt x="11059" y="2397"/>
                  </a:lnTo>
                  <a:lnTo>
                    <a:pt x="11185" y="3082"/>
                  </a:lnTo>
                  <a:lnTo>
                    <a:pt x="11493" y="3653"/>
                  </a:lnTo>
                  <a:lnTo>
                    <a:pt x="11813" y="4018"/>
                  </a:lnTo>
                  <a:close/>
                  <a:moveTo>
                    <a:pt x="9017" y="2706"/>
                  </a:moveTo>
                  <a:lnTo>
                    <a:pt x="9313" y="2146"/>
                  </a:lnTo>
                  <a:lnTo>
                    <a:pt x="9370" y="1644"/>
                  </a:lnTo>
                  <a:lnTo>
                    <a:pt x="9211" y="1507"/>
                  </a:lnTo>
                  <a:lnTo>
                    <a:pt x="8731" y="1519"/>
                  </a:lnTo>
                  <a:lnTo>
                    <a:pt x="8788" y="2044"/>
                  </a:lnTo>
                  <a:lnTo>
                    <a:pt x="8320" y="2375"/>
                  </a:lnTo>
                  <a:lnTo>
                    <a:pt x="8069" y="2683"/>
                  </a:lnTo>
                  <a:lnTo>
                    <a:pt x="7613" y="2763"/>
                  </a:lnTo>
                  <a:lnTo>
                    <a:pt x="7556" y="2272"/>
                  </a:lnTo>
                  <a:lnTo>
                    <a:pt x="7442" y="2283"/>
                  </a:lnTo>
                  <a:lnTo>
                    <a:pt x="7305" y="2728"/>
                  </a:lnTo>
                  <a:lnTo>
                    <a:pt x="6860" y="2797"/>
                  </a:lnTo>
                  <a:lnTo>
                    <a:pt x="6152" y="2671"/>
                  </a:lnTo>
                  <a:lnTo>
                    <a:pt x="6061" y="2945"/>
                  </a:lnTo>
                  <a:lnTo>
                    <a:pt x="6506" y="3196"/>
                  </a:lnTo>
                  <a:lnTo>
                    <a:pt x="7145" y="3470"/>
                  </a:lnTo>
                  <a:lnTo>
                    <a:pt x="7556" y="3470"/>
                  </a:lnTo>
                  <a:lnTo>
                    <a:pt x="7989" y="3253"/>
                  </a:lnTo>
                  <a:lnTo>
                    <a:pt x="8446" y="3025"/>
                  </a:lnTo>
                  <a:lnTo>
                    <a:pt x="8583" y="2774"/>
                  </a:lnTo>
                  <a:close/>
                  <a:moveTo>
                    <a:pt x="5045" y="4440"/>
                  </a:moveTo>
                  <a:lnTo>
                    <a:pt x="4920" y="3824"/>
                  </a:lnTo>
                  <a:lnTo>
                    <a:pt x="5661" y="3733"/>
                  </a:lnTo>
                  <a:lnTo>
                    <a:pt x="5502" y="3253"/>
                  </a:lnTo>
                  <a:lnTo>
                    <a:pt x="4212" y="2683"/>
                  </a:lnTo>
                  <a:lnTo>
                    <a:pt x="4121" y="2158"/>
                  </a:lnTo>
                  <a:lnTo>
                    <a:pt x="3710" y="1701"/>
                  </a:lnTo>
                  <a:lnTo>
                    <a:pt x="3185" y="1233"/>
                  </a:lnTo>
                  <a:lnTo>
                    <a:pt x="1724" y="720"/>
                  </a:lnTo>
                  <a:lnTo>
                    <a:pt x="355" y="92"/>
                  </a:lnTo>
                  <a:lnTo>
                    <a:pt x="218" y="3048"/>
                  </a:lnTo>
                  <a:lnTo>
                    <a:pt x="1" y="6015"/>
                  </a:lnTo>
                  <a:lnTo>
                    <a:pt x="811" y="6038"/>
                  </a:lnTo>
                  <a:lnTo>
                    <a:pt x="1256" y="6198"/>
                  </a:lnTo>
                  <a:lnTo>
                    <a:pt x="1907" y="5878"/>
                  </a:lnTo>
                  <a:lnTo>
                    <a:pt x="1873" y="5216"/>
                  </a:lnTo>
                  <a:lnTo>
                    <a:pt x="2386" y="4908"/>
                  </a:lnTo>
                  <a:lnTo>
                    <a:pt x="3082" y="4657"/>
                  </a:lnTo>
                  <a:lnTo>
                    <a:pt x="4075" y="5056"/>
                  </a:lnTo>
                  <a:lnTo>
                    <a:pt x="4417" y="5855"/>
                  </a:lnTo>
                  <a:lnTo>
                    <a:pt x="4840" y="6357"/>
                  </a:lnTo>
                  <a:lnTo>
                    <a:pt x="5387" y="6928"/>
                  </a:lnTo>
                  <a:lnTo>
                    <a:pt x="6175" y="7065"/>
                  </a:lnTo>
                  <a:lnTo>
                    <a:pt x="6860" y="7168"/>
                  </a:lnTo>
                  <a:lnTo>
                    <a:pt x="7019" y="7396"/>
                  </a:lnTo>
                  <a:lnTo>
                    <a:pt x="7556" y="7339"/>
                  </a:lnTo>
                  <a:lnTo>
                    <a:pt x="7670" y="7076"/>
                  </a:lnTo>
                  <a:lnTo>
                    <a:pt x="6871" y="6700"/>
                  </a:lnTo>
                  <a:lnTo>
                    <a:pt x="7134" y="6529"/>
                  </a:lnTo>
                  <a:lnTo>
                    <a:pt x="6529" y="6369"/>
                  </a:lnTo>
                  <a:lnTo>
                    <a:pt x="6609" y="5969"/>
                  </a:lnTo>
                  <a:lnTo>
                    <a:pt x="6152" y="5992"/>
                  </a:lnTo>
                  <a:lnTo>
                    <a:pt x="5718" y="5022"/>
                  </a:lnTo>
                  <a:close/>
                  <a:moveTo>
                    <a:pt x="9998" y="1815"/>
                  </a:moveTo>
                  <a:lnTo>
                    <a:pt x="9930" y="1348"/>
                  </a:lnTo>
                  <a:lnTo>
                    <a:pt x="9644" y="1051"/>
                  </a:lnTo>
                  <a:lnTo>
                    <a:pt x="9348" y="674"/>
                  </a:lnTo>
                  <a:lnTo>
                    <a:pt x="9017" y="457"/>
                  </a:lnTo>
                  <a:lnTo>
                    <a:pt x="8743" y="263"/>
                  </a:lnTo>
                  <a:lnTo>
                    <a:pt x="8332" y="1"/>
                  </a:lnTo>
                  <a:lnTo>
                    <a:pt x="8104" y="218"/>
                  </a:lnTo>
                  <a:lnTo>
                    <a:pt x="8663" y="492"/>
                  </a:lnTo>
                  <a:lnTo>
                    <a:pt x="9096" y="880"/>
                  </a:lnTo>
                  <a:lnTo>
                    <a:pt x="9439" y="1176"/>
                  </a:lnTo>
                  <a:lnTo>
                    <a:pt x="9610" y="1519"/>
                  </a:lnTo>
                  <a:lnTo>
                    <a:pt x="9724" y="205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9018;p37">
              <a:extLst>
                <a:ext uri="{FF2B5EF4-FFF2-40B4-BE49-F238E27FC236}">
                  <a16:creationId xmlns:a16="http://schemas.microsoft.com/office/drawing/2014/main" xmlns="" id="{DABE20D1-313C-4531-BBBD-517010CC1C83}"/>
                </a:ext>
              </a:extLst>
            </p:cNvPr>
            <p:cNvSpPr/>
            <p:nvPr/>
          </p:nvSpPr>
          <p:spPr>
            <a:xfrm>
              <a:off x="3959925" y="1876450"/>
              <a:ext cx="177200" cy="127000"/>
            </a:xfrm>
            <a:custGeom>
              <a:avLst/>
              <a:gdLst/>
              <a:ahLst/>
              <a:cxnLst/>
              <a:rect l="l" t="t" r="r" b="b"/>
              <a:pathLst>
                <a:path w="7088" h="5080" extrusionOk="0">
                  <a:moveTo>
                    <a:pt x="3686" y="377"/>
                  </a:moveTo>
                  <a:lnTo>
                    <a:pt x="3024" y="366"/>
                  </a:lnTo>
                  <a:lnTo>
                    <a:pt x="2956" y="161"/>
                  </a:lnTo>
                  <a:lnTo>
                    <a:pt x="2271" y="1"/>
                  </a:lnTo>
                  <a:lnTo>
                    <a:pt x="1461" y="309"/>
                  </a:lnTo>
                  <a:lnTo>
                    <a:pt x="445" y="708"/>
                  </a:lnTo>
                  <a:lnTo>
                    <a:pt x="0" y="948"/>
                  </a:lnTo>
                  <a:lnTo>
                    <a:pt x="206" y="1393"/>
                  </a:lnTo>
                  <a:lnTo>
                    <a:pt x="34" y="1621"/>
                  </a:lnTo>
                  <a:lnTo>
                    <a:pt x="320" y="1929"/>
                  </a:lnTo>
                  <a:lnTo>
                    <a:pt x="514" y="2397"/>
                  </a:lnTo>
                  <a:lnTo>
                    <a:pt x="502" y="2705"/>
                  </a:lnTo>
                  <a:lnTo>
                    <a:pt x="833" y="3253"/>
                  </a:lnTo>
                  <a:lnTo>
                    <a:pt x="1176" y="3527"/>
                  </a:lnTo>
                  <a:lnTo>
                    <a:pt x="1701" y="3618"/>
                  </a:lnTo>
                  <a:lnTo>
                    <a:pt x="1689" y="3858"/>
                  </a:lnTo>
                  <a:lnTo>
                    <a:pt x="2066" y="4029"/>
                  </a:lnTo>
                  <a:lnTo>
                    <a:pt x="2157" y="3812"/>
                  </a:lnTo>
                  <a:lnTo>
                    <a:pt x="2636" y="3892"/>
                  </a:lnTo>
                  <a:lnTo>
                    <a:pt x="2739" y="4178"/>
                  </a:lnTo>
                  <a:lnTo>
                    <a:pt x="3253" y="4223"/>
                  </a:lnTo>
                  <a:lnTo>
                    <a:pt x="3629" y="4668"/>
                  </a:lnTo>
                  <a:lnTo>
                    <a:pt x="3663" y="4725"/>
                  </a:lnTo>
                  <a:lnTo>
                    <a:pt x="3937" y="4600"/>
                  </a:lnTo>
                  <a:lnTo>
                    <a:pt x="4325" y="4908"/>
                  </a:lnTo>
                  <a:lnTo>
                    <a:pt x="4725" y="4725"/>
                  </a:lnTo>
                  <a:lnTo>
                    <a:pt x="5067" y="4805"/>
                  </a:lnTo>
                  <a:lnTo>
                    <a:pt x="5546" y="4691"/>
                  </a:lnTo>
                  <a:lnTo>
                    <a:pt x="6254" y="5022"/>
                  </a:lnTo>
                  <a:lnTo>
                    <a:pt x="6402" y="5079"/>
                  </a:lnTo>
                  <a:lnTo>
                    <a:pt x="6174" y="4680"/>
                  </a:lnTo>
                  <a:lnTo>
                    <a:pt x="6722" y="3949"/>
                  </a:lnTo>
                  <a:lnTo>
                    <a:pt x="7053" y="3858"/>
                  </a:lnTo>
                  <a:lnTo>
                    <a:pt x="7087" y="3596"/>
                  </a:lnTo>
                  <a:lnTo>
                    <a:pt x="6653" y="2842"/>
                  </a:lnTo>
                  <a:lnTo>
                    <a:pt x="6574" y="2454"/>
                  </a:lnTo>
                  <a:lnTo>
                    <a:pt x="6311" y="2044"/>
                  </a:lnTo>
                  <a:lnTo>
                    <a:pt x="6688" y="1872"/>
                  </a:lnTo>
                  <a:lnTo>
                    <a:pt x="6653" y="1530"/>
                  </a:lnTo>
                  <a:lnTo>
                    <a:pt x="6402" y="1199"/>
                  </a:lnTo>
                  <a:lnTo>
                    <a:pt x="6322" y="811"/>
                  </a:lnTo>
                  <a:lnTo>
                    <a:pt x="6117" y="549"/>
                  </a:lnTo>
                  <a:lnTo>
                    <a:pt x="5763" y="457"/>
                  </a:lnTo>
                  <a:lnTo>
                    <a:pt x="4519" y="46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9019;p37">
              <a:extLst>
                <a:ext uri="{FF2B5EF4-FFF2-40B4-BE49-F238E27FC236}">
                  <a16:creationId xmlns:a16="http://schemas.microsoft.com/office/drawing/2014/main" xmlns="" id="{03B41654-E596-48D5-AD68-9D02B334EEAF}"/>
                </a:ext>
              </a:extLst>
            </p:cNvPr>
            <p:cNvSpPr/>
            <p:nvPr/>
          </p:nvSpPr>
          <p:spPr>
            <a:xfrm>
              <a:off x="6017825" y="2136950"/>
              <a:ext cx="90750" cy="119275"/>
            </a:xfrm>
            <a:custGeom>
              <a:avLst/>
              <a:gdLst/>
              <a:ahLst/>
              <a:cxnLst/>
              <a:rect l="l" t="t" r="r" b="b"/>
              <a:pathLst>
                <a:path w="3630" h="4771" extrusionOk="0">
                  <a:moveTo>
                    <a:pt x="3435" y="514"/>
                  </a:moveTo>
                  <a:lnTo>
                    <a:pt x="3435" y="514"/>
                  </a:lnTo>
                  <a:lnTo>
                    <a:pt x="2648" y="0"/>
                  </a:lnTo>
                  <a:lnTo>
                    <a:pt x="2659" y="502"/>
                  </a:lnTo>
                  <a:lnTo>
                    <a:pt x="1769" y="867"/>
                  </a:lnTo>
                  <a:lnTo>
                    <a:pt x="2146" y="1335"/>
                  </a:lnTo>
                  <a:lnTo>
                    <a:pt x="1495" y="1312"/>
                  </a:lnTo>
                  <a:lnTo>
                    <a:pt x="982" y="1027"/>
                  </a:lnTo>
                  <a:lnTo>
                    <a:pt x="833" y="1655"/>
                  </a:lnTo>
                  <a:lnTo>
                    <a:pt x="297" y="2134"/>
                  </a:lnTo>
                  <a:lnTo>
                    <a:pt x="0" y="2705"/>
                  </a:lnTo>
                  <a:lnTo>
                    <a:pt x="468" y="2944"/>
                  </a:lnTo>
                  <a:lnTo>
                    <a:pt x="948" y="3047"/>
                  </a:lnTo>
                  <a:lnTo>
                    <a:pt x="1062" y="3195"/>
                  </a:lnTo>
                  <a:lnTo>
                    <a:pt x="1119" y="3686"/>
                  </a:lnTo>
                  <a:lnTo>
                    <a:pt x="1278" y="3857"/>
                  </a:lnTo>
                  <a:lnTo>
                    <a:pt x="1153" y="3960"/>
                  </a:lnTo>
                  <a:lnTo>
                    <a:pt x="1142" y="4371"/>
                  </a:lnTo>
                  <a:lnTo>
                    <a:pt x="1404" y="4519"/>
                  </a:lnTo>
                  <a:lnTo>
                    <a:pt x="1632" y="4599"/>
                  </a:lnTo>
                  <a:lnTo>
                    <a:pt x="1746" y="4770"/>
                  </a:lnTo>
                  <a:lnTo>
                    <a:pt x="1940" y="4702"/>
                  </a:lnTo>
                  <a:lnTo>
                    <a:pt x="1940" y="4519"/>
                  </a:lnTo>
                  <a:lnTo>
                    <a:pt x="2374" y="4702"/>
                  </a:lnTo>
                  <a:lnTo>
                    <a:pt x="2397" y="4622"/>
                  </a:lnTo>
                  <a:lnTo>
                    <a:pt x="2739" y="4645"/>
                  </a:lnTo>
                  <a:lnTo>
                    <a:pt x="2831" y="4234"/>
                  </a:lnTo>
                  <a:lnTo>
                    <a:pt x="3333" y="4188"/>
                  </a:lnTo>
                  <a:lnTo>
                    <a:pt x="3629" y="4131"/>
                  </a:lnTo>
                  <a:lnTo>
                    <a:pt x="3618" y="3903"/>
                  </a:lnTo>
                  <a:lnTo>
                    <a:pt x="3002" y="3504"/>
                  </a:lnTo>
                  <a:lnTo>
                    <a:pt x="2637" y="3367"/>
                  </a:lnTo>
                  <a:lnTo>
                    <a:pt x="2659" y="3264"/>
                  </a:lnTo>
                  <a:lnTo>
                    <a:pt x="2488" y="2865"/>
                  </a:lnTo>
                  <a:lnTo>
                    <a:pt x="2682" y="2625"/>
                  </a:lnTo>
                  <a:lnTo>
                    <a:pt x="3093" y="2477"/>
                  </a:lnTo>
                  <a:lnTo>
                    <a:pt x="3230" y="2203"/>
                  </a:lnTo>
                  <a:lnTo>
                    <a:pt x="3276" y="2054"/>
                  </a:lnTo>
                  <a:lnTo>
                    <a:pt x="3549" y="1849"/>
                  </a:lnTo>
                  <a:lnTo>
                    <a:pt x="3150" y="1210"/>
                  </a:lnTo>
                  <a:lnTo>
                    <a:pt x="3196" y="913"/>
                  </a:lnTo>
                  <a:lnTo>
                    <a:pt x="3321" y="628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9020;p37">
              <a:extLst>
                <a:ext uri="{FF2B5EF4-FFF2-40B4-BE49-F238E27FC236}">
                  <a16:creationId xmlns:a16="http://schemas.microsoft.com/office/drawing/2014/main" xmlns="" id="{2B864325-A08E-4DB2-9D48-99C42D03D64E}"/>
                </a:ext>
              </a:extLst>
            </p:cNvPr>
            <p:cNvSpPr/>
            <p:nvPr/>
          </p:nvSpPr>
          <p:spPr>
            <a:xfrm>
              <a:off x="3544225" y="2152350"/>
              <a:ext cx="59950" cy="123275"/>
            </a:xfrm>
            <a:custGeom>
              <a:avLst/>
              <a:gdLst/>
              <a:ahLst/>
              <a:cxnLst/>
              <a:rect l="l" t="t" r="r" b="b"/>
              <a:pathLst>
                <a:path w="2398" h="4931" extrusionOk="0">
                  <a:moveTo>
                    <a:pt x="1507" y="4691"/>
                  </a:moveTo>
                  <a:lnTo>
                    <a:pt x="1450" y="4383"/>
                  </a:lnTo>
                  <a:lnTo>
                    <a:pt x="1735" y="4029"/>
                  </a:lnTo>
                  <a:lnTo>
                    <a:pt x="1849" y="3789"/>
                  </a:lnTo>
                  <a:lnTo>
                    <a:pt x="1598" y="3515"/>
                  </a:lnTo>
                  <a:lnTo>
                    <a:pt x="1826" y="2899"/>
                  </a:lnTo>
                  <a:lnTo>
                    <a:pt x="1541" y="2363"/>
                  </a:lnTo>
                  <a:lnTo>
                    <a:pt x="1849" y="2294"/>
                  </a:lnTo>
                  <a:lnTo>
                    <a:pt x="1895" y="1861"/>
                  </a:lnTo>
                  <a:lnTo>
                    <a:pt x="2021" y="1735"/>
                  </a:lnTo>
                  <a:lnTo>
                    <a:pt x="2055" y="1039"/>
                  </a:lnTo>
                  <a:lnTo>
                    <a:pt x="2397" y="799"/>
                  </a:lnTo>
                  <a:lnTo>
                    <a:pt x="2203" y="354"/>
                  </a:lnTo>
                  <a:lnTo>
                    <a:pt x="1781" y="320"/>
                  </a:lnTo>
                  <a:lnTo>
                    <a:pt x="1655" y="434"/>
                  </a:lnTo>
                  <a:lnTo>
                    <a:pt x="1222" y="434"/>
                  </a:lnTo>
                  <a:lnTo>
                    <a:pt x="1050" y="0"/>
                  </a:lnTo>
                  <a:lnTo>
                    <a:pt x="754" y="126"/>
                  </a:lnTo>
                  <a:lnTo>
                    <a:pt x="480" y="354"/>
                  </a:lnTo>
                  <a:lnTo>
                    <a:pt x="491" y="651"/>
                  </a:lnTo>
                  <a:lnTo>
                    <a:pt x="628" y="970"/>
                  </a:lnTo>
                  <a:lnTo>
                    <a:pt x="640" y="1347"/>
                  </a:lnTo>
                  <a:lnTo>
                    <a:pt x="457" y="1895"/>
                  </a:lnTo>
                  <a:lnTo>
                    <a:pt x="400" y="2249"/>
                  </a:lnTo>
                  <a:lnTo>
                    <a:pt x="80" y="2579"/>
                  </a:lnTo>
                  <a:lnTo>
                    <a:pt x="1" y="3173"/>
                  </a:lnTo>
                  <a:lnTo>
                    <a:pt x="172" y="3515"/>
                  </a:lnTo>
                  <a:lnTo>
                    <a:pt x="491" y="3607"/>
                  </a:lnTo>
                  <a:lnTo>
                    <a:pt x="548" y="4177"/>
                  </a:lnTo>
                  <a:lnTo>
                    <a:pt x="411" y="4908"/>
                  </a:lnTo>
                  <a:lnTo>
                    <a:pt x="811" y="4805"/>
                  </a:lnTo>
                  <a:lnTo>
                    <a:pt x="1199" y="493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9021;p37">
              <a:extLst>
                <a:ext uri="{FF2B5EF4-FFF2-40B4-BE49-F238E27FC236}">
                  <a16:creationId xmlns:a16="http://schemas.microsoft.com/office/drawing/2014/main" xmlns="" id="{7E84D9DA-D989-476B-A65B-BEF75092CDE1}"/>
                </a:ext>
              </a:extLst>
            </p:cNvPr>
            <p:cNvSpPr/>
            <p:nvPr/>
          </p:nvSpPr>
          <p:spPr>
            <a:xfrm>
              <a:off x="2492025" y="3550900"/>
              <a:ext cx="169500" cy="186625"/>
            </a:xfrm>
            <a:custGeom>
              <a:avLst/>
              <a:gdLst/>
              <a:ahLst/>
              <a:cxnLst/>
              <a:rect l="l" t="t" r="r" b="b"/>
              <a:pathLst>
                <a:path w="6780" h="7465" extrusionOk="0">
                  <a:moveTo>
                    <a:pt x="3378" y="754"/>
                  </a:moveTo>
                  <a:lnTo>
                    <a:pt x="3344" y="492"/>
                  </a:lnTo>
                  <a:lnTo>
                    <a:pt x="2568" y="12"/>
                  </a:lnTo>
                  <a:lnTo>
                    <a:pt x="1838" y="1"/>
                  </a:lnTo>
                  <a:lnTo>
                    <a:pt x="491" y="275"/>
                  </a:lnTo>
                  <a:lnTo>
                    <a:pt x="183" y="1074"/>
                  </a:lnTo>
                  <a:lnTo>
                    <a:pt x="217" y="1553"/>
                  </a:lnTo>
                  <a:lnTo>
                    <a:pt x="0" y="2637"/>
                  </a:lnTo>
                  <a:lnTo>
                    <a:pt x="1598" y="4121"/>
                  </a:lnTo>
                  <a:lnTo>
                    <a:pt x="2260" y="4269"/>
                  </a:lnTo>
                  <a:lnTo>
                    <a:pt x="3287" y="4942"/>
                  </a:lnTo>
                  <a:lnTo>
                    <a:pt x="4120" y="5296"/>
                  </a:lnTo>
                  <a:lnTo>
                    <a:pt x="4280" y="5695"/>
                  </a:lnTo>
                  <a:lnTo>
                    <a:pt x="3686" y="7065"/>
                  </a:lnTo>
                  <a:lnTo>
                    <a:pt x="4497" y="7316"/>
                  </a:lnTo>
                  <a:lnTo>
                    <a:pt x="5376" y="7464"/>
                  </a:lnTo>
                  <a:lnTo>
                    <a:pt x="5980" y="7305"/>
                  </a:lnTo>
                  <a:lnTo>
                    <a:pt x="6597" y="6620"/>
                  </a:lnTo>
                  <a:lnTo>
                    <a:pt x="6631" y="5810"/>
                  </a:lnTo>
                  <a:lnTo>
                    <a:pt x="6734" y="5296"/>
                  </a:lnTo>
                  <a:lnTo>
                    <a:pt x="6779" y="4748"/>
                  </a:lnTo>
                  <a:lnTo>
                    <a:pt x="6734" y="4258"/>
                  </a:lnTo>
                  <a:lnTo>
                    <a:pt x="6437" y="4086"/>
                  </a:lnTo>
                  <a:lnTo>
                    <a:pt x="6152" y="4235"/>
                  </a:lnTo>
                  <a:lnTo>
                    <a:pt x="5866" y="4200"/>
                  </a:lnTo>
                  <a:lnTo>
                    <a:pt x="5741" y="3835"/>
                  </a:lnTo>
                  <a:lnTo>
                    <a:pt x="5592" y="3014"/>
                  </a:lnTo>
                  <a:lnTo>
                    <a:pt x="5421" y="2740"/>
                  </a:lnTo>
                  <a:lnTo>
                    <a:pt x="4862" y="2500"/>
                  </a:lnTo>
                  <a:lnTo>
                    <a:pt x="4565" y="2671"/>
                  </a:lnTo>
                  <a:lnTo>
                    <a:pt x="3709" y="2500"/>
                  </a:lnTo>
                  <a:lnTo>
                    <a:pt x="3652" y="126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9022;p37">
              <a:extLst>
                <a:ext uri="{FF2B5EF4-FFF2-40B4-BE49-F238E27FC236}">
                  <a16:creationId xmlns:a16="http://schemas.microsoft.com/office/drawing/2014/main" xmlns="" id="{899D4898-A959-4696-BD73-DF91EEB78929}"/>
                </a:ext>
              </a:extLst>
            </p:cNvPr>
            <p:cNvSpPr/>
            <p:nvPr/>
          </p:nvSpPr>
          <p:spPr>
            <a:xfrm>
              <a:off x="4390150" y="2374025"/>
              <a:ext cx="10875" cy="26850"/>
            </a:xfrm>
            <a:custGeom>
              <a:avLst/>
              <a:gdLst/>
              <a:ahLst/>
              <a:cxnLst/>
              <a:rect l="l" t="t" r="r" b="b"/>
              <a:pathLst>
                <a:path w="435" h="1074" extrusionOk="0">
                  <a:moveTo>
                    <a:pt x="377" y="126"/>
                  </a:moveTo>
                  <a:lnTo>
                    <a:pt x="92" y="1"/>
                  </a:lnTo>
                  <a:lnTo>
                    <a:pt x="1" y="617"/>
                  </a:lnTo>
                  <a:lnTo>
                    <a:pt x="195" y="720"/>
                  </a:lnTo>
                  <a:lnTo>
                    <a:pt x="24" y="834"/>
                  </a:lnTo>
                  <a:lnTo>
                    <a:pt x="12" y="1073"/>
                  </a:lnTo>
                  <a:lnTo>
                    <a:pt x="354" y="959"/>
                  </a:lnTo>
                  <a:lnTo>
                    <a:pt x="434" y="68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9023;p37">
              <a:extLst>
                <a:ext uri="{FF2B5EF4-FFF2-40B4-BE49-F238E27FC236}">
                  <a16:creationId xmlns:a16="http://schemas.microsoft.com/office/drawing/2014/main" xmlns="" id="{6A929065-45B3-47AE-8C02-605DABDA417D}"/>
                </a:ext>
              </a:extLst>
            </p:cNvPr>
            <p:cNvSpPr/>
            <p:nvPr/>
          </p:nvSpPr>
          <p:spPr>
            <a:xfrm>
              <a:off x="4709975" y="2519525"/>
              <a:ext cx="17425" cy="35400"/>
            </a:xfrm>
            <a:custGeom>
              <a:avLst/>
              <a:gdLst/>
              <a:ahLst/>
              <a:cxnLst/>
              <a:rect l="l" t="t" r="r" b="b"/>
              <a:pathLst>
                <a:path w="697" h="1416" extrusionOk="0">
                  <a:moveTo>
                    <a:pt x="583" y="1359"/>
                  </a:moveTo>
                  <a:lnTo>
                    <a:pt x="697" y="811"/>
                  </a:lnTo>
                  <a:lnTo>
                    <a:pt x="628" y="286"/>
                  </a:lnTo>
                  <a:lnTo>
                    <a:pt x="355" y="1"/>
                  </a:lnTo>
                  <a:lnTo>
                    <a:pt x="149" y="103"/>
                  </a:lnTo>
                  <a:lnTo>
                    <a:pt x="1" y="571"/>
                  </a:lnTo>
                  <a:lnTo>
                    <a:pt x="115" y="1245"/>
                  </a:lnTo>
                  <a:lnTo>
                    <a:pt x="366" y="141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9024;p37">
              <a:extLst>
                <a:ext uri="{FF2B5EF4-FFF2-40B4-BE49-F238E27FC236}">
                  <a16:creationId xmlns:a16="http://schemas.microsoft.com/office/drawing/2014/main" xmlns="" id="{A32F6629-9A37-4399-B832-A01D6578D9AD}"/>
                </a:ext>
              </a:extLst>
            </p:cNvPr>
            <p:cNvSpPr/>
            <p:nvPr/>
          </p:nvSpPr>
          <p:spPr>
            <a:xfrm>
              <a:off x="4082300" y="2021400"/>
              <a:ext cx="171225" cy="100150"/>
            </a:xfrm>
            <a:custGeom>
              <a:avLst/>
              <a:gdLst/>
              <a:ahLst/>
              <a:cxnLst/>
              <a:rect l="l" t="t" r="r" b="b"/>
              <a:pathLst>
                <a:path w="6849" h="4006" extrusionOk="0">
                  <a:moveTo>
                    <a:pt x="4303" y="0"/>
                  </a:moveTo>
                  <a:lnTo>
                    <a:pt x="4007" y="0"/>
                  </a:lnTo>
                  <a:lnTo>
                    <a:pt x="3870" y="217"/>
                  </a:lnTo>
                  <a:lnTo>
                    <a:pt x="3356" y="297"/>
                  </a:lnTo>
                  <a:lnTo>
                    <a:pt x="3128" y="422"/>
                  </a:lnTo>
                  <a:lnTo>
                    <a:pt x="2786" y="217"/>
                  </a:lnTo>
                  <a:lnTo>
                    <a:pt x="2329" y="217"/>
                  </a:lnTo>
                  <a:lnTo>
                    <a:pt x="1873" y="114"/>
                  </a:lnTo>
                  <a:lnTo>
                    <a:pt x="1599" y="297"/>
                  </a:lnTo>
                  <a:lnTo>
                    <a:pt x="1176" y="479"/>
                  </a:lnTo>
                  <a:lnTo>
                    <a:pt x="914" y="1084"/>
                  </a:lnTo>
                  <a:lnTo>
                    <a:pt x="537" y="1701"/>
                  </a:lnTo>
                  <a:lnTo>
                    <a:pt x="1" y="1849"/>
                  </a:lnTo>
                  <a:lnTo>
                    <a:pt x="412" y="2214"/>
                  </a:lnTo>
                  <a:lnTo>
                    <a:pt x="526" y="2477"/>
                  </a:lnTo>
                  <a:lnTo>
                    <a:pt x="982" y="2693"/>
                  </a:lnTo>
                  <a:lnTo>
                    <a:pt x="1085" y="3047"/>
                  </a:lnTo>
                  <a:lnTo>
                    <a:pt x="1519" y="3310"/>
                  </a:lnTo>
                  <a:lnTo>
                    <a:pt x="1724" y="3127"/>
                  </a:lnTo>
                  <a:lnTo>
                    <a:pt x="1930" y="3218"/>
                  </a:lnTo>
                  <a:lnTo>
                    <a:pt x="1770" y="3378"/>
                  </a:lnTo>
                  <a:lnTo>
                    <a:pt x="1907" y="3526"/>
                  </a:lnTo>
                  <a:lnTo>
                    <a:pt x="2169" y="3892"/>
                  </a:lnTo>
                  <a:lnTo>
                    <a:pt x="2443" y="3823"/>
                  </a:lnTo>
                  <a:lnTo>
                    <a:pt x="3014" y="3960"/>
                  </a:lnTo>
                  <a:lnTo>
                    <a:pt x="4075" y="4006"/>
                  </a:lnTo>
                  <a:lnTo>
                    <a:pt x="4406" y="3778"/>
                  </a:lnTo>
                  <a:lnTo>
                    <a:pt x="5239" y="3584"/>
                  </a:lnTo>
                  <a:lnTo>
                    <a:pt x="5810" y="3892"/>
                  </a:lnTo>
                  <a:lnTo>
                    <a:pt x="6232" y="3994"/>
                  </a:lnTo>
                  <a:lnTo>
                    <a:pt x="6289" y="2933"/>
                  </a:lnTo>
                  <a:lnTo>
                    <a:pt x="6517" y="3013"/>
                  </a:lnTo>
                  <a:lnTo>
                    <a:pt x="6848" y="2819"/>
                  </a:lnTo>
                  <a:lnTo>
                    <a:pt x="6791" y="2591"/>
                  </a:lnTo>
                  <a:lnTo>
                    <a:pt x="6449" y="2442"/>
                  </a:lnTo>
                  <a:lnTo>
                    <a:pt x="6129" y="2579"/>
                  </a:lnTo>
                  <a:lnTo>
                    <a:pt x="5787" y="2420"/>
                  </a:lnTo>
                  <a:lnTo>
                    <a:pt x="5604" y="2020"/>
                  </a:lnTo>
                  <a:lnTo>
                    <a:pt x="5627" y="1643"/>
                  </a:lnTo>
                  <a:lnTo>
                    <a:pt x="5547" y="1255"/>
                  </a:lnTo>
                  <a:lnTo>
                    <a:pt x="5057" y="731"/>
                  </a:lnTo>
                  <a:lnTo>
                    <a:pt x="4794" y="354"/>
                  </a:lnTo>
                  <a:lnTo>
                    <a:pt x="4532" y="8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9025;p37">
              <a:extLst>
                <a:ext uri="{FF2B5EF4-FFF2-40B4-BE49-F238E27FC236}">
                  <a16:creationId xmlns:a16="http://schemas.microsoft.com/office/drawing/2014/main" xmlns="" id="{B5D30887-0F52-418F-8D50-F2C06AAAF505}"/>
                </a:ext>
              </a:extLst>
            </p:cNvPr>
            <p:cNvSpPr/>
            <p:nvPr/>
          </p:nvSpPr>
          <p:spPr>
            <a:xfrm>
              <a:off x="4052075" y="1374325"/>
              <a:ext cx="2474475" cy="802875"/>
            </a:xfrm>
            <a:custGeom>
              <a:avLst/>
              <a:gdLst/>
              <a:ahLst/>
              <a:cxnLst/>
              <a:rect l="l" t="t" r="r" b="b"/>
              <a:pathLst>
                <a:path w="98979" h="32115" extrusionOk="0">
                  <a:moveTo>
                    <a:pt x="37501" y="1461"/>
                  </a:moveTo>
                  <a:lnTo>
                    <a:pt x="36862" y="890"/>
                  </a:lnTo>
                  <a:lnTo>
                    <a:pt x="34922" y="308"/>
                  </a:lnTo>
                  <a:lnTo>
                    <a:pt x="33575" y="0"/>
                  </a:lnTo>
                  <a:lnTo>
                    <a:pt x="32685" y="137"/>
                  </a:lnTo>
                  <a:lnTo>
                    <a:pt x="31932" y="548"/>
                  </a:lnTo>
                  <a:lnTo>
                    <a:pt x="32765" y="662"/>
                  </a:lnTo>
                  <a:lnTo>
                    <a:pt x="33700" y="1119"/>
                  </a:lnTo>
                  <a:lnTo>
                    <a:pt x="34842" y="1358"/>
                  </a:lnTo>
                  <a:lnTo>
                    <a:pt x="36485" y="1541"/>
                  </a:lnTo>
                  <a:close/>
                  <a:moveTo>
                    <a:pt x="12006" y="423"/>
                  </a:moveTo>
                  <a:lnTo>
                    <a:pt x="12131" y="331"/>
                  </a:lnTo>
                  <a:lnTo>
                    <a:pt x="11321" y="206"/>
                  </a:lnTo>
                  <a:lnTo>
                    <a:pt x="10922" y="308"/>
                  </a:lnTo>
                  <a:lnTo>
                    <a:pt x="10739" y="445"/>
                  </a:lnTo>
                  <a:lnTo>
                    <a:pt x="10522" y="274"/>
                  </a:lnTo>
                  <a:lnTo>
                    <a:pt x="9781" y="286"/>
                  </a:lnTo>
                  <a:lnTo>
                    <a:pt x="8902" y="400"/>
                  </a:lnTo>
                  <a:lnTo>
                    <a:pt x="9997" y="411"/>
                  </a:lnTo>
                  <a:lnTo>
                    <a:pt x="9838" y="605"/>
                  </a:lnTo>
                  <a:lnTo>
                    <a:pt x="10465" y="742"/>
                  </a:lnTo>
                  <a:lnTo>
                    <a:pt x="10979" y="639"/>
                  </a:lnTo>
                  <a:lnTo>
                    <a:pt x="10990" y="548"/>
                  </a:lnTo>
                  <a:lnTo>
                    <a:pt x="11412" y="502"/>
                  </a:lnTo>
                  <a:close/>
                  <a:moveTo>
                    <a:pt x="40605" y="1826"/>
                  </a:moveTo>
                  <a:lnTo>
                    <a:pt x="40399" y="1575"/>
                  </a:lnTo>
                  <a:lnTo>
                    <a:pt x="38608" y="1199"/>
                  </a:lnTo>
                  <a:lnTo>
                    <a:pt x="38185" y="1164"/>
                  </a:lnTo>
                  <a:lnTo>
                    <a:pt x="37866" y="1233"/>
                  </a:lnTo>
                  <a:lnTo>
                    <a:pt x="38037" y="2089"/>
                  </a:lnTo>
                  <a:close/>
                  <a:moveTo>
                    <a:pt x="42773" y="2728"/>
                  </a:moveTo>
                  <a:lnTo>
                    <a:pt x="41461" y="2625"/>
                  </a:lnTo>
                  <a:lnTo>
                    <a:pt x="41951" y="2454"/>
                  </a:lnTo>
                  <a:lnTo>
                    <a:pt x="40776" y="2249"/>
                  </a:lnTo>
                  <a:lnTo>
                    <a:pt x="39909" y="2511"/>
                  </a:lnTo>
                  <a:lnTo>
                    <a:pt x="39772" y="2796"/>
                  </a:lnTo>
                  <a:lnTo>
                    <a:pt x="39977" y="3104"/>
                  </a:lnTo>
                  <a:lnTo>
                    <a:pt x="38996" y="3082"/>
                  </a:lnTo>
                  <a:lnTo>
                    <a:pt x="38243" y="3458"/>
                  </a:lnTo>
                  <a:lnTo>
                    <a:pt x="37626" y="3298"/>
                  </a:lnTo>
                  <a:lnTo>
                    <a:pt x="36302" y="3367"/>
                  </a:lnTo>
                  <a:lnTo>
                    <a:pt x="36348" y="3561"/>
                  </a:lnTo>
                  <a:lnTo>
                    <a:pt x="35036" y="3652"/>
                  </a:lnTo>
                  <a:lnTo>
                    <a:pt x="34328" y="3995"/>
                  </a:lnTo>
                  <a:lnTo>
                    <a:pt x="33735" y="4029"/>
                  </a:lnTo>
                  <a:lnTo>
                    <a:pt x="33564" y="4497"/>
                  </a:lnTo>
                  <a:lnTo>
                    <a:pt x="34340" y="4873"/>
                  </a:lnTo>
                  <a:lnTo>
                    <a:pt x="33244" y="4965"/>
                  </a:lnTo>
                  <a:lnTo>
                    <a:pt x="31886" y="4930"/>
                  </a:lnTo>
                  <a:lnTo>
                    <a:pt x="31064" y="5079"/>
                  </a:lnTo>
                  <a:lnTo>
                    <a:pt x="31749" y="5855"/>
                  </a:lnTo>
                  <a:lnTo>
                    <a:pt x="32730" y="6471"/>
                  </a:lnTo>
                  <a:lnTo>
                    <a:pt x="31361" y="6037"/>
                  </a:lnTo>
                  <a:lnTo>
                    <a:pt x="30231" y="6083"/>
                  </a:lnTo>
                  <a:lnTo>
                    <a:pt x="29512" y="6368"/>
                  </a:lnTo>
                  <a:lnTo>
                    <a:pt x="30151" y="6905"/>
                  </a:lnTo>
                  <a:lnTo>
                    <a:pt x="29455" y="6768"/>
                  </a:lnTo>
                  <a:lnTo>
                    <a:pt x="29158" y="6049"/>
                  </a:lnTo>
                  <a:lnTo>
                    <a:pt x="28554" y="5649"/>
                  </a:lnTo>
                  <a:lnTo>
                    <a:pt x="28303" y="5672"/>
                  </a:lnTo>
                  <a:lnTo>
                    <a:pt x="28805" y="6197"/>
                  </a:lnTo>
                  <a:lnTo>
                    <a:pt x="28154" y="6699"/>
                  </a:lnTo>
                  <a:lnTo>
                    <a:pt x="29307" y="7293"/>
                  </a:lnTo>
                  <a:lnTo>
                    <a:pt x="29364" y="8069"/>
                  </a:lnTo>
                  <a:lnTo>
                    <a:pt x="29786" y="8480"/>
                  </a:lnTo>
                  <a:lnTo>
                    <a:pt x="30448" y="8548"/>
                  </a:lnTo>
                  <a:lnTo>
                    <a:pt x="30505" y="9050"/>
                  </a:lnTo>
                  <a:lnTo>
                    <a:pt x="31133" y="9495"/>
                  </a:lnTo>
                  <a:lnTo>
                    <a:pt x="30870" y="9860"/>
                  </a:lnTo>
                  <a:lnTo>
                    <a:pt x="30939" y="10248"/>
                  </a:lnTo>
                  <a:lnTo>
                    <a:pt x="30414" y="10442"/>
                  </a:lnTo>
                  <a:lnTo>
                    <a:pt x="30334" y="10728"/>
                  </a:lnTo>
                  <a:lnTo>
                    <a:pt x="29581" y="10614"/>
                  </a:lnTo>
                  <a:lnTo>
                    <a:pt x="30083" y="9507"/>
                  </a:lnTo>
                  <a:lnTo>
                    <a:pt x="30014" y="8993"/>
                  </a:lnTo>
                  <a:lnTo>
                    <a:pt x="29056" y="8514"/>
                  </a:lnTo>
                  <a:lnTo>
                    <a:pt x="28508" y="7475"/>
                  </a:lnTo>
                  <a:lnTo>
                    <a:pt x="27983" y="6950"/>
                  </a:lnTo>
                  <a:lnTo>
                    <a:pt x="27469" y="6722"/>
                  </a:lnTo>
                  <a:lnTo>
                    <a:pt x="27584" y="6117"/>
                  </a:lnTo>
                  <a:lnTo>
                    <a:pt x="27173" y="5706"/>
                  </a:lnTo>
                  <a:lnTo>
                    <a:pt x="25564" y="5512"/>
                  </a:lnTo>
                  <a:lnTo>
                    <a:pt x="25255" y="5649"/>
                  </a:lnTo>
                  <a:lnTo>
                    <a:pt x="25335" y="6323"/>
                  </a:lnTo>
                  <a:lnTo>
                    <a:pt x="24719" y="6996"/>
                  </a:lnTo>
                  <a:lnTo>
                    <a:pt x="24890" y="7236"/>
                  </a:lnTo>
                  <a:lnTo>
                    <a:pt x="25564" y="7818"/>
                  </a:lnTo>
                  <a:lnTo>
                    <a:pt x="25575" y="8194"/>
                  </a:lnTo>
                  <a:lnTo>
                    <a:pt x="26328" y="8263"/>
                  </a:lnTo>
                  <a:lnTo>
                    <a:pt x="26442" y="8423"/>
                  </a:lnTo>
                  <a:lnTo>
                    <a:pt x="27275" y="8833"/>
                  </a:lnTo>
                  <a:lnTo>
                    <a:pt x="27127" y="9233"/>
                  </a:lnTo>
                  <a:lnTo>
                    <a:pt x="24491" y="8365"/>
                  </a:lnTo>
                  <a:lnTo>
                    <a:pt x="23544" y="8114"/>
                  </a:lnTo>
                  <a:lnTo>
                    <a:pt x="21718" y="7886"/>
                  </a:lnTo>
                  <a:lnTo>
                    <a:pt x="21546" y="8137"/>
                  </a:lnTo>
                  <a:lnTo>
                    <a:pt x="22391" y="8571"/>
                  </a:lnTo>
                  <a:lnTo>
                    <a:pt x="22003" y="9084"/>
                  </a:lnTo>
                  <a:lnTo>
                    <a:pt x="21090" y="8628"/>
                  </a:lnTo>
                  <a:lnTo>
                    <a:pt x="20382" y="8947"/>
                  </a:lnTo>
                  <a:lnTo>
                    <a:pt x="19298" y="8959"/>
                  </a:lnTo>
                  <a:lnTo>
                    <a:pt x="19002" y="9233"/>
                  </a:lnTo>
                  <a:lnTo>
                    <a:pt x="18237" y="9141"/>
                  </a:lnTo>
                  <a:lnTo>
                    <a:pt x="18602" y="8674"/>
                  </a:lnTo>
                  <a:lnTo>
                    <a:pt x="18146" y="8651"/>
                  </a:lnTo>
                  <a:lnTo>
                    <a:pt x="16388" y="9301"/>
                  </a:lnTo>
                  <a:lnTo>
                    <a:pt x="15304" y="9678"/>
                  </a:lnTo>
                  <a:lnTo>
                    <a:pt x="15361" y="10169"/>
                  </a:lnTo>
                  <a:lnTo>
                    <a:pt x="14505" y="10340"/>
                  </a:lnTo>
                  <a:lnTo>
                    <a:pt x="13935" y="10077"/>
                  </a:lnTo>
                  <a:lnTo>
                    <a:pt x="13763" y="9644"/>
                  </a:lnTo>
                  <a:lnTo>
                    <a:pt x="14471" y="9541"/>
                  </a:lnTo>
                  <a:lnTo>
                    <a:pt x="13957" y="9119"/>
                  </a:lnTo>
                  <a:lnTo>
                    <a:pt x="12223" y="8856"/>
                  </a:lnTo>
                  <a:lnTo>
                    <a:pt x="12839" y="9347"/>
                  </a:lnTo>
                  <a:lnTo>
                    <a:pt x="12725" y="9803"/>
                  </a:lnTo>
                  <a:lnTo>
                    <a:pt x="13387" y="10271"/>
                  </a:lnTo>
                  <a:lnTo>
                    <a:pt x="13238" y="10819"/>
                  </a:lnTo>
                  <a:lnTo>
                    <a:pt x="12576" y="10545"/>
                  </a:lnTo>
                  <a:lnTo>
                    <a:pt x="12006" y="10500"/>
                  </a:lnTo>
                  <a:lnTo>
                    <a:pt x="10865" y="11276"/>
                  </a:lnTo>
                  <a:lnTo>
                    <a:pt x="11470" y="11858"/>
                  </a:lnTo>
                  <a:lnTo>
                    <a:pt x="11013" y="12052"/>
                  </a:lnTo>
                  <a:lnTo>
                    <a:pt x="9381" y="11561"/>
                  </a:lnTo>
                  <a:lnTo>
                    <a:pt x="9084" y="11858"/>
                  </a:lnTo>
                  <a:lnTo>
                    <a:pt x="9552" y="12200"/>
                  </a:lnTo>
                  <a:lnTo>
                    <a:pt x="9587" y="12588"/>
                  </a:lnTo>
                  <a:lnTo>
                    <a:pt x="9039" y="12383"/>
                  </a:lnTo>
                  <a:lnTo>
                    <a:pt x="8183" y="12143"/>
                  </a:lnTo>
                  <a:lnTo>
                    <a:pt x="7909" y="11310"/>
                  </a:lnTo>
                  <a:lnTo>
                    <a:pt x="7772" y="10945"/>
                  </a:lnTo>
                  <a:lnTo>
                    <a:pt x="6631" y="10374"/>
                  </a:lnTo>
                  <a:lnTo>
                    <a:pt x="7042" y="10271"/>
                  </a:lnTo>
                  <a:lnTo>
                    <a:pt x="9906" y="10876"/>
                  </a:lnTo>
                  <a:lnTo>
                    <a:pt x="10819" y="10659"/>
                  </a:lnTo>
                  <a:lnTo>
                    <a:pt x="11355" y="10248"/>
                  </a:lnTo>
                  <a:lnTo>
                    <a:pt x="11127" y="9735"/>
                  </a:lnTo>
                  <a:lnTo>
                    <a:pt x="10557" y="9358"/>
                  </a:lnTo>
                  <a:lnTo>
                    <a:pt x="8046" y="8491"/>
                  </a:lnTo>
                  <a:lnTo>
                    <a:pt x="6391" y="8308"/>
                  </a:lnTo>
                  <a:lnTo>
                    <a:pt x="5307" y="7852"/>
                  </a:lnTo>
                  <a:lnTo>
                    <a:pt x="4793" y="8103"/>
                  </a:lnTo>
                  <a:lnTo>
                    <a:pt x="4793" y="8103"/>
                  </a:lnTo>
                  <a:lnTo>
                    <a:pt x="3880" y="8423"/>
                  </a:lnTo>
                  <a:lnTo>
                    <a:pt x="3424" y="8491"/>
                  </a:lnTo>
                  <a:lnTo>
                    <a:pt x="3481" y="9016"/>
                  </a:lnTo>
                  <a:lnTo>
                    <a:pt x="4508" y="9541"/>
                  </a:lnTo>
                  <a:lnTo>
                    <a:pt x="4109" y="10134"/>
                  </a:lnTo>
                  <a:lnTo>
                    <a:pt x="5022" y="11024"/>
                  </a:lnTo>
                  <a:lnTo>
                    <a:pt x="4771" y="11709"/>
                  </a:lnTo>
                  <a:lnTo>
                    <a:pt x="5478" y="12303"/>
                  </a:lnTo>
                  <a:lnTo>
                    <a:pt x="5341" y="12828"/>
                  </a:lnTo>
                  <a:lnTo>
                    <a:pt x="6391" y="13387"/>
                  </a:lnTo>
                  <a:lnTo>
                    <a:pt x="6254" y="13798"/>
                  </a:lnTo>
                  <a:lnTo>
                    <a:pt x="5786" y="14266"/>
                  </a:lnTo>
                  <a:lnTo>
                    <a:pt x="4656" y="15327"/>
                  </a:lnTo>
                  <a:lnTo>
                    <a:pt x="4656" y="15327"/>
                  </a:lnTo>
                  <a:lnTo>
                    <a:pt x="5421" y="15726"/>
                  </a:lnTo>
                  <a:lnTo>
                    <a:pt x="4771" y="16183"/>
                  </a:lnTo>
                  <a:lnTo>
                    <a:pt x="4771" y="16183"/>
                  </a:lnTo>
                  <a:lnTo>
                    <a:pt x="4908" y="16320"/>
                  </a:lnTo>
                  <a:lnTo>
                    <a:pt x="4531" y="16810"/>
                  </a:lnTo>
                  <a:lnTo>
                    <a:pt x="4885" y="17586"/>
                  </a:lnTo>
                  <a:lnTo>
                    <a:pt x="4656" y="17860"/>
                  </a:lnTo>
                  <a:lnTo>
                    <a:pt x="4999" y="18066"/>
                  </a:lnTo>
                  <a:lnTo>
                    <a:pt x="5147" y="18465"/>
                  </a:lnTo>
                  <a:lnTo>
                    <a:pt x="5444" y="18979"/>
                  </a:lnTo>
                  <a:lnTo>
                    <a:pt x="6186" y="19184"/>
                  </a:lnTo>
                  <a:lnTo>
                    <a:pt x="6334" y="19390"/>
                  </a:lnTo>
                  <a:lnTo>
                    <a:pt x="6654" y="19287"/>
                  </a:lnTo>
                  <a:lnTo>
                    <a:pt x="7338" y="19492"/>
                  </a:lnTo>
                  <a:lnTo>
                    <a:pt x="7487" y="19903"/>
                  </a:lnTo>
                  <a:lnTo>
                    <a:pt x="7395" y="20131"/>
                  </a:lnTo>
                  <a:lnTo>
                    <a:pt x="7932" y="20691"/>
                  </a:lnTo>
                  <a:lnTo>
                    <a:pt x="8240" y="20839"/>
                  </a:lnTo>
                  <a:lnTo>
                    <a:pt x="8228" y="20999"/>
                  </a:lnTo>
                  <a:lnTo>
                    <a:pt x="8708" y="21158"/>
                  </a:lnTo>
                  <a:lnTo>
                    <a:pt x="8959" y="21387"/>
                  </a:lnTo>
                  <a:lnTo>
                    <a:pt x="8731" y="21569"/>
                  </a:lnTo>
                  <a:lnTo>
                    <a:pt x="8171" y="21547"/>
                  </a:lnTo>
                  <a:lnTo>
                    <a:pt x="8057" y="21626"/>
                  </a:lnTo>
                  <a:lnTo>
                    <a:pt x="8274" y="21912"/>
                  </a:lnTo>
                  <a:lnTo>
                    <a:pt x="8559" y="22471"/>
                  </a:lnTo>
                  <a:lnTo>
                    <a:pt x="8559" y="22471"/>
                  </a:lnTo>
                  <a:lnTo>
                    <a:pt x="8810" y="22494"/>
                  </a:lnTo>
                  <a:lnTo>
                    <a:pt x="8959" y="22300"/>
                  </a:lnTo>
                  <a:lnTo>
                    <a:pt x="9164" y="22345"/>
                  </a:lnTo>
                  <a:lnTo>
                    <a:pt x="9849" y="22265"/>
                  </a:lnTo>
                  <a:lnTo>
                    <a:pt x="10397" y="22756"/>
                  </a:lnTo>
                  <a:lnTo>
                    <a:pt x="10271" y="22939"/>
                  </a:lnTo>
                  <a:lnTo>
                    <a:pt x="10363" y="23213"/>
                  </a:lnTo>
                  <a:lnTo>
                    <a:pt x="10933" y="23247"/>
                  </a:lnTo>
                  <a:lnTo>
                    <a:pt x="11253" y="23624"/>
                  </a:lnTo>
                  <a:lnTo>
                    <a:pt x="11276" y="23795"/>
                  </a:lnTo>
                  <a:lnTo>
                    <a:pt x="12223" y="24114"/>
                  </a:lnTo>
                  <a:lnTo>
                    <a:pt x="12725" y="23966"/>
                  </a:lnTo>
                  <a:lnTo>
                    <a:pt x="13238" y="24377"/>
                  </a:lnTo>
                  <a:lnTo>
                    <a:pt x="13649" y="24365"/>
                  </a:lnTo>
                  <a:lnTo>
                    <a:pt x="14733" y="24651"/>
                  </a:lnTo>
                  <a:lnTo>
                    <a:pt x="14790" y="24925"/>
                  </a:lnTo>
                  <a:lnTo>
                    <a:pt x="14608" y="25381"/>
                  </a:lnTo>
                  <a:lnTo>
                    <a:pt x="14859" y="25860"/>
                  </a:lnTo>
                  <a:lnTo>
                    <a:pt x="14813" y="26168"/>
                  </a:lnTo>
                  <a:lnTo>
                    <a:pt x="14151" y="26237"/>
                  </a:lnTo>
                  <a:lnTo>
                    <a:pt x="13832" y="26477"/>
                  </a:lnTo>
                  <a:lnTo>
                    <a:pt x="13889" y="26876"/>
                  </a:lnTo>
                  <a:lnTo>
                    <a:pt x="14494" y="26739"/>
                  </a:lnTo>
                  <a:lnTo>
                    <a:pt x="14551" y="26922"/>
                  </a:lnTo>
                  <a:lnTo>
                    <a:pt x="13581" y="27287"/>
                  </a:lnTo>
                  <a:lnTo>
                    <a:pt x="14037" y="27629"/>
                  </a:lnTo>
                  <a:lnTo>
                    <a:pt x="13581" y="28371"/>
                  </a:lnTo>
                  <a:lnTo>
                    <a:pt x="13090" y="28519"/>
                  </a:lnTo>
                  <a:lnTo>
                    <a:pt x="13809" y="29033"/>
                  </a:lnTo>
                  <a:lnTo>
                    <a:pt x="14688" y="29375"/>
                  </a:lnTo>
                  <a:lnTo>
                    <a:pt x="15749" y="30106"/>
                  </a:lnTo>
                  <a:lnTo>
                    <a:pt x="15818" y="30003"/>
                  </a:lnTo>
                  <a:lnTo>
                    <a:pt x="16457" y="30163"/>
                  </a:lnTo>
                  <a:lnTo>
                    <a:pt x="17552" y="30300"/>
                  </a:lnTo>
                  <a:lnTo>
                    <a:pt x="18625" y="30710"/>
                  </a:lnTo>
                  <a:lnTo>
                    <a:pt x="18785" y="30882"/>
                  </a:lnTo>
                  <a:lnTo>
                    <a:pt x="19196" y="30745"/>
                  </a:lnTo>
                  <a:lnTo>
                    <a:pt x="19926" y="30927"/>
                  </a:lnTo>
                  <a:lnTo>
                    <a:pt x="20223" y="31281"/>
                  </a:lnTo>
                  <a:lnTo>
                    <a:pt x="20725" y="31487"/>
                  </a:lnTo>
                  <a:lnTo>
                    <a:pt x="20942" y="31509"/>
                  </a:lnTo>
                  <a:lnTo>
                    <a:pt x="21546" y="32057"/>
                  </a:lnTo>
                  <a:lnTo>
                    <a:pt x="21889" y="32114"/>
                  </a:lnTo>
                  <a:lnTo>
                    <a:pt x="21969" y="31897"/>
                  </a:lnTo>
                  <a:lnTo>
                    <a:pt x="22334" y="31544"/>
                  </a:lnTo>
                  <a:lnTo>
                    <a:pt x="22334" y="31544"/>
                  </a:lnTo>
                  <a:lnTo>
                    <a:pt x="21295" y="30505"/>
                  </a:lnTo>
                  <a:lnTo>
                    <a:pt x="21238" y="29912"/>
                  </a:lnTo>
                  <a:lnTo>
                    <a:pt x="20394" y="29079"/>
                  </a:lnTo>
                  <a:lnTo>
                    <a:pt x="20896" y="28177"/>
                  </a:lnTo>
                  <a:lnTo>
                    <a:pt x="21546" y="28017"/>
                  </a:lnTo>
                  <a:lnTo>
                    <a:pt x="21752" y="27492"/>
                  </a:lnTo>
                  <a:lnTo>
                    <a:pt x="21352" y="27344"/>
                  </a:lnTo>
                  <a:lnTo>
                    <a:pt x="21318" y="26887"/>
                  </a:lnTo>
                  <a:lnTo>
                    <a:pt x="20725" y="26305"/>
                  </a:lnTo>
                  <a:lnTo>
                    <a:pt x="20211" y="26340"/>
                  </a:lnTo>
                  <a:lnTo>
                    <a:pt x="19458" y="25723"/>
                  </a:lnTo>
                  <a:lnTo>
                    <a:pt x="19698" y="25050"/>
                  </a:lnTo>
                  <a:lnTo>
                    <a:pt x="19458" y="24879"/>
                  </a:lnTo>
                  <a:lnTo>
                    <a:pt x="19755" y="23909"/>
                  </a:lnTo>
                  <a:lnTo>
                    <a:pt x="20611" y="24422"/>
                  </a:lnTo>
                  <a:lnTo>
                    <a:pt x="20508" y="23772"/>
                  </a:lnTo>
                  <a:lnTo>
                    <a:pt x="21661" y="22825"/>
                  </a:lnTo>
                  <a:lnTo>
                    <a:pt x="22733" y="22802"/>
                  </a:lnTo>
                  <a:lnTo>
                    <a:pt x="24434" y="23407"/>
                  </a:lnTo>
                  <a:lnTo>
                    <a:pt x="25370" y="23749"/>
                  </a:lnTo>
                  <a:lnTo>
                    <a:pt x="25986" y="23395"/>
                  </a:lnTo>
                  <a:lnTo>
                    <a:pt x="27070" y="23372"/>
                  </a:lnTo>
                  <a:lnTo>
                    <a:pt x="28108" y="23829"/>
                  </a:lnTo>
                  <a:lnTo>
                    <a:pt x="28223" y="23566"/>
                  </a:lnTo>
                  <a:lnTo>
                    <a:pt x="29215" y="23612"/>
                  </a:lnTo>
                  <a:lnTo>
                    <a:pt x="29238" y="23178"/>
                  </a:lnTo>
                  <a:lnTo>
                    <a:pt x="27903" y="22585"/>
                  </a:lnTo>
                  <a:lnTo>
                    <a:pt x="28417" y="22174"/>
                  </a:lnTo>
                  <a:lnTo>
                    <a:pt x="28200" y="21923"/>
                  </a:lnTo>
                  <a:lnTo>
                    <a:pt x="28759" y="21695"/>
                  </a:lnTo>
                  <a:lnTo>
                    <a:pt x="28040" y="21113"/>
                  </a:lnTo>
                  <a:lnTo>
                    <a:pt x="28245" y="20816"/>
                  </a:lnTo>
                  <a:lnTo>
                    <a:pt x="30642" y="20519"/>
                  </a:lnTo>
                  <a:lnTo>
                    <a:pt x="30882" y="20303"/>
                  </a:lnTo>
                  <a:lnTo>
                    <a:pt x="32422" y="19983"/>
                  </a:lnTo>
                  <a:lnTo>
                    <a:pt x="32867" y="19629"/>
                  </a:lnTo>
                  <a:lnTo>
                    <a:pt x="34146" y="19812"/>
                  </a:lnTo>
                  <a:lnTo>
                    <a:pt x="34762" y="20713"/>
                  </a:lnTo>
                  <a:lnTo>
                    <a:pt x="35378" y="20497"/>
                  </a:lnTo>
                  <a:lnTo>
                    <a:pt x="36371" y="20805"/>
                  </a:lnTo>
                  <a:lnTo>
                    <a:pt x="36542" y="21273"/>
                  </a:lnTo>
                  <a:lnTo>
                    <a:pt x="37170" y="21216"/>
                  </a:lnTo>
                  <a:lnTo>
                    <a:pt x="38471" y="20405"/>
                  </a:lnTo>
                  <a:lnTo>
                    <a:pt x="38357" y="20679"/>
                  </a:lnTo>
                  <a:lnTo>
                    <a:pt x="39544" y="21341"/>
                  </a:lnTo>
                  <a:lnTo>
                    <a:pt x="42123" y="23555"/>
                  </a:lnTo>
                  <a:lnTo>
                    <a:pt x="42282" y="23087"/>
                  </a:lnTo>
                  <a:lnTo>
                    <a:pt x="43458" y="23601"/>
                  </a:lnTo>
                  <a:lnTo>
                    <a:pt x="44348" y="23372"/>
                  </a:lnTo>
                  <a:lnTo>
                    <a:pt x="44805" y="23521"/>
                  </a:lnTo>
                  <a:lnTo>
                    <a:pt x="45387" y="24034"/>
                  </a:lnTo>
                  <a:lnTo>
                    <a:pt x="45946" y="24206"/>
                  </a:lnTo>
                  <a:lnTo>
                    <a:pt x="46414" y="24582"/>
                  </a:lnTo>
                  <a:lnTo>
                    <a:pt x="47270" y="24457"/>
                  </a:lnTo>
                  <a:lnTo>
                    <a:pt x="47886" y="24993"/>
                  </a:lnTo>
                  <a:lnTo>
                    <a:pt x="48125" y="24925"/>
                  </a:lnTo>
                  <a:lnTo>
                    <a:pt x="48799" y="24776"/>
                  </a:lnTo>
                  <a:lnTo>
                    <a:pt x="49735" y="24012"/>
                  </a:lnTo>
                  <a:lnTo>
                    <a:pt x="50579" y="23601"/>
                  </a:lnTo>
                  <a:lnTo>
                    <a:pt x="51332" y="23863"/>
                  </a:lnTo>
                  <a:lnTo>
                    <a:pt x="52063" y="23886"/>
                  </a:lnTo>
                  <a:lnTo>
                    <a:pt x="52736" y="24297"/>
                  </a:lnTo>
                  <a:lnTo>
                    <a:pt x="53444" y="24320"/>
                  </a:lnTo>
                  <a:lnTo>
                    <a:pt x="54573" y="24548"/>
                  </a:lnTo>
                  <a:lnTo>
                    <a:pt x="54916" y="23943"/>
                  </a:lnTo>
                  <a:lnTo>
                    <a:pt x="54345" y="23430"/>
                  </a:lnTo>
                  <a:lnTo>
                    <a:pt x="54528" y="22517"/>
                  </a:lnTo>
                  <a:lnTo>
                    <a:pt x="55521" y="22870"/>
                  </a:lnTo>
                  <a:lnTo>
                    <a:pt x="56205" y="22984"/>
                  </a:lnTo>
                  <a:lnTo>
                    <a:pt x="57141" y="23201"/>
                  </a:lnTo>
                  <a:lnTo>
                    <a:pt x="57666" y="23852"/>
                  </a:lnTo>
                  <a:lnTo>
                    <a:pt x="58864" y="24228"/>
                  </a:lnTo>
                  <a:lnTo>
                    <a:pt x="59424" y="24069"/>
                  </a:lnTo>
                  <a:lnTo>
                    <a:pt x="60234" y="23954"/>
                  </a:lnTo>
                  <a:lnTo>
                    <a:pt x="61010" y="24069"/>
                  </a:lnTo>
                  <a:lnTo>
                    <a:pt x="61934" y="24491"/>
                  </a:lnTo>
                  <a:lnTo>
                    <a:pt x="62630" y="24936"/>
                  </a:lnTo>
                  <a:lnTo>
                    <a:pt x="63281" y="24936"/>
                  </a:lnTo>
                  <a:lnTo>
                    <a:pt x="64228" y="25084"/>
                  </a:lnTo>
                  <a:lnTo>
                    <a:pt x="64742" y="24856"/>
                  </a:lnTo>
                  <a:lnTo>
                    <a:pt x="65575" y="24708"/>
                  </a:lnTo>
                  <a:lnTo>
                    <a:pt x="66214" y="24080"/>
                  </a:lnTo>
                  <a:lnTo>
                    <a:pt x="66682" y="24183"/>
                  </a:lnTo>
                  <a:lnTo>
                    <a:pt x="67241" y="24479"/>
                  </a:lnTo>
                  <a:lnTo>
                    <a:pt x="68028" y="24411"/>
                  </a:lnTo>
                  <a:lnTo>
                    <a:pt x="69067" y="24742"/>
                  </a:lnTo>
                  <a:lnTo>
                    <a:pt x="69695" y="24183"/>
                  </a:lnTo>
                  <a:lnTo>
                    <a:pt x="69421" y="23795"/>
                  </a:lnTo>
                  <a:lnTo>
                    <a:pt x="69409" y="22870"/>
                  </a:lnTo>
                  <a:lnTo>
                    <a:pt x="69580" y="22585"/>
                  </a:lnTo>
                  <a:lnTo>
                    <a:pt x="69227" y="22117"/>
                  </a:lnTo>
                  <a:lnTo>
                    <a:pt x="68702" y="21900"/>
                  </a:lnTo>
                  <a:lnTo>
                    <a:pt x="68941" y="21467"/>
                  </a:lnTo>
                  <a:lnTo>
                    <a:pt x="69672" y="21318"/>
                  </a:lnTo>
                  <a:lnTo>
                    <a:pt x="70550" y="21284"/>
                  </a:lnTo>
                  <a:lnTo>
                    <a:pt x="71760" y="21547"/>
                  </a:lnTo>
                  <a:lnTo>
                    <a:pt x="72605" y="21866"/>
                  </a:lnTo>
                  <a:lnTo>
                    <a:pt x="73700" y="22745"/>
                  </a:lnTo>
                  <a:lnTo>
                    <a:pt x="74248" y="23121"/>
                  </a:lnTo>
                  <a:lnTo>
                    <a:pt x="74876" y="23658"/>
                  </a:lnTo>
                  <a:lnTo>
                    <a:pt x="75743" y="24525"/>
                  </a:lnTo>
                  <a:lnTo>
                    <a:pt x="77158" y="24799"/>
                  </a:lnTo>
                  <a:lnTo>
                    <a:pt x="78425" y="25438"/>
                  </a:lnTo>
                  <a:lnTo>
                    <a:pt x="79281" y="26260"/>
                  </a:lnTo>
                  <a:lnTo>
                    <a:pt x="80354" y="26260"/>
                  </a:lnTo>
                  <a:lnTo>
                    <a:pt x="80719" y="25906"/>
                  </a:lnTo>
                  <a:lnTo>
                    <a:pt x="81712" y="25655"/>
                  </a:lnTo>
                  <a:lnTo>
                    <a:pt x="81894" y="26454"/>
                  </a:lnTo>
                  <a:lnTo>
                    <a:pt x="81837" y="26773"/>
                  </a:lnTo>
                  <a:lnTo>
                    <a:pt x="82237" y="27743"/>
                  </a:lnTo>
                  <a:lnTo>
                    <a:pt x="82316" y="28599"/>
                  </a:lnTo>
                  <a:lnTo>
                    <a:pt x="81346" y="28451"/>
                  </a:lnTo>
                  <a:lnTo>
                    <a:pt x="80936" y="28759"/>
                  </a:lnTo>
                  <a:lnTo>
                    <a:pt x="81609" y="29512"/>
                  </a:lnTo>
                  <a:lnTo>
                    <a:pt x="82145" y="30562"/>
                  </a:lnTo>
                  <a:lnTo>
                    <a:pt x="81791" y="30574"/>
                  </a:lnTo>
                  <a:lnTo>
                    <a:pt x="82065" y="31019"/>
                  </a:lnTo>
                  <a:lnTo>
                    <a:pt x="82065" y="31019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02" y="30882"/>
                  </a:lnTo>
                  <a:lnTo>
                    <a:pt x="82773" y="30243"/>
                  </a:lnTo>
                  <a:lnTo>
                    <a:pt x="83503" y="30676"/>
                  </a:lnTo>
                  <a:lnTo>
                    <a:pt x="83960" y="30653"/>
                  </a:lnTo>
                  <a:lnTo>
                    <a:pt x="84587" y="30140"/>
                  </a:lnTo>
                  <a:lnTo>
                    <a:pt x="84736" y="29615"/>
                  </a:lnTo>
                  <a:lnTo>
                    <a:pt x="85033" y="28599"/>
                  </a:lnTo>
                  <a:lnTo>
                    <a:pt x="85306" y="27572"/>
                  </a:lnTo>
                  <a:lnTo>
                    <a:pt x="85112" y="26967"/>
                  </a:lnTo>
                  <a:lnTo>
                    <a:pt x="85261" y="25678"/>
                  </a:lnTo>
                  <a:lnTo>
                    <a:pt x="84519" y="24263"/>
                  </a:lnTo>
                  <a:lnTo>
                    <a:pt x="83732" y="23224"/>
                  </a:lnTo>
                  <a:lnTo>
                    <a:pt x="83549" y="22345"/>
                  </a:lnTo>
                  <a:lnTo>
                    <a:pt x="82876" y="21615"/>
                  </a:lnTo>
                  <a:lnTo>
                    <a:pt x="81061" y="20656"/>
                  </a:lnTo>
                  <a:lnTo>
                    <a:pt x="80262" y="20599"/>
                  </a:lnTo>
                  <a:lnTo>
                    <a:pt x="80228" y="21033"/>
                  </a:lnTo>
                  <a:lnTo>
                    <a:pt x="79395" y="20839"/>
                  </a:lnTo>
                  <a:lnTo>
                    <a:pt x="78585" y="20303"/>
                  </a:lnTo>
                  <a:lnTo>
                    <a:pt x="77443" y="20200"/>
                  </a:lnTo>
                  <a:lnTo>
                    <a:pt x="78140" y="18191"/>
                  </a:lnTo>
                  <a:lnTo>
                    <a:pt x="78642" y="16548"/>
                  </a:lnTo>
                  <a:lnTo>
                    <a:pt x="80513" y="16297"/>
                  </a:lnTo>
                  <a:lnTo>
                    <a:pt x="82636" y="16434"/>
                  </a:lnTo>
                  <a:lnTo>
                    <a:pt x="82990" y="16034"/>
                  </a:lnTo>
                  <a:lnTo>
                    <a:pt x="84120" y="16149"/>
                  </a:lnTo>
                  <a:lnTo>
                    <a:pt x="84736" y="16765"/>
                  </a:lnTo>
                  <a:lnTo>
                    <a:pt x="85649" y="16674"/>
                  </a:lnTo>
                  <a:lnTo>
                    <a:pt x="86847" y="16445"/>
                  </a:lnTo>
                  <a:lnTo>
                    <a:pt x="85740" y="15955"/>
                  </a:lnTo>
                  <a:lnTo>
                    <a:pt x="85740" y="14551"/>
                  </a:lnTo>
                  <a:lnTo>
                    <a:pt x="87041" y="14277"/>
                  </a:lnTo>
                  <a:lnTo>
                    <a:pt x="88764" y="15293"/>
                  </a:lnTo>
                  <a:lnTo>
                    <a:pt x="89278" y="14380"/>
                  </a:lnTo>
                  <a:lnTo>
                    <a:pt x="88821" y="13706"/>
                  </a:lnTo>
                  <a:lnTo>
                    <a:pt x="89495" y="13638"/>
                  </a:lnTo>
                  <a:lnTo>
                    <a:pt x="90419" y="14790"/>
                  </a:lnTo>
                  <a:lnTo>
                    <a:pt x="90077" y="15452"/>
                  </a:lnTo>
                  <a:lnTo>
                    <a:pt x="89963" y="16308"/>
                  </a:lnTo>
                  <a:lnTo>
                    <a:pt x="90008" y="17381"/>
                  </a:lnTo>
                  <a:lnTo>
                    <a:pt x="89198" y="17564"/>
                  </a:lnTo>
                  <a:lnTo>
                    <a:pt x="89597" y="17952"/>
                  </a:lnTo>
                  <a:lnTo>
                    <a:pt x="89586" y="18465"/>
                  </a:lnTo>
                  <a:lnTo>
                    <a:pt x="90499" y="19641"/>
                  </a:lnTo>
                  <a:lnTo>
                    <a:pt x="92781" y="21558"/>
                  </a:lnTo>
                  <a:lnTo>
                    <a:pt x="94276" y="22813"/>
                  </a:lnTo>
                  <a:lnTo>
                    <a:pt x="95087" y="23430"/>
                  </a:lnTo>
                  <a:lnTo>
                    <a:pt x="95315" y="22608"/>
                  </a:lnTo>
                  <a:lnTo>
                    <a:pt x="94676" y="21729"/>
                  </a:lnTo>
                  <a:lnTo>
                    <a:pt x="95486" y="21512"/>
                  </a:lnTo>
                  <a:lnTo>
                    <a:pt x="94721" y="20531"/>
                  </a:lnTo>
                  <a:lnTo>
                    <a:pt x="95429" y="20086"/>
                  </a:lnTo>
                  <a:lnTo>
                    <a:pt x="94756" y="19721"/>
                  </a:lnTo>
                  <a:lnTo>
                    <a:pt x="94276" y="19002"/>
                  </a:lnTo>
                  <a:lnTo>
                    <a:pt x="94858" y="18979"/>
                  </a:lnTo>
                  <a:lnTo>
                    <a:pt x="93580" y="17746"/>
                  </a:lnTo>
                  <a:lnTo>
                    <a:pt x="92622" y="17552"/>
                  </a:lnTo>
                  <a:lnTo>
                    <a:pt x="92211" y="17210"/>
                  </a:lnTo>
                  <a:lnTo>
                    <a:pt x="92051" y="16411"/>
                  </a:lnTo>
                  <a:lnTo>
                    <a:pt x="91606" y="15852"/>
                  </a:lnTo>
                  <a:lnTo>
                    <a:pt x="92610" y="15966"/>
                  </a:lnTo>
                  <a:lnTo>
                    <a:pt x="92793" y="15612"/>
                  </a:lnTo>
                  <a:lnTo>
                    <a:pt x="93466" y="15920"/>
                  </a:lnTo>
                  <a:lnTo>
                    <a:pt x="94333" y="15270"/>
                  </a:lnTo>
                  <a:lnTo>
                    <a:pt x="95954" y="15840"/>
                  </a:lnTo>
                  <a:lnTo>
                    <a:pt x="95714" y="15464"/>
                  </a:lnTo>
                  <a:lnTo>
                    <a:pt x="96000" y="14950"/>
                  </a:lnTo>
                  <a:lnTo>
                    <a:pt x="96216" y="14380"/>
                  </a:lnTo>
                  <a:lnTo>
                    <a:pt x="96662" y="14288"/>
                  </a:lnTo>
                  <a:lnTo>
                    <a:pt x="97586" y="13672"/>
                  </a:lnTo>
                  <a:lnTo>
                    <a:pt x="98978" y="13843"/>
                  </a:lnTo>
                  <a:lnTo>
                    <a:pt x="98853" y="13626"/>
                  </a:lnTo>
                  <a:lnTo>
                    <a:pt x="98316" y="13296"/>
                  </a:lnTo>
                  <a:lnTo>
                    <a:pt x="97723" y="13067"/>
                  </a:lnTo>
                  <a:lnTo>
                    <a:pt x="96433" y="12417"/>
                  </a:lnTo>
                  <a:lnTo>
                    <a:pt x="95269" y="11983"/>
                  </a:lnTo>
                  <a:lnTo>
                    <a:pt x="96148" y="12040"/>
                  </a:lnTo>
                  <a:lnTo>
                    <a:pt x="96433" y="11686"/>
                  </a:lnTo>
                  <a:lnTo>
                    <a:pt x="96433" y="11686"/>
                  </a:lnTo>
                  <a:lnTo>
                    <a:pt x="91731" y="8559"/>
                  </a:lnTo>
                  <a:lnTo>
                    <a:pt x="90396" y="8228"/>
                  </a:lnTo>
                  <a:lnTo>
                    <a:pt x="88159" y="7863"/>
                  </a:lnTo>
                  <a:lnTo>
                    <a:pt x="87030" y="7909"/>
                  </a:lnTo>
                  <a:lnTo>
                    <a:pt x="84861" y="7704"/>
                  </a:lnTo>
                  <a:lnTo>
                    <a:pt x="85112" y="8034"/>
                  </a:lnTo>
                  <a:lnTo>
                    <a:pt x="86334" y="8525"/>
                  </a:lnTo>
                  <a:lnTo>
                    <a:pt x="85968" y="8776"/>
                  </a:lnTo>
                  <a:lnTo>
                    <a:pt x="83948" y="8092"/>
                  </a:lnTo>
                  <a:lnTo>
                    <a:pt x="82978" y="8171"/>
                  </a:lnTo>
                  <a:lnTo>
                    <a:pt x="81666" y="8023"/>
                  </a:lnTo>
                  <a:lnTo>
                    <a:pt x="80662" y="8046"/>
                  </a:lnTo>
                  <a:lnTo>
                    <a:pt x="80114" y="8206"/>
                  </a:lnTo>
                  <a:lnTo>
                    <a:pt x="79087" y="7977"/>
                  </a:lnTo>
                  <a:lnTo>
                    <a:pt x="78356" y="7430"/>
                  </a:lnTo>
                  <a:lnTo>
                    <a:pt x="77432" y="7122"/>
                  </a:lnTo>
                  <a:lnTo>
                    <a:pt x="76120" y="6996"/>
                  </a:lnTo>
                  <a:lnTo>
                    <a:pt x="74020" y="7133"/>
                  </a:lnTo>
                  <a:lnTo>
                    <a:pt x="71726" y="6562"/>
                  </a:lnTo>
                  <a:lnTo>
                    <a:pt x="70608" y="6140"/>
                  </a:lnTo>
                  <a:lnTo>
                    <a:pt x="64890" y="5649"/>
                  </a:lnTo>
                  <a:lnTo>
                    <a:pt x="64593" y="5969"/>
                  </a:lnTo>
                  <a:lnTo>
                    <a:pt x="65917" y="6654"/>
                  </a:lnTo>
                  <a:lnTo>
                    <a:pt x="64844" y="6551"/>
                  </a:lnTo>
                  <a:lnTo>
                    <a:pt x="64707" y="6768"/>
                  </a:lnTo>
                  <a:lnTo>
                    <a:pt x="63315" y="6539"/>
                  </a:lnTo>
                  <a:lnTo>
                    <a:pt x="62608" y="6734"/>
                  </a:lnTo>
                  <a:lnTo>
                    <a:pt x="61284" y="6391"/>
                  </a:lnTo>
                  <a:lnTo>
                    <a:pt x="61706" y="7179"/>
                  </a:lnTo>
                  <a:lnTo>
                    <a:pt x="60439" y="6882"/>
                  </a:lnTo>
                  <a:lnTo>
                    <a:pt x="59013" y="6300"/>
                  </a:lnTo>
                  <a:lnTo>
                    <a:pt x="58956" y="5980"/>
                  </a:lnTo>
                  <a:lnTo>
                    <a:pt x="58100" y="5512"/>
                  </a:lnTo>
                  <a:lnTo>
                    <a:pt x="56696" y="5136"/>
                  </a:lnTo>
                  <a:lnTo>
                    <a:pt x="55829" y="5136"/>
                  </a:lnTo>
                  <a:lnTo>
                    <a:pt x="54505" y="5010"/>
                  </a:lnTo>
                  <a:lnTo>
                    <a:pt x="55178" y="5569"/>
                  </a:lnTo>
                  <a:lnTo>
                    <a:pt x="52725" y="5455"/>
                  </a:lnTo>
                  <a:lnTo>
                    <a:pt x="52165" y="5124"/>
                  </a:lnTo>
                  <a:lnTo>
                    <a:pt x="50271" y="4999"/>
                  </a:lnTo>
                  <a:lnTo>
                    <a:pt x="49506" y="5113"/>
                  </a:lnTo>
                  <a:lnTo>
                    <a:pt x="49495" y="5296"/>
                  </a:lnTo>
                  <a:lnTo>
                    <a:pt x="48673" y="4839"/>
                  </a:lnTo>
                  <a:lnTo>
                    <a:pt x="48342" y="4965"/>
                  </a:lnTo>
                  <a:lnTo>
                    <a:pt x="47315" y="4793"/>
                  </a:lnTo>
                  <a:lnTo>
                    <a:pt x="46516" y="4702"/>
                  </a:lnTo>
                  <a:lnTo>
                    <a:pt x="46676" y="4485"/>
                  </a:lnTo>
                  <a:lnTo>
                    <a:pt x="47612" y="4086"/>
                  </a:lnTo>
                  <a:lnTo>
                    <a:pt x="47943" y="3869"/>
                  </a:lnTo>
                  <a:lnTo>
                    <a:pt x="47601" y="3515"/>
                  </a:lnTo>
                  <a:lnTo>
                    <a:pt x="46813" y="3241"/>
                  </a:lnTo>
                  <a:lnTo>
                    <a:pt x="45170" y="2910"/>
                  </a:lnTo>
                  <a:lnTo>
                    <a:pt x="43629" y="2899"/>
                  </a:lnTo>
                  <a:lnTo>
                    <a:pt x="43367" y="3070"/>
                  </a:lnTo>
                  <a:close/>
                  <a:moveTo>
                    <a:pt x="19641" y="7236"/>
                  </a:moveTo>
                  <a:lnTo>
                    <a:pt x="18226" y="6619"/>
                  </a:lnTo>
                  <a:lnTo>
                    <a:pt x="17780" y="6003"/>
                  </a:lnTo>
                  <a:lnTo>
                    <a:pt x="18248" y="5307"/>
                  </a:lnTo>
                  <a:lnTo>
                    <a:pt x="18648" y="4599"/>
                  </a:lnTo>
                  <a:lnTo>
                    <a:pt x="19880" y="3926"/>
                  </a:lnTo>
                  <a:lnTo>
                    <a:pt x="21273" y="3584"/>
                  </a:lnTo>
                  <a:lnTo>
                    <a:pt x="22893" y="3241"/>
                  </a:lnTo>
                  <a:lnTo>
                    <a:pt x="23076" y="3025"/>
                  </a:lnTo>
                  <a:lnTo>
                    <a:pt x="22471" y="2751"/>
                  </a:lnTo>
                  <a:lnTo>
                    <a:pt x="21535" y="2842"/>
                  </a:lnTo>
                  <a:lnTo>
                    <a:pt x="20839" y="3093"/>
                  </a:lnTo>
                  <a:lnTo>
                    <a:pt x="19161" y="3230"/>
                  </a:lnTo>
                  <a:lnTo>
                    <a:pt x="17723" y="3664"/>
                  </a:lnTo>
                  <a:lnTo>
                    <a:pt x="16753" y="4052"/>
                  </a:lnTo>
                  <a:lnTo>
                    <a:pt x="17107" y="4371"/>
                  </a:lnTo>
                  <a:lnTo>
                    <a:pt x="16171" y="4999"/>
                  </a:lnTo>
                  <a:lnTo>
                    <a:pt x="16731" y="5090"/>
                  </a:lnTo>
                  <a:lnTo>
                    <a:pt x="15955" y="5706"/>
                  </a:lnTo>
                  <a:lnTo>
                    <a:pt x="16183" y="6106"/>
                  </a:lnTo>
                  <a:lnTo>
                    <a:pt x="15703" y="6266"/>
                  </a:lnTo>
                  <a:lnTo>
                    <a:pt x="15966" y="6665"/>
                  </a:lnTo>
                  <a:lnTo>
                    <a:pt x="17096" y="6859"/>
                  </a:lnTo>
                  <a:lnTo>
                    <a:pt x="17415" y="7190"/>
                  </a:lnTo>
                  <a:lnTo>
                    <a:pt x="19321" y="7293"/>
                  </a:lnTo>
                  <a:close/>
                  <a:moveTo>
                    <a:pt x="64434" y="3709"/>
                  </a:moveTo>
                  <a:lnTo>
                    <a:pt x="61877" y="3344"/>
                  </a:lnTo>
                  <a:lnTo>
                    <a:pt x="60416" y="3310"/>
                  </a:lnTo>
                  <a:lnTo>
                    <a:pt x="59937" y="3447"/>
                  </a:lnTo>
                  <a:lnTo>
                    <a:pt x="60416" y="3926"/>
                  </a:lnTo>
                  <a:lnTo>
                    <a:pt x="62197" y="4383"/>
                  </a:lnTo>
                  <a:lnTo>
                    <a:pt x="62836" y="4211"/>
                  </a:lnTo>
                  <a:lnTo>
                    <a:pt x="64856" y="4246"/>
                  </a:lnTo>
                  <a:close/>
                  <a:moveTo>
                    <a:pt x="68028" y="4040"/>
                  </a:moveTo>
                  <a:lnTo>
                    <a:pt x="66362" y="3858"/>
                  </a:lnTo>
                  <a:lnTo>
                    <a:pt x="65187" y="3755"/>
                  </a:lnTo>
                  <a:lnTo>
                    <a:pt x="65426" y="3983"/>
                  </a:lnTo>
                  <a:lnTo>
                    <a:pt x="66899" y="4268"/>
                  </a:lnTo>
                  <a:lnTo>
                    <a:pt x="67869" y="4326"/>
                  </a:lnTo>
                  <a:close/>
                  <a:moveTo>
                    <a:pt x="66248" y="5398"/>
                  </a:moveTo>
                  <a:lnTo>
                    <a:pt x="65883" y="5193"/>
                  </a:lnTo>
                  <a:lnTo>
                    <a:pt x="64707" y="4919"/>
                  </a:lnTo>
                  <a:lnTo>
                    <a:pt x="64114" y="4999"/>
                  </a:lnTo>
                  <a:lnTo>
                    <a:pt x="64000" y="5284"/>
                  </a:lnTo>
                  <a:lnTo>
                    <a:pt x="64160" y="5307"/>
                  </a:lnTo>
                  <a:lnTo>
                    <a:pt x="65415" y="5398"/>
                  </a:lnTo>
                  <a:close/>
                  <a:moveTo>
                    <a:pt x="89438" y="7156"/>
                  </a:moveTo>
                  <a:lnTo>
                    <a:pt x="88582" y="6642"/>
                  </a:lnTo>
                  <a:lnTo>
                    <a:pt x="88376" y="6950"/>
                  </a:lnTo>
                  <a:lnTo>
                    <a:pt x="88878" y="7179"/>
                  </a:lnTo>
                  <a:close/>
                  <a:moveTo>
                    <a:pt x="2077" y="20542"/>
                  </a:moveTo>
                  <a:lnTo>
                    <a:pt x="1997" y="20337"/>
                  </a:lnTo>
                  <a:lnTo>
                    <a:pt x="2020" y="20086"/>
                  </a:lnTo>
                  <a:lnTo>
                    <a:pt x="1712" y="19960"/>
                  </a:lnTo>
                  <a:lnTo>
                    <a:pt x="993" y="19800"/>
                  </a:lnTo>
                  <a:lnTo>
                    <a:pt x="92" y="20086"/>
                  </a:lnTo>
                  <a:lnTo>
                    <a:pt x="0" y="20462"/>
                  </a:lnTo>
                  <a:lnTo>
                    <a:pt x="833" y="20565"/>
                  </a:lnTo>
                  <a:close/>
                  <a:moveTo>
                    <a:pt x="86197" y="23658"/>
                  </a:moveTo>
                  <a:lnTo>
                    <a:pt x="85169" y="22768"/>
                  </a:lnTo>
                  <a:lnTo>
                    <a:pt x="84451" y="21912"/>
                  </a:lnTo>
                  <a:lnTo>
                    <a:pt x="83480" y="21090"/>
                  </a:lnTo>
                  <a:lnTo>
                    <a:pt x="82773" y="20519"/>
                  </a:lnTo>
                  <a:lnTo>
                    <a:pt x="82590" y="20634"/>
                  </a:lnTo>
                  <a:lnTo>
                    <a:pt x="83218" y="21033"/>
                  </a:lnTo>
                  <a:lnTo>
                    <a:pt x="82944" y="21432"/>
                  </a:lnTo>
                  <a:lnTo>
                    <a:pt x="83914" y="22619"/>
                  </a:lnTo>
                  <a:lnTo>
                    <a:pt x="85033" y="23475"/>
                  </a:lnTo>
                  <a:lnTo>
                    <a:pt x="85946" y="24651"/>
                  </a:lnTo>
                  <a:lnTo>
                    <a:pt x="86288" y="25313"/>
                  </a:lnTo>
                  <a:lnTo>
                    <a:pt x="87075" y="26283"/>
                  </a:lnTo>
                  <a:lnTo>
                    <a:pt x="87612" y="27138"/>
                  </a:lnTo>
                  <a:lnTo>
                    <a:pt x="88274" y="27880"/>
                  </a:lnTo>
                  <a:lnTo>
                    <a:pt x="88251" y="27196"/>
                  </a:lnTo>
                  <a:lnTo>
                    <a:pt x="89187" y="27732"/>
                  </a:lnTo>
                  <a:lnTo>
                    <a:pt x="88753" y="27104"/>
                  </a:lnTo>
                  <a:lnTo>
                    <a:pt x="87395" y="26214"/>
                  </a:lnTo>
                  <a:lnTo>
                    <a:pt x="86870" y="24925"/>
                  </a:lnTo>
                  <a:lnTo>
                    <a:pt x="88137" y="2521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9026;p37">
              <a:extLst>
                <a:ext uri="{FF2B5EF4-FFF2-40B4-BE49-F238E27FC236}">
                  <a16:creationId xmlns:a16="http://schemas.microsoft.com/office/drawing/2014/main" xmlns="" id="{89215BCD-89A7-4BD4-A704-18D4797B28C5}"/>
                </a:ext>
              </a:extLst>
            </p:cNvPr>
            <p:cNvSpPr/>
            <p:nvPr/>
          </p:nvSpPr>
          <p:spPr>
            <a:xfrm>
              <a:off x="4302575" y="3138075"/>
              <a:ext cx="36525" cy="40250"/>
            </a:xfrm>
            <a:custGeom>
              <a:avLst/>
              <a:gdLst/>
              <a:ahLst/>
              <a:cxnLst/>
              <a:rect l="l" t="t" r="r" b="b"/>
              <a:pathLst>
                <a:path w="1461" h="1610" extrusionOk="0">
                  <a:moveTo>
                    <a:pt x="1130" y="0"/>
                  </a:moveTo>
                  <a:lnTo>
                    <a:pt x="662" y="263"/>
                  </a:lnTo>
                  <a:lnTo>
                    <a:pt x="457" y="183"/>
                  </a:lnTo>
                  <a:lnTo>
                    <a:pt x="228" y="434"/>
                  </a:lnTo>
                  <a:lnTo>
                    <a:pt x="206" y="982"/>
                  </a:lnTo>
                  <a:lnTo>
                    <a:pt x="91" y="1039"/>
                  </a:lnTo>
                  <a:lnTo>
                    <a:pt x="0" y="1530"/>
                  </a:lnTo>
                  <a:lnTo>
                    <a:pt x="502" y="1609"/>
                  </a:lnTo>
                  <a:lnTo>
                    <a:pt x="742" y="1096"/>
                  </a:lnTo>
                  <a:lnTo>
                    <a:pt x="1176" y="1153"/>
                  </a:lnTo>
                  <a:lnTo>
                    <a:pt x="1176" y="1153"/>
                  </a:lnTo>
                  <a:lnTo>
                    <a:pt x="1404" y="1039"/>
                  </a:lnTo>
                  <a:lnTo>
                    <a:pt x="1461" y="50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9027;p37">
              <a:extLst>
                <a:ext uri="{FF2B5EF4-FFF2-40B4-BE49-F238E27FC236}">
                  <a16:creationId xmlns:a16="http://schemas.microsoft.com/office/drawing/2014/main" xmlns="" id="{E18B11A9-CFBE-4FA6-BEFB-53FE793124BB}"/>
                </a:ext>
              </a:extLst>
            </p:cNvPr>
            <p:cNvSpPr/>
            <p:nvPr/>
          </p:nvSpPr>
          <p:spPr>
            <a:xfrm>
              <a:off x="3386175" y="2484725"/>
              <a:ext cx="167200" cy="151225"/>
            </a:xfrm>
            <a:custGeom>
              <a:avLst/>
              <a:gdLst/>
              <a:ahLst/>
              <a:cxnLst/>
              <a:rect l="l" t="t" r="r" b="b"/>
              <a:pathLst>
                <a:path w="6688" h="6049" extrusionOk="0">
                  <a:moveTo>
                    <a:pt x="6688" y="0"/>
                  </a:moveTo>
                  <a:lnTo>
                    <a:pt x="6574" y="0"/>
                  </a:lnTo>
                  <a:lnTo>
                    <a:pt x="6574" y="0"/>
                  </a:lnTo>
                  <a:lnTo>
                    <a:pt x="6585" y="480"/>
                  </a:lnTo>
                  <a:lnTo>
                    <a:pt x="6106" y="503"/>
                  </a:lnTo>
                  <a:lnTo>
                    <a:pt x="5843" y="719"/>
                  </a:lnTo>
                  <a:lnTo>
                    <a:pt x="5489" y="719"/>
                  </a:lnTo>
                  <a:lnTo>
                    <a:pt x="5216" y="594"/>
                  </a:lnTo>
                  <a:lnTo>
                    <a:pt x="4565" y="697"/>
                  </a:lnTo>
                  <a:lnTo>
                    <a:pt x="4291" y="1404"/>
                  </a:lnTo>
                  <a:lnTo>
                    <a:pt x="4052" y="1461"/>
                  </a:lnTo>
                  <a:lnTo>
                    <a:pt x="3652" y="2625"/>
                  </a:lnTo>
                  <a:lnTo>
                    <a:pt x="2534" y="3595"/>
                  </a:lnTo>
                  <a:lnTo>
                    <a:pt x="2248" y="4851"/>
                  </a:lnTo>
                  <a:lnTo>
                    <a:pt x="1929" y="5262"/>
                  </a:lnTo>
                  <a:lnTo>
                    <a:pt x="1826" y="5592"/>
                  </a:lnTo>
                  <a:lnTo>
                    <a:pt x="57" y="5661"/>
                  </a:lnTo>
                  <a:lnTo>
                    <a:pt x="46" y="5661"/>
                  </a:lnTo>
                  <a:lnTo>
                    <a:pt x="0" y="6049"/>
                  </a:lnTo>
                  <a:lnTo>
                    <a:pt x="171" y="5729"/>
                  </a:lnTo>
                  <a:lnTo>
                    <a:pt x="3253" y="5741"/>
                  </a:lnTo>
                  <a:lnTo>
                    <a:pt x="3127" y="4428"/>
                  </a:lnTo>
                  <a:lnTo>
                    <a:pt x="3321" y="3961"/>
                  </a:lnTo>
                  <a:lnTo>
                    <a:pt x="4063" y="3892"/>
                  </a:lnTo>
                  <a:lnTo>
                    <a:pt x="4097" y="1564"/>
                  </a:lnTo>
                  <a:lnTo>
                    <a:pt x="6642" y="1610"/>
                  </a:lnTo>
                  <a:lnTo>
                    <a:pt x="6676" y="229"/>
                  </a:lnTo>
                  <a:lnTo>
                    <a:pt x="6688" y="5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9028;p37">
              <a:extLst>
                <a:ext uri="{FF2B5EF4-FFF2-40B4-BE49-F238E27FC236}">
                  <a16:creationId xmlns:a16="http://schemas.microsoft.com/office/drawing/2014/main" xmlns="" id="{EB0C9D07-F9CA-41C2-A2FE-3B08C99FC8E8}"/>
                </a:ext>
              </a:extLst>
            </p:cNvPr>
            <p:cNvSpPr/>
            <p:nvPr/>
          </p:nvSpPr>
          <p:spPr>
            <a:xfrm>
              <a:off x="4391300" y="2382575"/>
              <a:ext cx="421975" cy="358950"/>
            </a:xfrm>
            <a:custGeom>
              <a:avLst/>
              <a:gdLst/>
              <a:ahLst/>
              <a:cxnLst/>
              <a:rect l="l" t="t" r="r" b="b"/>
              <a:pathLst>
                <a:path w="16879" h="14358" extrusionOk="0">
                  <a:moveTo>
                    <a:pt x="9153" y="2774"/>
                  </a:moveTo>
                  <a:lnTo>
                    <a:pt x="7692" y="2694"/>
                  </a:lnTo>
                  <a:lnTo>
                    <a:pt x="5318" y="891"/>
                  </a:lnTo>
                  <a:lnTo>
                    <a:pt x="4097" y="241"/>
                  </a:lnTo>
                  <a:lnTo>
                    <a:pt x="3139" y="1"/>
                  </a:lnTo>
                  <a:lnTo>
                    <a:pt x="3013" y="149"/>
                  </a:lnTo>
                  <a:lnTo>
                    <a:pt x="1530" y="583"/>
                  </a:lnTo>
                  <a:lnTo>
                    <a:pt x="2397" y="1496"/>
                  </a:lnTo>
                  <a:lnTo>
                    <a:pt x="2157" y="1644"/>
                  </a:lnTo>
                  <a:lnTo>
                    <a:pt x="2055" y="1952"/>
                  </a:lnTo>
                  <a:lnTo>
                    <a:pt x="1484" y="2067"/>
                  </a:lnTo>
                  <a:lnTo>
                    <a:pt x="1336" y="2397"/>
                  </a:lnTo>
                  <a:lnTo>
                    <a:pt x="1027" y="2683"/>
                  </a:lnTo>
                  <a:lnTo>
                    <a:pt x="160" y="2546"/>
                  </a:lnTo>
                  <a:lnTo>
                    <a:pt x="92" y="2900"/>
                  </a:lnTo>
                  <a:lnTo>
                    <a:pt x="92" y="3208"/>
                  </a:lnTo>
                  <a:lnTo>
                    <a:pt x="0" y="3710"/>
                  </a:lnTo>
                  <a:lnTo>
                    <a:pt x="388" y="3710"/>
                  </a:lnTo>
                  <a:lnTo>
                    <a:pt x="845" y="4338"/>
                  </a:lnTo>
                  <a:lnTo>
                    <a:pt x="1381" y="5068"/>
                  </a:lnTo>
                  <a:lnTo>
                    <a:pt x="1735" y="5741"/>
                  </a:lnTo>
                  <a:lnTo>
                    <a:pt x="1975" y="5947"/>
                  </a:lnTo>
                  <a:lnTo>
                    <a:pt x="2214" y="6426"/>
                  </a:lnTo>
                  <a:lnTo>
                    <a:pt x="2192" y="6620"/>
                  </a:lnTo>
                  <a:lnTo>
                    <a:pt x="2488" y="7145"/>
                  </a:lnTo>
                  <a:lnTo>
                    <a:pt x="2922" y="7339"/>
                  </a:lnTo>
                  <a:lnTo>
                    <a:pt x="3321" y="7693"/>
                  </a:lnTo>
                  <a:lnTo>
                    <a:pt x="3823" y="8686"/>
                  </a:lnTo>
                  <a:lnTo>
                    <a:pt x="3823" y="9233"/>
                  </a:lnTo>
                  <a:lnTo>
                    <a:pt x="3960" y="9861"/>
                  </a:lnTo>
                  <a:lnTo>
                    <a:pt x="4531" y="10728"/>
                  </a:lnTo>
                  <a:lnTo>
                    <a:pt x="4885" y="10877"/>
                  </a:lnTo>
                  <a:lnTo>
                    <a:pt x="5467" y="11504"/>
                  </a:lnTo>
                  <a:lnTo>
                    <a:pt x="5741" y="12246"/>
                  </a:lnTo>
                  <a:lnTo>
                    <a:pt x="6197" y="12999"/>
                  </a:lnTo>
                  <a:lnTo>
                    <a:pt x="6631" y="13330"/>
                  </a:lnTo>
                  <a:lnTo>
                    <a:pt x="6711" y="13684"/>
                  </a:lnTo>
                  <a:lnTo>
                    <a:pt x="6962" y="13958"/>
                  </a:lnTo>
                  <a:lnTo>
                    <a:pt x="7099" y="14357"/>
                  </a:lnTo>
                  <a:lnTo>
                    <a:pt x="7418" y="14049"/>
                  </a:lnTo>
                  <a:lnTo>
                    <a:pt x="7327" y="13673"/>
                  </a:lnTo>
                  <a:lnTo>
                    <a:pt x="7498" y="13228"/>
                  </a:lnTo>
                  <a:lnTo>
                    <a:pt x="7841" y="13467"/>
                  </a:lnTo>
                  <a:lnTo>
                    <a:pt x="8057" y="13376"/>
                  </a:lnTo>
                  <a:lnTo>
                    <a:pt x="8970" y="13353"/>
                  </a:lnTo>
                  <a:lnTo>
                    <a:pt x="9107" y="13456"/>
                  </a:lnTo>
                  <a:lnTo>
                    <a:pt x="9883" y="13536"/>
                  </a:lnTo>
                  <a:lnTo>
                    <a:pt x="10180" y="13490"/>
                  </a:lnTo>
                  <a:lnTo>
                    <a:pt x="10408" y="13798"/>
                  </a:lnTo>
                  <a:lnTo>
                    <a:pt x="10762" y="13650"/>
                  </a:lnTo>
                  <a:lnTo>
                    <a:pt x="11264" y="12703"/>
                  </a:lnTo>
                  <a:lnTo>
                    <a:pt x="11972" y="12280"/>
                  </a:lnTo>
                  <a:lnTo>
                    <a:pt x="14220" y="11938"/>
                  </a:lnTo>
                  <a:lnTo>
                    <a:pt x="16514" y="11025"/>
                  </a:lnTo>
                  <a:lnTo>
                    <a:pt x="16879" y="9222"/>
                  </a:lnTo>
                  <a:lnTo>
                    <a:pt x="16468" y="8571"/>
                  </a:lnTo>
                  <a:lnTo>
                    <a:pt x="16320" y="8765"/>
                  </a:lnTo>
                  <a:lnTo>
                    <a:pt x="13923" y="8309"/>
                  </a:lnTo>
                  <a:lnTo>
                    <a:pt x="13558" y="7396"/>
                  </a:lnTo>
                  <a:lnTo>
                    <a:pt x="13501" y="7179"/>
                  </a:lnTo>
                  <a:lnTo>
                    <a:pt x="13330" y="6837"/>
                  </a:lnTo>
                  <a:lnTo>
                    <a:pt x="13113" y="6894"/>
                  </a:lnTo>
                  <a:lnTo>
                    <a:pt x="12862" y="6723"/>
                  </a:lnTo>
                  <a:lnTo>
                    <a:pt x="12714" y="6494"/>
                  </a:lnTo>
                  <a:lnTo>
                    <a:pt x="12588" y="6198"/>
                  </a:lnTo>
                  <a:lnTo>
                    <a:pt x="12348" y="5935"/>
                  </a:lnTo>
                  <a:lnTo>
                    <a:pt x="12200" y="5639"/>
                  </a:lnTo>
                  <a:lnTo>
                    <a:pt x="12257" y="5342"/>
                  </a:lnTo>
                  <a:lnTo>
                    <a:pt x="12177" y="4954"/>
                  </a:lnTo>
                  <a:lnTo>
                    <a:pt x="11607" y="4577"/>
                  </a:lnTo>
                  <a:lnTo>
                    <a:pt x="11435" y="4258"/>
                  </a:lnTo>
                  <a:lnTo>
                    <a:pt x="11013" y="4052"/>
                  </a:lnTo>
                  <a:lnTo>
                    <a:pt x="10637" y="3265"/>
                  </a:lnTo>
                  <a:lnTo>
                    <a:pt x="10089" y="3299"/>
                  </a:lnTo>
                  <a:lnTo>
                    <a:pt x="9849" y="285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9029;p37">
              <a:extLst>
                <a:ext uri="{FF2B5EF4-FFF2-40B4-BE49-F238E27FC236}">
                  <a16:creationId xmlns:a16="http://schemas.microsoft.com/office/drawing/2014/main" xmlns="" id="{5442660C-6573-4232-81C8-2594E7D0CE29}"/>
                </a:ext>
              </a:extLst>
            </p:cNvPr>
            <p:cNvSpPr/>
            <p:nvPr/>
          </p:nvSpPr>
          <p:spPr>
            <a:xfrm>
              <a:off x="4157925" y="2613100"/>
              <a:ext cx="321850" cy="303325"/>
            </a:xfrm>
            <a:custGeom>
              <a:avLst/>
              <a:gdLst/>
              <a:ahLst/>
              <a:cxnLst/>
              <a:rect l="l" t="t" r="r" b="b"/>
              <a:pathLst>
                <a:path w="12874" h="12133" extrusionOk="0">
                  <a:moveTo>
                    <a:pt x="11652" y="5171"/>
                  </a:moveTo>
                  <a:lnTo>
                    <a:pt x="11709" y="4577"/>
                  </a:lnTo>
                  <a:lnTo>
                    <a:pt x="11937" y="4292"/>
                  </a:lnTo>
                  <a:lnTo>
                    <a:pt x="12508" y="4144"/>
                  </a:lnTo>
                  <a:lnTo>
                    <a:pt x="12873" y="3630"/>
                  </a:lnTo>
                  <a:lnTo>
                    <a:pt x="12439" y="3288"/>
                  </a:lnTo>
                  <a:lnTo>
                    <a:pt x="12120" y="3059"/>
                  </a:lnTo>
                  <a:lnTo>
                    <a:pt x="11766" y="1975"/>
                  </a:lnTo>
                  <a:lnTo>
                    <a:pt x="11606" y="1051"/>
                  </a:lnTo>
                  <a:lnTo>
                    <a:pt x="11766" y="880"/>
                  </a:lnTo>
                  <a:lnTo>
                    <a:pt x="11469" y="1"/>
                  </a:lnTo>
                  <a:lnTo>
                    <a:pt x="8354" y="1"/>
                  </a:lnTo>
                  <a:lnTo>
                    <a:pt x="5307" y="1"/>
                  </a:lnTo>
                  <a:lnTo>
                    <a:pt x="2157" y="1"/>
                  </a:lnTo>
                  <a:lnTo>
                    <a:pt x="2226" y="1804"/>
                  </a:lnTo>
                  <a:lnTo>
                    <a:pt x="1324" y="1804"/>
                  </a:lnTo>
                  <a:lnTo>
                    <a:pt x="1324" y="2192"/>
                  </a:lnTo>
                  <a:lnTo>
                    <a:pt x="1484" y="5787"/>
                  </a:lnTo>
                  <a:lnTo>
                    <a:pt x="799" y="5730"/>
                  </a:lnTo>
                  <a:lnTo>
                    <a:pt x="457" y="6403"/>
                  </a:lnTo>
                  <a:lnTo>
                    <a:pt x="251" y="6951"/>
                  </a:lnTo>
                  <a:lnTo>
                    <a:pt x="422" y="7168"/>
                  </a:lnTo>
                  <a:lnTo>
                    <a:pt x="171" y="7442"/>
                  </a:lnTo>
                  <a:lnTo>
                    <a:pt x="274" y="7830"/>
                  </a:lnTo>
                  <a:lnTo>
                    <a:pt x="69" y="8195"/>
                  </a:lnTo>
                  <a:lnTo>
                    <a:pt x="0" y="8537"/>
                  </a:lnTo>
                  <a:lnTo>
                    <a:pt x="285" y="8480"/>
                  </a:lnTo>
                  <a:lnTo>
                    <a:pt x="457" y="8834"/>
                  </a:lnTo>
                  <a:lnTo>
                    <a:pt x="468" y="9370"/>
                  </a:lnTo>
                  <a:lnTo>
                    <a:pt x="765" y="9621"/>
                  </a:lnTo>
                  <a:lnTo>
                    <a:pt x="765" y="9850"/>
                  </a:lnTo>
                  <a:lnTo>
                    <a:pt x="868" y="10238"/>
                  </a:lnTo>
                  <a:lnTo>
                    <a:pt x="1335" y="10808"/>
                  </a:lnTo>
                  <a:lnTo>
                    <a:pt x="1335" y="11185"/>
                  </a:lnTo>
                  <a:lnTo>
                    <a:pt x="1221" y="11550"/>
                  </a:lnTo>
                  <a:lnTo>
                    <a:pt x="1267" y="11835"/>
                  </a:lnTo>
                  <a:lnTo>
                    <a:pt x="1552" y="12086"/>
                  </a:lnTo>
                  <a:lnTo>
                    <a:pt x="1621" y="12132"/>
                  </a:lnTo>
                  <a:lnTo>
                    <a:pt x="1860" y="12029"/>
                  </a:lnTo>
                  <a:lnTo>
                    <a:pt x="2134" y="11858"/>
                  </a:lnTo>
                  <a:lnTo>
                    <a:pt x="2317" y="11048"/>
                  </a:lnTo>
                  <a:lnTo>
                    <a:pt x="2534" y="10637"/>
                  </a:lnTo>
                  <a:lnTo>
                    <a:pt x="3104" y="10512"/>
                  </a:lnTo>
                  <a:lnTo>
                    <a:pt x="3253" y="10763"/>
                  </a:lnTo>
                  <a:lnTo>
                    <a:pt x="3675" y="11288"/>
                  </a:lnTo>
                  <a:lnTo>
                    <a:pt x="3892" y="11368"/>
                  </a:lnTo>
                  <a:lnTo>
                    <a:pt x="4177" y="11208"/>
                  </a:lnTo>
                  <a:lnTo>
                    <a:pt x="4759" y="11253"/>
                  </a:lnTo>
                  <a:lnTo>
                    <a:pt x="4873" y="11436"/>
                  </a:lnTo>
                  <a:lnTo>
                    <a:pt x="5661" y="11436"/>
                  </a:lnTo>
                  <a:lnTo>
                    <a:pt x="5683" y="11253"/>
                  </a:lnTo>
                  <a:lnTo>
                    <a:pt x="6106" y="11082"/>
                  </a:lnTo>
                  <a:lnTo>
                    <a:pt x="6174" y="10808"/>
                  </a:lnTo>
                  <a:lnTo>
                    <a:pt x="6471" y="10626"/>
                  </a:lnTo>
                  <a:lnTo>
                    <a:pt x="7156" y="11151"/>
                  </a:lnTo>
                  <a:lnTo>
                    <a:pt x="7555" y="11048"/>
                  </a:lnTo>
                  <a:lnTo>
                    <a:pt x="7943" y="10409"/>
                  </a:lnTo>
                  <a:lnTo>
                    <a:pt x="8365" y="9907"/>
                  </a:lnTo>
                  <a:lnTo>
                    <a:pt x="8285" y="9348"/>
                  </a:lnTo>
                  <a:lnTo>
                    <a:pt x="8080" y="9096"/>
                  </a:lnTo>
                  <a:lnTo>
                    <a:pt x="8571" y="9051"/>
                  </a:lnTo>
                  <a:lnTo>
                    <a:pt x="8616" y="8834"/>
                  </a:lnTo>
                  <a:lnTo>
                    <a:pt x="8982" y="8914"/>
                  </a:lnTo>
                  <a:lnTo>
                    <a:pt x="8913" y="9576"/>
                  </a:lnTo>
                  <a:lnTo>
                    <a:pt x="9027" y="10238"/>
                  </a:lnTo>
                  <a:lnTo>
                    <a:pt x="9438" y="10591"/>
                  </a:lnTo>
                  <a:lnTo>
                    <a:pt x="9541" y="10911"/>
                  </a:lnTo>
                  <a:lnTo>
                    <a:pt x="9541" y="11345"/>
                  </a:lnTo>
                  <a:lnTo>
                    <a:pt x="9655" y="11368"/>
                  </a:lnTo>
                  <a:lnTo>
                    <a:pt x="9655" y="11265"/>
                  </a:lnTo>
                  <a:lnTo>
                    <a:pt x="9849" y="10306"/>
                  </a:lnTo>
                  <a:lnTo>
                    <a:pt x="10226" y="10055"/>
                  </a:lnTo>
                  <a:lnTo>
                    <a:pt x="10294" y="9679"/>
                  </a:lnTo>
                  <a:lnTo>
                    <a:pt x="10625" y="8994"/>
                  </a:lnTo>
                  <a:lnTo>
                    <a:pt x="11081" y="8537"/>
                  </a:lnTo>
                  <a:lnTo>
                    <a:pt x="11378" y="7659"/>
                  </a:lnTo>
                  <a:lnTo>
                    <a:pt x="11481" y="6871"/>
                  </a:lnTo>
                  <a:lnTo>
                    <a:pt x="11378" y="651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9030;p37">
              <a:extLst>
                <a:ext uri="{FF2B5EF4-FFF2-40B4-BE49-F238E27FC236}">
                  <a16:creationId xmlns:a16="http://schemas.microsoft.com/office/drawing/2014/main" xmlns="" id="{4870969A-880F-4906-AC47-50CB6AE71571}"/>
                </a:ext>
              </a:extLst>
            </p:cNvPr>
            <p:cNvSpPr/>
            <p:nvPr/>
          </p:nvSpPr>
          <p:spPr>
            <a:xfrm>
              <a:off x="4198425" y="2834225"/>
              <a:ext cx="229425" cy="198300"/>
            </a:xfrm>
            <a:custGeom>
              <a:avLst/>
              <a:gdLst/>
              <a:ahLst/>
              <a:cxnLst/>
              <a:rect l="l" t="t" r="r" b="b"/>
              <a:pathLst>
                <a:path w="9177" h="7932" extrusionOk="0">
                  <a:moveTo>
                    <a:pt x="7921" y="2066"/>
                  </a:moveTo>
                  <a:lnTo>
                    <a:pt x="7818" y="1746"/>
                  </a:lnTo>
                  <a:lnTo>
                    <a:pt x="7407" y="1393"/>
                  </a:lnTo>
                  <a:lnTo>
                    <a:pt x="7293" y="742"/>
                  </a:lnTo>
                  <a:lnTo>
                    <a:pt x="7362" y="69"/>
                  </a:lnTo>
                  <a:lnTo>
                    <a:pt x="6996" y="0"/>
                  </a:lnTo>
                  <a:lnTo>
                    <a:pt x="6951" y="206"/>
                  </a:lnTo>
                  <a:lnTo>
                    <a:pt x="6471" y="251"/>
                  </a:lnTo>
                  <a:lnTo>
                    <a:pt x="6665" y="514"/>
                  </a:lnTo>
                  <a:lnTo>
                    <a:pt x="6757" y="1062"/>
                  </a:lnTo>
                  <a:lnTo>
                    <a:pt x="6323" y="1564"/>
                  </a:lnTo>
                  <a:lnTo>
                    <a:pt x="5935" y="2203"/>
                  </a:lnTo>
                  <a:lnTo>
                    <a:pt x="5536" y="2306"/>
                  </a:lnTo>
                  <a:lnTo>
                    <a:pt x="4851" y="1781"/>
                  </a:lnTo>
                  <a:lnTo>
                    <a:pt x="4554" y="1963"/>
                  </a:lnTo>
                  <a:lnTo>
                    <a:pt x="4486" y="2237"/>
                  </a:lnTo>
                  <a:lnTo>
                    <a:pt x="4075" y="2408"/>
                  </a:lnTo>
                  <a:lnTo>
                    <a:pt x="4041" y="2591"/>
                  </a:lnTo>
                  <a:lnTo>
                    <a:pt x="3253" y="2591"/>
                  </a:lnTo>
                  <a:lnTo>
                    <a:pt x="3139" y="2408"/>
                  </a:lnTo>
                  <a:lnTo>
                    <a:pt x="2557" y="2363"/>
                  </a:lnTo>
                  <a:lnTo>
                    <a:pt x="2272" y="2523"/>
                  </a:lnTo>
                  <a:lnTo>
                    <a:pt x="2055" y="2454"/>
                  </a:lnTo>
                  <a:lnTo>
                    <a:pt x="1633" y="1918"/>
                  </a:lnTo>
                  <a:lnTo>
                    <a:pt x="1484" y="1667"/>
                  </a:lnTo>
                  <a:lnTo>
                    <a:pt x="914" y="1792"/>
                  </a:lnTo>
                  <a:lnTo>
                    <a:pt x="708" y="2203"/>
                  </a:lnTo>
                  <a:lnTo>
                    <a:pt x="514" y="3025"/>
                  </a:lnTo>
                  <a:lnTo>
                    <a:pt x="252" y="3196"/>
                  </a:lnTo>
                  <a:lnTo>
                    <a:pt x="1" y="3287"/>
                  </a:lnTo>
                  <a:lnTo>
                    <a:pt x="548" y="3652"/>
                  </a:lnTo>
                  <a:lnTo>
                    <a:pt x="982" y="4017"/>
                  </a:lnTo>
                  <a:lnTo>
                    <a:pt x="1005" y="4303"/>
                  </a:lnTo>
                  <a:lnTo>
                    <a:pt x="1541" y="4794"/>
                  </a:lnTo>
                  <a:lnTo>
                    <a:pt x="1884" y="5170"/>
                  </a:lnTo>
                  <a:lnTo>
                    <a:pt x="2101" y="5718"/>
                  </a:lnTo>
                  <a:lnTo>
                    <a:pt x="2694" y="6072"/>
                  </a:lnTo>
                  <a:lnTo>
                    <a:pt x="2831" y="6368"/>
                  </a:lnTo>
                  <a:lnTo>
                    <a:pt x="3333" y="7110"/>
                  </a:lnTo>
                  <a:lnTo>
                    <a:pt x="3687" y="7224"/>
                  </a:lnTo>
                  <a:lnTo>
                    <a:pt x="3904" y="7076"/>
                  </a:lnTo>
                  <a:lnTo>
                    <a:pt x="4269" y="7133"/>
                  </a:lnTo>
                  <a:lnTo>
                    <a:pt x="4714" y="6939"/>
                  </a:lnTo>
                  <a:lnTo>
                    <a:pt x="4908" y="7327"/>
                  </a:lnTo>
                  <a:lnTo>
                    <a:pt x="5627" y="7932"/>
                  </a:lnTo>
                  <a:lnTo>
                    <a:pt x="5627" y="7932"/>
                  </a:lnTo>
                  <a:lnTo>
                    <a:pt x="5946" y="7681"/>
                  </a:lnTo>
                  <a:lnTo>
                    <a:pt x="6449" y="7886"/>
                  </a:lnTo>
                  <a:lnTo>
                    <a:pt x="7088" y="7669"/>
                  </a:lnTo>
                  <a:lnTo>
                    <a:pt x="7658" y="7681"/>
                  </a:lnTo>
                  <a:lnTo>
                    <a:pt x="8149" y="7259"/>
                  </a:lnTo>
                  <a:lnTo>
                    <a:pt x="8640" y="6711"/>
                  </a:lnTo>
                  <a:lnTo>
                    <a:pt x="9176" y="6117"/>
                  </a:lnTo>
                  <a:lnTo>
                    <a:pt x="8674" y="5136"/>
                  </a:lnTo>
                  <a:lnTo>
                    <a:pt x="8309" y="4919"/>
                  </a:lnTo>
                  <a:lnTo>
                    <a:pt x="8160" y="4565"/>
                  </a:lnTo>
                  <a:lnTo>
                    <a:pt x="7750" y="4120"/>
                  </a:lnTo>
                  <a:lnTo>
                    <a:pt x="7259" y="4052"/>
                  </a:lnTo>
                  <a:lnTo>
                    <a:pt x="7521" y="3538"/>
                  </a:lnTo>
                  <a:lnTo>
                    <a:pt x="7944" y="3515"/>
                  </a:lnTo>
                  <a:lnTo>
                    <a:pt x="8058" y="3230"/>
                  </a:lnTo>
                  <a:lnTo>
                    <a:pt x="8035" y="2523"/>
                  </a:lnTo>
                  <a:lnTo>
                    <a:pt x="7921" y="251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9031;p37">
              <a:extLst>
                <a:ext uri="{FF2B5EF4-FFF2-40B4-BE49-F238E27FC236}">
                  <a16:creationId xmlns:a16="http://schemas.microsoft.com/office/drawing/2014/main" xmlns="" id="{358C3CDB-4FC3-41D5-A6EA-D55EC4F7F5BA}"/>
                </a:ext>
              </a:extLst>
            </p:cNvPr>
            <p:cNvSpPr/>
            <p:nvPr/>
          </p:nvSpPr>
          <p:spPr>
            <a:xfrm>
              <a:off x="3371325" y="2735800"/>
              <a:ext cx="121850" cy="96450"/>
            </a:xfrm>
            <a:custGeom>
              <a:avLst/>
              <a:gdLst/>
              <a:ahLst/>
              <a:cxnLst/>
              <a:rect l="l" t="t" r="r" b="b"/>
              <a:pathLst>
                <a:path w="4874" h="3858" extrusionOk="0">
                  <a:moveTo>
                    <a:pt x="4326" y="1792"/>
                  </a:moveTo>
                  <a:lnTo>
                    <a:pt x="3812" y="1164"/>
                  </a:lnTo>
                  <a:lnTo>
                    <a:pt x="3356" y="491"/>
                  </a:lnTo>
                  <a:lnTo>
                    <a:pt x="2831" y="251"/>
                  </a:lnTo>
                  <a:lnTo>
                    <a:pt x="2454" y="0"/>
                  </a:lnTo>
                  <a:lnTo>
                    <a:pt x="2021" y="0"/>
                  </a:lnTo>
                  <a:lnTo>
                    <a:pt x="1621" y="194"/>
                  </a:lnTo>
                  <a:lnTo>
                    <a:pt x="1233" y="126"/>
                  </a:lnTo>
                  <a:lnTo>
                    <a:pt x="948" y="411"/>
                  </a:lnTo>
                  <a:lnTo>
                    <a:pt x="765" y="879"/>
                  </a:lnTo>
                  <a:lnTo>
                    <a:pt x="366" y="1507"/>
                  </a:lnTo>
                  <a:lnTo>
                    <a:pt x="1" y="1678"/>
                  </a:lnTo>
                  <a:lnTo>
                    <a:pt x="389" y="2009"/>
                  </a:lnTo>
                  <a:lnTo>
                    <a:pt x="708" y="2716"/>
                  </a:lnTo>
                  <a:lnTo>
                    <a:pt x="1576" y="2693"/>
                  </a:lnTo>
                  <a:lnTo>
                    <a:pt x="1758" y="2477"/>
                  </a:lnTo>
                  <a:lnTo>
                    <a:pt x="2021" y="2465"/>
                  </a:lnTo>
                  <a:lnTo>
                    <a:pt x="2317" y="2682"/>
                  </a:lnTo>
                  <a:lnTo>
                    <a:pt x="2568" y="2693"/>
                  </a:lnTo>
                  <a:lnTo>
                    <a:pt x="2831" y="2534"/>
                  </a:lnTo>
                  <a:lnTo>
                    <a:pt x="2991" y="2796"/>
                  </a:lnTo>
                  <a:lnTo>
                    <a:pt x="2648" y="3002"/>
                  </a:lnTo>
                  <a:lnTo>
                    <a:pt x="2306" y="2990"/>
                  </a:lnTo>
                  <a:lnTo>
                    <a:pt x="1964" y="2796"/>
                  </a:lnTo>
                  <a:lnTo>
                    <a:pt x="1667" y="3002"/>
                  </a:lnTo>
                  <a:lnTo>
                    <a:pt x="1519" y="3002"/>
                  </a:lnTo>
                  <a:lnTo>
                    <a:pt x="1325" y="3139"/>
                  </a:lnTo>
                  <a:lnTo>
                    <a:pt x="606" y="3116"/>
                  </a:lnTo>
                  <a:lnTo>
                    <a:pt x="720" y="3812"/>
                  </a:lnTo>
                  <a:lnTo>
                    <a:pt x="1142" y="3664"/>
                  </a:lnTo>
                  <a:lnTo>
                    <a:pt x="1404" y="3686"/>
                  </a:lnTo>
                  <a:lnTo>
                    <a:pt x="1621" y="3584"/>
                  </a:lnTo>
                  <a:lnTo>
                    <a:pt x="3082" y="3629"/>
                  </a:lnTo>
                  <a:lnTo>
                    <a:pt x="3470" y="3641"/>
                  </a:lnTo>
                  <a:lnTo>
                    <a:pt x="4041" y="3858"/>
                  </a:lnTo>
                  <a:lnTo>
                    <a:pt x="4223" y="3846"/>
                  </a:lnTo>
                  <a:lnTo>
                    <a:pt x="4280" y="3743"/>
                  </a:lnTo>
                  <a:lnTo>
                    <a:pt x="4714" y="3812"/>
                  </a:lnTo>
                  <a:lnTo>
                    <a:pt x="4828" y="3755"/>
                  </a:lnTo>
                  <a:lnTo>
                    <a:pt x="4874" y="3470"/>
                  </a:lnTo>
                  <a:lnTo>
                    <a:pt x="4817" y="3139"/>
                  </a:lnTo>
                  <a:lnTo>
                    <a:pt x="4509" y="2876"/>
                  </a:lnTo>
                  <a:lnTo>
                    <a:pt x="4360" y="235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9032;p37">
              <a:extLst>
                <a:ext uri="{FF2B5EF4-FFF2-40B4-BE49-F238E27FC236}">
                  <a16:creationId xmlns:a16="http://schemas.microsoft.com/office/drawing/2014/main" xmlns="" id="{8307E5F1-2D63-434C-B601-4504B9879DA3}"/>
                </a:ext>
              </a:extLst>
            </p:cNvPr>
            <p:cNvSpPr/>
            <p:nvPr/>
          </p:nvSpPr>
          <p:spPr>
            <a:xfrm>
              <a:off x="3456650" y="2884150"/>
              <a:ext cx="60500" cy="74200"/>
            </a:xfrm>
            <a:custGeom>
              <a:avLst/>
              <a:gdLst/>
              <a:ahLst/>
              <a:cxnLst/>
              <a:rect l="l" t="t" r="r" b="b"/>
              <a:pathLst>
                <a:path w="2420" h="2968" extrusionOk="0">
                  <a:moveTo>
                    <a:pt x="2419" y="1496"/>
                  </a:moveTo>
                  <a:lnTo>
                    <a:pt x="2203" y="1541"/>
                  </a:lnTo>
                  <a:lnTo>
                    <a:pt x="2203" y="1210"/>
                  </a:lnTo>
                  <a:lnTo>
                    <a:pt x="2077" y="971"/>
                  </a:lnTo>
                  <a:lnTo>
                    <a:pt x="2100" y="708"/>
                  </a:lnTo>
                  <a:lnTo>
                    <a:pt x="1929" y="320"/>
                  </a:lnTo>
                  <a:lnTo>
                    <a:pt x="1712" y="1"/>
                  </a:lnTo>
                  <a:lnTo>
                    <a:pt x="1073" y="1"/>
                  </a:lnTo>
                  <a:lnTo>
                    <a:pt x="890" y="172"/>
                  </a:lnTo>
                  <a:lnTo>
                    <a:pt x="673" y="195"/>
                  </a:lnTo>
                  <a:lnTo>
                    <a:pt x="536" y="400"/>
                  </a:lnTo>
                  <a:lnTo>
                    <a:pt x="434" y="640"/>
                  </a:lnTo>
                  <a:lnTo>
                    <a:pt x="0" y="1039"/>
                  </a:lnTo>
                  <a:lnTo>
                    <a:pt x="103" y="1712"/>
                  </a:lnTo>
                  <a:lnTo>
                    <a:pt x="228" y="2032"/>
                  </a:lnTo>
                  <a:lnTo>
                    <a:pt x="650" y="2534"/>
                  </a:lnTo>
                  <a:lnTo>
                    <a:pt x="1233" y="2888"/>
                  </a:lnTo>
                  <a:lnTo>
                    <a:pt x="1449" y="2968"/>
                  </a:lnTo>
                  <a:lnTo>
                    <a:pt x="1632" y="2682"/>
                  </a:lnTo>
                  <a:lnTo>
                    <a:pt x="1678" y="2409"/>
                  </a:lnTo>
                  <a:lnTo>
                    <a:pt x="2043" y="191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9033;p37">
              <a:extLst>
                <a:ext uri="{FF2B5EF4-FFF2-40B4-BE49-F238E27FC236}">
                  <a16:creationId xmlns:a16="http://schemas.microsoft.com/office/drawing/2014/main" xmlns="" id="{28B2507D-3632-4A4B-95AC-D666A9E01C82}"/>
                </a:ext>
              </a:extLst>
            </p:cNvPr>
            <p:cNvSpPr/>
            <p:nvPr/>
          </p:nvSpPr>
          <p:spPr>
            <a:xfrm>
              <a:off x="1930550" y="2784875"/>
              <a:ext cx="47375" cy="28825"/>
            </a:xfrm>
            <a:custGeom>
              <a:avLst/>
              <a:gdLst/>
              <a:ahLst/>
              <a:cxnLst/>
              <a:rect l="l" t="t" r="r" b="b"/>
              <a:pathLst>
                <a:path w="1895" h="1153" extrusionOk="0">
                  <a:moveTo>
                    <a:pt x="1803" y="947"/>
                  </a:moveTo>
                  <a:lnTo>
                    <a:pt x="1895" y="582"/>
                  </a:lnTo>
                  <a:lnTo>
                    <a:pt x="1792" y="491"/>
                  </a:lnTo>
                  <a:lnTo>
                    <a:pt x="1632" y="411"/>
                  </a:lnTo>
                  <a:lnTo>
                    <a:pt x="1278" y="525"/>
                  </a:lnTo>
                  <a:lnTo>
                    <a:pt x="1267" y="400"/>
                  </a:lnTo>
                  <a:lnTo>
                    <a:pt x="1027" y="263"/>
                  </a:lnTo>
                  <a:lnTo>
                    <a:pt x="879" y="69"/>
                  </a:lnTo>
                  <a:lnTo>
                    <a:pt x="662" y="0"/>
                  </a:lnTo>
                  <a:lnTo>
                    <a:pt x="457" y="57"/>
                  </a:lnTo>
                  <a:lnTo>
                    <a:pt x="491" y="160"/>
                  </a:lnTo>
                  <a:lnTo>
                    <a:pt x="331" y="263"/>
                  </a:lnTo>
                  <a:lnTo>
                    <a:pt x="34" y="491"/>
                  </a:lnTo>
                  <a:lnTo>
                    <a:pt x="0" y="628"/>
                  </a:lnTo>
                  <a:lnTo>
                    <a:pt x="206" y="810"/>
                  </a:lnTo>
                  <a:lnTo>
                    <a:pt x="651" y="867"/>
                  </a:lnTo>
                  <a:lnTo>
                    <a:pt x="959" y="1061"/>
                  </a:lnTo>
                  <a:lnTo>
                    <a:pt x="1233" y="1141"/>
                  </a:lnTo>
                  <a:lnTo>
                    <a:pt x="1701" y="115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9034;p37">
              <a:extLst>
                <a:ext uri="{FF2B5EF4-FFF2-40B4-BE49-F238E27FC236}">
                  <a16:creationId xmlns:a16="http://schemas.microsoft.com/office/drawing/2014/main" xmlns="" id="{786E1425-C5EA-4393-A628-9F1222408703}"/>
                </a:ext>
              </a:extLst>
            </p:cNvPr>
            <p:cNvSpPr/>
            <p:nvPr/>
          </p:nvSpPr>
          <p:spPr>
            <a:xfrm>
              <a:off x="4057500" y="2067050"/>
              <a:ext cx="81050" cy="86175"/>
            </a:xfrm>
            <a:custGeom>
              <a:avLst/>
              <a:gdLst/>
              <a:ahLst/>
              <a:cxnLst/>
              <a:rect l="l" t="t" r="r" b="b"/>
              <a:pathLst>
                <a:path w="3242" h="3447" extrusionOk="0">
                  <a:moveTo>
                    <a:pt x="1974" y="867"/>
                  </a:moveTo>
                  <a:lnTo>
                    <a:pt x="1518" y="651"/>
                  </a:lnTo>
                  <a:lnTo>
                    <a:pt x="1404" y="388"/>
                  </a:lnTo>
                  <a:lnTo>
                    <a:pt x="993" y="23"/>
                  </a:lnTo>
                  <a:lnTo>
                    <a:pt x="536" y="0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217" y="571"/>
                  </a:lnTo>
                  <a:lnTo>
                    <a:pt x="457" y="822"/>
                  </a:lnTo>
                  <a:lnTo>
                    <a:pt x="217" y="1153"/>
                  </a:lnTo>
                  <a:lnTo>
                    <a:pt x="217" y="1153"/>
                  </a:lnTo>
                  <a:lnTo>
                    <a:pt x="479" y="1153"/>
                  </a:lnTo>
                  <a:lnTo>
                    <a:pt x="331" y="1541"/>
                  </a:lnTo>
                  <a:lnTo>
                    <a:pt x="719" y="1872"/>
                  </a:lnTo>
                  <a:lnTo>
                    <a:pt x="651" y="2283"/>
                  </a:lnTo>
                  <a:lnTo>
                    <a:pt x="479" y="2328"/>
                  </a:lnTo>
                  <a:lnTo>
                    <a:pt x="685" y="2477"/>
                  </a:lnTo>
                  <a:lnTo>
                    <a:pt x="799" y="2591"/>
                  </a:lnTo>
                  <a:lnTo>
                    <a:pt x="1061" y="2693"/>
                  </a:lnTo>
                  <a:lnTo>
                    <a:pt x="1347" y="2865"/>
                  </a:lnTo>
                  <a:lnTo>
                    <a:pt x="1290" y="2956"/>
                  </a:lnTo>
                  <a:lnTo>
                    <a:pt x="1461" y="2876"/>
                  </a:lnTo>
                  <a:lnTo>
                    <a:pt x="1529" y="2591"/>
                  </a:lnTo>
                  <a:lnTo>
                    <a:pt x="1655" y="2534"/>
                  </a:lnTo>
                  <a:lnTo>
                    <a:pt x="1769" y="2671"/>
                  </a:lnTo>
                  <a:lnTo>
                    <a:pt x="1917" y="2728"/>
                  </a:lnTo>
                  <a:lnTo>
                    <a:pt x="2031" y="2865"/>
                  </a:lnTo>
                  <a:lnTo>
                    <a:pt x="2146" y="2910"/>
                  </a:lnTo>
                  <a:lnTo>
                    <a:pt x="2305" y="3070"/>
                  </a:lnTo>
                  <a:lnTo>
                    <a:pt x="2419" y="3070"/>
                  </a:lnTo>
                  <a:lnTo>
                    <a:pt x="2340" y="3275"/>
                  </a:lnTo>
                  <a:lnTo>
                    <a:pt x="2271" y="3378"/>
                  </a:lnTo>
                  <a:lnTo>
                    <a:pt x="2305" y="3447"/>
                  </a:lnTo>
                  <a:lnTo>
                    <a:pt x="2545" y="3389"/>
                  </a:lnTo>
                  <a:lnTo>
                    <a:pt x="2887" y="3378"/>
                  </a:lnTo>
                  <a:lnTo>
                    <a:pt x="2990" y="3253"/>
                  </a:lnTo>
                  <a:lnTo>
                    <a:pt x="2899" y="3150"/>
                  </a:lnTo>
                  <a:lnTo>
                    <a:pt x="3001" y="2865"/>
                  </a:lnTo>
                  <a:lnTo>
                    <a:pt x="3241" y="2591"/>
                  </a:lnTo>
                  <a:lnTo>
                    <a:pt x="2842" y="2225"/>
                  </a:lnTo>
                  <a:lnTo>
                    <a:pt x="2739" y="1894"/>
                  </a:lnTo>
                  <a:lnTo>
                    <a:pt x="2899" y="1700"/>
                  </a:lnTo>
                  <a:lnTo>
                    <a:pt x="2762" y="1552"/>
                  </a:lnTo>
                  <a:lnTo>
                    <a:pt x="2910" y="1392"/>
                  </a:lnTo>
                  <a:lnTo>
                    <a:pt x="2716" y="1301"/>
                  </a:lnTo>
                  <a:lnTo>
                    <a:pt x="2511" y="1484"/>
                  </a:lnTo>
                  <a:lnTo>
                    <a:pt x="2077" y="122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9035;p37">
              <a:extLst>
                <a:ext uri="{FF2B5EF4-FFF2-40B4-BE49-F238E27FC236}">
                  <a16:creationId xmlns:a16="http://schemas.microsoft.com/office/drawing/2014/main" xmlns="" id="{7561743C-B5ED-4DB3-8EBF-753DADE2D30A}"/>
                </a:ext>
              </a:extLst>
            </p:cNvPr>
            <p:cNvSpPr/>
            <p:nvPr/>
          </p:nvSpPr>
          <p:spPr>
            <a:xfrm>
              <a:off x="2559075" y="2975175"/>
              <a:ext cx="82750" cy="95875"/>
            </a:xfrm>
            <a:custGeom>
              <a:avLst/>
              <a:gdLst/>
              <a:ahLst/>
              <a:cxnLst/>
              <a:rect l="l" t="t" r="r" b="b"/>
              <a:pathLst>
                <a:path w="3310" h="3835" extrusionOk="0">
                  <a:moveTo>
                    <a:pt x="2454" y="0"/>
                  </a:moveTo>
                  <a:lnTo>
                    <a:pt x="1803" y="80"/>
                  </a:lnTo>
                  <a:lnTo>
                    <a:pt x="1712" y="240"/>
                  </a:lnTo>
                  <a:lnTo>
                    <a:pt x="753" y="57"/>
                  </a:lnTo>
                  <a:lnTo>
                    <a:pt x="616" y="879"/>
                  </a:lnTo>
                  <a:lnTo>
                    <a:pt x="114" y="1107"/>
                  </a:lnTo>
                  <a:lnTo>
                    <a:pt x="160" y="1324"/>
                  </a:lnTo>
                  <a:lnTo>
                    <a:pt x="0" y="1792"/>
                  </a:lnTo>
                  <a:lnTo>
                    <a:pt x="343" y="2442"/>
                  </a:lnTo>
                  <a:lnTo>
                    <a:pt x="594" y="2465"/>
                  </a:lnTo>
                  <a:lnTo>
                    <a:pt x="696" y="2956"/>
                  </a:lnTo>
                  <a:lnTo>
                    <a:pt x="1164" y="3755"/>
                  </a:lnTo>
                  <a:lnTo>
                    <a:pt x="1609" y="3835"/>
                  </a:lnTo>
                  <a:lnTo>
                    <a:pt x="1678" y="3641"/>
                  </a:lnTo>
                  <a:lnTo>
                    <a:pt x="1552" y="3458"/>
                  </a:lnTo>
                  <a:lnTo>
                    <a:pt x="1621" y="3207"/>
                  </a:lnTo>
                  <a:lnTo>
                    <a:pt x="1952" y="3287"/>
                  </a:lnTo>
                  <a:lnTo>
                    <a:pt x="2340" y="3184"/>
                  </a:lnTo>
                  <a:lnTo>
                    <a:pt x="2796" y="3389"/>
                  </a:lnTo>
                  <a:lnTo>
                    <a:pt x="2990" y="3001"/>
                  </a:lnTo>
                  <a:lnTo>
                    <a:pt x="3082" y="2591"/>
                  </a:lnTo>
                  <a:lnTo>
                    <a:pt x="3218" y="2191"/>
                  </a:lnTo>
                  <a:lnTo>
                    <a:pt x="2922" y="1666"/>
                  </a:lnTo>
                  <a:lnTo>
                    <a:pt x="2865" y="1039"/>
                  </a:lnTo>
                  <a:lnTo>
                    <a:pt x="3310" y="25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9036;p37">
              <a:extLst>
                <a:ext uri="{FF2B5EF4-FFF2-40B4-BE49-F238E27FC236}">
                  <a16:creationId xmlns:a16="http://schemas.microsoft.com/office/drawing/2014/main" xmlns="" id="{324B7A75-5B5B-4CB2-A7CC-6CCCD64BFC99}"/>
                </a:ext>
              </a:extLst>
            </p:cNvPr>
            <p:cNvSpPr/>
            <p:nvPr/>
          </p:nvSpPr>
          <p:spPr>
            <a:xfrm>
              <a:off x="4018125" y="1991425"/>
              <a:ext cx="98150" cy="40250"/>
            </a:xfrm>
            <a:custGeom>
              <a:avLst/>
              <a:gdLst/>
              <a:ahLst/>
              <a:cxnLst/>
              <a:rect l="l" t="t" r="r" b="b"/>
              <a:pathLst>
                <a:path w="3926" h="1610" extrusionOk="0">
                  <a:moveTo>
                    <a:pt x="3926" y="423"/>
                  </a:moveTo>
                  <a:lnTo>
                    <a:pt x="3218" y="92"/>
                  </a:lnTo>
                  <a:lnTo>
                    <a:pt x="2739" y="206"/>
                  </a:lnTo>
                  <a:lnTo>
                    <a:pt x="2397" y="126"/>
                  </a:lnTo>
                  <a:lnTo>
                    <a:pt x="1997" y="309"/>
                  </a:lnTo>
                  <a:lnTo>
                    <a:pt x="1609" y="1"/>
                  </a:lnTo>
                  <a:lnTo>
                    <a:pt x="1335" y="126"/>
                  </a:lnTo>
                  <a:lnTo>
                    <a:pt x="1290" y="69"/>
                  </a:lnTo>
                  <a:lnTo>
                    <a:pt x="1084" y="69"/>
                  </a:lnTo>
                  <a:lnTo>
                    <a:pt x="993" y="229"/>
                  </a:lnTo>
                  <a:lnTo>
                    <a:pt x="845" y="275"/>
                  </a:lnTo>
                  <a:lnTo>
                    <a:pt x="810" y="469"/>
                  </a:lnTo>
                  <a:lnTo>
                    <a:pt x="685" y="514"/>
                  </a:lnTo>
                  <a:lnTo>
                    <a:pt x="662" y="594"/>
                  </a:lnTo>
                  <a:lnTo>
                    <a:pt x="445" y="686"/>
                  </a:lnTo>
                  <a:lnTo>
                    <a:pt x="126" y="674"/>
                  </a:lnTo>
                  <a:lnTo>
                    <a:pt x="46" y="868"/>
                  </a:lnTo>
                  <a:lnTo>
                    <a:pt x="0" y="982"/>
                  </a:lnTo>
                  <a:lnTo>
                    <a:pt x="103" y="1279"/>
                  </a:lnTo>
                  <a:lnTo>
                    <a:pt x="468" y="1507"/>
                  </a:lnTo>
                  <a:lnTo>
                    <a:pt x="742" y="1610"/>
                  </a:lnTo>
                  <a:lnTo>
                    <a:pt x="1324" y="1496"/>
                  </a:lnTo>
                  <a:lnTo>
                    <a:pt x="1370" y="1325"/>
                  </a:lnTo>
                  <a:lnTo>
                    <a:pt x="1644" y="1302"/>
                  </a:lnTo>
                  <a:lnTo>
                    <a:pt x="1963" y="1153"/>
                  </a:lnTo>
                  <a:lnTo>
                    <a:pt x="2054" y="1211"/>
                  </a:lnTo>
                  <a:lnTo>
                    <a:pt x="2363" y="1108"/>
                  </a:lnTo>
                  <a:lnTo>
                    <a:pt x="2511" y="902"/>
                  </a:lnTo>
                  <a:lnTo>
                    <a:pt x="2739" y="845"/>
                  </a:lnTo>
                  <a:lnTo>
                    <a:pt x="3515" y="1108"/>
                  </a:lnTo>
                  <a:lnTo>
                    <a:pt x="3664" y="1028"/>
                  </a:lnTo>
                  <a:lnTo>
                    <a:pt x="3766" y="67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9037;p37">
              <a:extLst>
                <a:ext uri="{FF2B5EF4-FFF2-40B4-BE49-F238E27FC236}">
                  <a16:creationId xmlns:a16="http://schemas.microsoft.com/office/drawing/2014/main" xmlns="" id="{93DB1706-43A5-47CB-A49E-C222ACB5B0DD}"/>
                </a:ext>
              </a:extLst>
            </p:cNvPr>
            <p:cNvSpPr/>
            <p:nvPr/>
          </p:nvSpPr>
          <p:spPr>
            <a:xfrm>
              <a:off x="3965900" y="2051625"/>
              <a:ext cx="50525" cy="31125"/>
            </a:xfrm>
            <a:custGeom>
              <a:avLst/>
              <a:gdLst/>
              <a:ahLst/>
              <a:cxnLst/>
              <a:rect l="l" t="t" r="r" b="b"/>
              <a:pathLst>
                <a:path w="2021" h="1245" extrusionOk="0">
                  <a:moveTo>
                    <a:pt x="2021" y="320"/>
                  </a:moveTo>
                  <a:lnTo>
                    <a:pt x="1850" y="12"/>
                  </a:lnTo>
                  <a:lnTo>
                    <a:pt x="1735" y="1"/>
                  </a:lnTo>
                  <a:lnTo>
                    <a:pt x="1598" y="161"/>
                  </a:lnTo>
                  <a:lnTo>
                    <a:pt x="994" y="172"/>
                  </a:lnTo>
                  <a:lnTo>
                    <a:pt x="651" y="366"/>
                  </a:lnTo>
                  <a:lnTo>
                    <a:pt x="46" y="320"/>
                  </a:lnTo>
                  <a:lnTo>
                    <a:pt x="1" y="743"/>
                  </a:lnTo>
                  <a:lnTo>
                    <a:pt x="206" y="1131"/>
                  </a:lnTo>
                  <a:lnTo>
                    <a:pt x="46" y="1199"/>
                  </a:lnTo>
                  <a:lnTo>
                    <a:pt x="549" y="1222"/>
                  </a:lnTo>
                  <a:lnTo>
                    <a:pt x="663" y="1085"/>
                  </a:lnTo>
                  <a:lnTo>
                    <a:pt x="914" y="1222"/>
                  </a:lnTo>
                  <a:lnTo>
                    <a:pt x="1199" y="1245"/>
                  </a:lnTo>
                  <a:lnTo>
                    <a:pt x="1176" y="1005"/>
                  </a:lnTo>
                  <a:lnTo>
                    <a:pt x="1416" y="914"/>
                  </a:lnTo>
                  <a:lnTo>
                    <a:pt x="1462" y="56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9038;p37">
              <a:extLst>
                <a:ext uri="{FF2B5EF4-FFF2-40B4-BE49-F238E27FC236}">
                  <a16:creationId xmlns:a16="http://schemas.microsoft.com/office/drawing/2014/main" xmlns="" id="{37FBB76B-DE48-457C-80DB-025687444DF0}"/>
                </a:ext>
              </a:extLst>
            </p:cNvPr>
            <p:cNvSpPr/>
            <p:nvPr/>
          </p:nvSpPr>
          <p:spPr>
            <a:xfrm>
              <a:off x="3899725" y="1585450"/>
              <a:ext cx="181750" cy="280475"/>
            </a:xfrm>
            <a:custGeom>
              <a:avLst/>
              <a:gdLst/>
              <a:ahLst/>
              <a:cxnLst/>
              <a:rect l="l" t="t" r="r" b="b"/>
              <a:pathLst>
                <a:path w="7270" h="11219" extrusionOk="0">
                  <a:moveTo>
                    <a:pt x="7270" y="2431"/>
                  </a:moveTo>
                  <a:lnTo>
                    <a:pt x="7007" y="2112"/>
                  </a:lnTo>
                  <a:lnTo>
                    <a:pt x="6756" y="913"/>
                  </a:lnTo>
                  <a:lnTo>
                    <a:pt x="5729" y="388"/>
                  </a:lnTo>
                  <a:lnTo>
                    <a:pt x="4885" y="0"/>
                  </a:lnTo>
                  <a:lnTo>
                    <a:pt x="4531" y="46"/>
                  </a:lnTo>
                  <a:lnTo>
                    <a:pt x="4531" y="548"/>
                  </a:lnTo>
                  <a:lnTo>
                    <a:pt x="3401" y="423"/>
                  </a:lnTo>
                  <a:lnTo>
                    <a:pt x="3321" y="856"/>
                  </a:lnTo>
                  <a:lnTo>
                    <a:pt x="2750" y="845"/>
                  </a:lnTo>
                  <a:lnTo>
                    <a:pt x="2431" y="1404"/>
                  </a:lnTo>
                  <a:lnTo>
                    <a:pt x="1952" y="2271"/>
                  </a:lnTo>
                  <a:lnTo>
                    <a:pt x="1141" y="3401"/>
                  </a:lnTo>
                  <a:lnTo>
                    <a:pt x="1392" y="3675"/>
                  </a:lnTo>
                  <a:lnTo>
                    <a:pt x="1210" y="3983"/>
                  </a:lnTo>
                  <a:lnTo>
                    <a:pt x="594" y="3972"/>
                  </a:lnTo>
                  <a:lnTo>
                    <a:pt x="263" y="4725"/>
                  </a:lnTo>
                  <a:lnTo>
                    <a:pt x="411" y="5809"/>
                  </a:lnTo>
                  <a:lnTo>
                    <a:pt x="856" y="6220"/>
                  </a:lnTo>
                  <a:lnTo>
                    <a:pt x="719" y="7213"/>
                  </a:lnTo>
                  <a:lnTo>
                    <a:pt x="240" y="7783"/>
                  </a:lnTo>
                  <a:lnTo>
                    <a:pt x="0" y="8251"/>
                  </a:lnTo>
                  <a:lnTo>
                    <a:pt x="594" y="9450"/>
                  </a:lnTo>
                  <a:lnTo>
                    <a:pt x="1221" y="10408"/>
                  </a:lnTo>
                  <a:lnTo>
                    <a:pt x="1507" y="11218"/>
                  </a:lnTo>
                  <a:lnTo>
                    <a:pt x="2260" y="11173"/>
                  </a:lnTo>
                  <a:lnTo>
                    <a:pt x="2579" y="10500"/>
                  </a:lnTo>
                  <a:lnTo>
                    <a:pt x="3390" y="10579"/>
                  </a:lnTo>
                  <a:lnTo>
                    <a:pt x="3675" y="9792"/>
                  </a:lnTo>
                  <a:lnTo>
                    <a:pt x="3766" y="8365"/>
                  </a:lnTo>
                  <a:lnTo>
                    <a:pt x="4417" y="8183"/>
                  </a:lnTo>
                  <a:lnTo>
                    <a:pt x="4885" y="7236"/>
                  </a:lnTo>
                  <a:lnTo>
                    <a:pt x="4200" y="6768"/>
                  </a:lnTo>
                  <a:lnTo>
                    <a:pt x="3686" y="6197"/>
                  </a:lnTo>
                  <a:lnTo>
                    <a:pt x="3994" y="5045"/>
                  </a:lnTo>
                  <a:lnTo>
                    <a:pt x="5090" y="4337"/>
                  </a:lnTo>
                  <a:lnTo>
                    <a:pt x="5957" y="3698"/>
                  </a:lnTo>
                  <a:lnTo>
                    <a:pt x="5786" y="3196"/>
                  </a:lnTo>
                  <a:lnTo>
                    <a:pt x="6277" y="264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9039;p37">
              <a:extLst>
                <a:ext uri="{FF2B5EF4-FFF2-40B4-BE49-F238E27FC236}">
                  <a16:creationId xmlns:a16="http://schemas.microsoft.com/office/drawing/2014/main" xmlns="" id="{040C6838-97A7-4748-8CCA-B966947B16AE}"/>
                </a:ext>
              </a:extLst>
            </p:cNvPr>
            <p:cNvSpPr/>
            <p:nvPr/>
          </p:nvSpPr>
          <p:spPr>
            <a:xfrm>
              <a:off x="4317400" y="3694425"/>
              <a:ext cx="27125" cy="37100"/>
            </a:xfrm>
            <a:custGeom>
              <a:avLst/>
              <a:gdLst/>
              <a:ahLst/>
              <a:cxnLst/>
              <a:rect l="l" t="t" r="r" b="b"/>
              <a:pathLst>
                <a:path w="1085" h="1484" extrusionOk="0">
                  <a:moveTo>
                    <a:pt x="948" y="171"/>
                  </a:moveTo>
                  <a:lnTo>
                    <a:pt x="571" y="0"/>
                  </a:lnTo>
                  <a:lnTo>
                    <a:pt x="343" y="69"/>
                  </a:lnTo>
                  <a:lnTo>
                    <a:pt x="240" y="320"/>
                  </a:lnTo>
                  <a:lnTo>
                    <a:pt x="12" y="662"/>
                  </a:lnTo>
                  <a:lnTo>
                    <a:pt x="1" y="982"/>
                  </a:lnTo>
                  <a:lnTo>
                    <a:pt x="423" y="1484"/>
                  </a:lnTo>
                  <a:lnTo>
                    <a:pt x="891" y="1381"/>
                  </a:lnTo>
                  <a:lnTo>
                    <a:pt x="1085" y="982"/>
                  </a:lnTo>
                  <a:lnTo>
                    <a:pt x="1039" y="58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9040;p37">
              <a:extLst>
                <a:ext uri="{FF2B5EF4-FFF2-40B4-BE49-F238E27FC236}">
                  <a16:creationId xmlns:a16="http://schemas.microsoft.com/office/drawing/2014/main" xmlns="" id="{7501D923-30B6-4A68-9EFC-16C973AF3E7F}"/>
                </a:ext>
              </a:extLst>
            </p:cNvPr>
            <p:cNvSpPr/>
            <p:nvPr/>
          </p:nvSpPr>
          <p:spPr>
            <a:xfrm>
              <a:off x="4398425" y="2266175"/>
              <a:ext cx="115875" cy="113000"/>
            </a:xfrm>
            <a:custGeom>
              <a:avLst/>
              <a:gdLst/>
              <a:ahLst/>
              <a:cxnLst/>
              <a:rect l="l" t="t" r="r" b="b"/>
              <a:pathLst>
                <a:path w="4635" h="4520" extrusionOk="0">
                  <a:moveTo>
                    <a:pt x="2420" y="3561"/>
                  </a:moveTo>
                  <a:lnTo>
                    <a:pt x="3984" y="2603"/>
                  </a:lnTo>
                  <a:lnTo>
                    <a:pt x="4120" y="1496"/>
                  </a:lnTo>
                  <a:lnTo>
                    <a:pt x="3949" y="822"/>
                  </a:lnTo>
                  <a:lnTo>
                    <a:pt x="4326" y="594"/>
                  </a:lnTo>
                  <a:lnTo>
                    <a:pt x="4634" y="1"/>
                  </a:lnTo>
                  <a:lnTo>
                    <a:pt x="3790" y="161"/>
                  </a:lnTo>
                  <a:lnTo>
                    <a:pt x="3390" y="138"/>
                  </a:lnTo>
                  <a:lnTo>
                    <a:pt x="2568" y="491"/>
                  </a:lnTo>
                  <a:lnTo>
                    <a:pt x="1964" y="491"/>
                  </a:lnTo>
                  <a:lnTo>
                    <a:pt x="1530" y="320"/>
                  </a:lnTo>
                  <a:lnTo>
                    <a:pt x="754" y="583"/>
                  </a:lnTo>
                  <a:lnTo>
                    <a:pt x="480" y="389"/>
                  </a:lnTo>
                  <a:lnTo>
                    <a:pt x="491" y="902"/>
                  </a:lnTo>
                  <a:lnTo>
                    <a:pt x="320" y="1119"/>
                  </a:lnTo>
                  <a:lnTo>
                    <a:pt x="149" y="1325"/>
                  </a:lnTo>
                  <a:lnTo>
                    <a:pt x="1" y="1690"/>
                  </a:lnTo>
                  <a:lnTo>
                    <a:pt x="160" y="2409"/>
                  </a:lnTo>
                  <a:lnTo>
                    <a:pt x="503" y="2443"/>
                  </a:lnTo>
                  <a:lnTo>
                    <a:pt x="674" y="2808"/>
                  </a:lnTo>
                  <a:lnTo>
                    <a:pt x="309" y="3151"/>
                  </a:lnTo>
                  <a:lnTo>
                    <a:pt x="172" y="3641"/>
                  </a:lnTo>
                  <a:lnTo>
                    <a:pt x="217" y="4018"/>
                  </a:lnTo>
                  <a:lnTo>
                    <a:pt x="138" y="4155"/>
                  </a:lnTo>
                  <a:lnTo>
                    <a:pt x="149" y="4155"/>
                  </a:lnTo>
                  <a:lnTo>
                    <a:pt x="1051" y="452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9041;p37">
              <a:extLst>
                <a:ext uri="{FF2B5EF4-FFF2-40B4-BE49-F238E27FC236}">
                  <a16:creationId xmlns:a16="http://schemas.microsoft.com/office/drawing/2014/main" xmlns="" id="{BD4F6D95-60FF-4933-9C84-A75A0A66EBC1}"/>
                </a:ext>
              </a:extLst>
            </p:cNvPr>
            <p:cNvSpPr/>
            <p:nvPr/>
          </p:nvSpPr>
          <p:spPr>
            <a:xfrm>
              <a:off x="3990150" y="2580875"/>
              <a:ext cx="204875" cy="362650"/>
            </a:xfrm>
            <a:custGeom>
              <a:avLst/>
              <a:gdLst/>
              <a:ahLst/>
              <a:cxnLst/>
              <a:rect l="l" t="t" r="r" b="b"/>
              <a:pathLst>
                <a:path w="8195" h="14506" extrusionOk="0">
                  <a:moveTo>
                    <a:pt x="8035" y="3481"/>
                  </a:moveTo>
                  <a:lnTo>
                    <a:pt x="4840" y="1746"/>
                  </a:lnTo>
                  <a:lnTo>
                    <a:pt x="1656" y="0"/>
                  </a:lnTo>
                  <a:lnTo>
                    <a:pt x="891" y="503"/>
                  </a:lnTo>
                  <a:lnTo>
                    <a:pt x="1119" y="1918"/>
                  </a:lnTo>
                  <a:lnTo>
                    <a:pt x="1405" y="2146"/>
                  </a:lnTo>
                  <a:lnTo>
                    <a:pt x="1427" y="2443"/>
                  </a:lnTo>
                  <a:lnTo>
                    <a:pt x="1758" y="2751"/>
                  </a:lnTo>
                  <a:lnTo>
                    <a:pt x="1599" y="3139"/>
                  </a:lnTo>
                  <a:lnTo>
                    <a:pt x="1347" y="4976"/>
                  </a:lnTo>
                  <a:lnTo>
                    <a:pt x="1313" y="6163"/>
                  </a:lnTo>
                  <a:lnTo>
                    <a:pt x="332" y="7019"/>
                  </a:lnTo>
                  <a:lnTo>
                    <a:pt x="1" y="8217"/>
                  </a:lnTo>
                  <a:lnTo>
                    <a:pt x="343" y="8548"/>
                  </a:lnTo>
                  <a:lnTo>
                    <a:pt x="343" y="9130"/>
                  </a:lnTo>
                  <a:lnTo>
                    <a:pt x="857" y="9164"/>
                  </a:lnTo>
                  <a:lnTo>
                    <a:pt x="788" y="9575"/>
                  </a:lnTo>
                  <a:lnTo>
                    <a:pt x="1108" y="10157"/>
                  </a:lnTo>
                  <a:lnTo>
                    <a:pt x="1176" y="10762"/>
                  </a:lnTo>
                  <a:lnTo>
                    <a:pt x="1142" y="11367"/>
                  </a:lnTo>
                  <a:lnTo>
                    <a:pt x="1587" y="12200"/>
                  </a:lnTo>
                  <a:lnTo>
                    <a:pt x="1142" y="12189"/>
                  </a:lnTo>
                  <a:lnTo>
                    <a:pt x="914" y="12246"/>
                  </a:lnTo>
                  <a:lnTo>
                    <a:pt x="560" y="12154"/>
                  </a:lnTo>
                  <a:lnTo>
                    <a:pt x="389" y="12588"/>
                  </a:lnTo>
                  <a:lnTo>
                    <a:pt x="857" y="13113"/>
                  </a:lnTo>
                  <a:lnTo>
                    <a:pt x="1211" y="13273"/>
                  </a:lnTo>
                  <a:lnTo>
                    <a:pt x="1325" y="13638"/>
                  </a:lnTo>
                  <a:lnTo>
                    <a:pt x="1587" y="14266"/>
                  </a:lnTo>
                  <a:lnTo>
                    <a:pt x="1462" y="14505"/>
                  </a:lnTo>
                  <a:lnTo>
                    <a:pt x="2123" y="14448"/>
                  </a:lnTo>
                  <a:lnTo>
                    <a:pt x="2272" y="14209"/>
                  </a:lnTo>
                  <a:lnTo>
                    <a:pt x="2397" y="14243"/>
                  </a:lnTo>
                  <a:lnTo>
                    <a:pt x="2603" y="14437"/>
                  </a:lnTo>
                  <a:lnTo>
                    <a:pt x="3607" y="14094"/>
                  </a:lnTo>
                  <a:lnTo>
                    <a:pt x="3938" y="13741"/>
                  </a:lnTo>
                  <a:lnTo>
                    <a:pt x="4349" y="13421"/>
                  </a:lnTo>
                  <a:lnTo>
                    <a:pt x="4269" y="13102"/>
                  </a:lnTo>
                  <a:lnTo>
                    <a:pt x="4497" y="13010"/>
                  </a:lnTo>
                  <a:lnTo>
                    <a:pt x="5273" y="13067"/>
                  </a:lnTo>
                  <a:lnTo>
                    <a:pt x="6015" y="12657"/>
                  </a:lnTo>
                  <a:lnTo>
                    <a:pt x="6586" y="11652"/>
                  </a:lnTo>
                  <a:lnTo>
                    <a:pt x="6985" y="11298"/>
                  </a:lnTo>
                  <a:lnTo>
                    <a:pt x="7476" y="11139"/>
                  </a:lnTo>
                  <a:lnTo>
                    <a:pt x="7476" y="10910"/>
                  </a:lnTo>
                  <a:lnTo>
                    <a:pt x="7179" y="10659"/>
                  </a:lnTo>
                  <a:lnTo>
                    <a:pt x="7168" y="10134"/>
                  </a:lnTo>
                  <a:lnTo>
                    <a:pt x="6996" y="9769"/>
                  </a:lnTo>
                  <a:lnTo>
                    <a:pt x="6711" y="9826"/>
                  </a:lnTo>
                  <a:lnTo>
                    <a:pt x="6780" y="9484"/>
                  </a:lnTo>
                  <a:lnTo>
                    <a:pt x="6985" y="9119"/>
                  </a:lnTo>
                  <a:lnTo>
                    <a:pt x="6882" y="8731"/>
                  </a:lnTo>
                  <a:lnTo>
                    <a:pt x="7133" y="8457"/>
                  </a:lnTo>
                  <a:lnTo>
                    <a:pt x="6962" y="8251"/>
                  </a:lnTo>
                  <a:lnTo>
                    <a:pt x="7168" y="7692"/>
                  </a:lnTo>
                  <a:lnTo>
                    <a:pt x="7510" y="7019"/>
                  </a:lnTo>
                  <a:lnTo>
                    <a:pt x="8195" y="707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9042;p37">
              <a:extLst>
                <a:ext uri="{FF2B5EF4-FFF2-40B4-BE49-F238E27FC236}">
                  <a16:creationId xmlns:a16="http://schemas.microsoft.com/office/drawing/2014/main" xmlns="" id="{BCD03153-B6DB-4FE3-9797-88CFC14F6F67}"/>
                </a:ext>
              </a:extLst>
            </p:cNvPr>
            <p:cNvSpPr/>
            <p:nvPr/>
          </p:nvSpPr>
          <p:spPr>
            <a:xfrm>
              <a:off x="3720250" y="2862175"/>
              <a:ext cx="38550" cy="115300"/>
            </a:xfrm>
            <a:custGeom>
              <a:avLst/>
              <a:gdLst/>
              <a:ahLst/>
              <a:cxnLst/>
              <a:rect l="l" t="t" r="r" b="b"/>
              <a:pathLst>
                <a:path w="1542" h="4612" extrusionOk="0">
                  <a:moveTo>
                    <a:pt x="754" y="24"/>
                  </a:moveTo>
                  <a:lnTo>
                    <a:pt x="58" y="1"/>
                  </a:lnTo>
                  <a:lnTo>
                    <a:pt x="1" y="275"/>
                  </a:lnTo>
                  <a:lnTo>
                    <a:pt x="343" y="743"/>
                  </a:lnTo>
                  <a:lnTo>
                    <a:pt x="332" y="1405"/>
                  </a:lnTo>
                  <a:lnTo>
                    <a:pt x="412" y="2135"/>
                  </a:lnTo>
                  <a:lnTo>
                    <a:pt x="617" y="2454"/>
                  </a:lnTo>
                  <a:lnTo>
                    <a:pt x="446" y="3276"/>
                  </a:lnTo>
                  <a:lnTo>
                    <a:pt x="503" y="3733"/>
                  </a:lnTo>
                  <a:lnTo>
                    <a:pt x="720" y="4303"/>
                  </a:lnTo>
                  <a:lnTo>
                    <a:pt x="891" y="4611"/>
                  </a:lnTo>
                  <a:lnTo>
                    <a:pt x="1542" y="4429"/>
                  </a:lnTo>
                  <a:lnTo>
                    <a:pt x="1348" y="3801"/>
                  </a:lnTo>
                  <a:lnTo>
                    <a:pt x="1370" y="1713"/>
                  </a:lnTo>
                  <a:lnTo>
                    <a:pt x="1211" y="1530"/>
                  </a:lnTo>
                  <a:lnTo>
                    <a:pt x="1188" y="1085"/>
                  </a:lnTo>
                  <a:lnTo>
                    <a:pt x="902" y="765"/>
                  </a:lnTo>
                  <a:lnTo>
                    <a:pt x="663" y="49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9043;p37">
              <a:extLst>
                <a:ext uri="{FF2B5EF4-FFF2-40B4-BE49-F238E27FC236}">
                  <a16:creationId xmlns:a16="http://schemas.microsoft.com/office/drawing/2014/main" xmlns="" id="{3C0CDCF5-9497-4545-AB9A-65A25B524C52}"/>
                </a:ext>
              </a:extLst>
            </p:cNvPr>
            <p:cNvSpPr/>
            <p:nvPr/>
          </p:nvSpPr>
          <p:spPr>
            <a:xfrm>
              <a:off x="5643225" y="2649050"/>
              <a:ext cx="173475" cy="334125"/>
            </a:xfrm>
            <a:custGeom>
              <a:avLst/>
              <a:gdLst/>
              <a:ahLst/>
              <a:cxnLst/>
              <a:rect l="l" t="t" r="r" b="b"/>
              <a:pathLst>
                <a:path w="6939" h="13365" extrusionOk="0">
                  <a:moveTo>
                    <a:pt x="6722" y="5581"/>
                  </a:moveTo>
                  <a:lnTo>
                    <a:pt x="6939" y="5159"/>
                  </a:lnTo>
                  <a:lnTo>
                    <a:pt x="6859" y="4395"/>
                  </a:lnTo>
                  <a:lnTo>
                    <a:pt x="6117" y="3607"/>
                  </a:lnTo>
                  <a:lnTo>
                    <a:pt x="5934" y="2706"/>
                  </a:lnTo>
                  <a:lnTo>
                    <a:pt x="5238" y="1964"/>
                  </a:lnTo>
                  <a:lnTo>
                    <a:pt x="4622" y="1907"/>
                  </a:lnTo>
                  <a:lnTo>
                    <a:pt x="4508" y="2226"/>
                  </a:lnTo>
                  <a:lnTo>
                    <a:pt x="4051" y="2249"/>
                  </a:lnTo>
                  <a:lnTo>
                    <a:pt x="3800" y="2078"/>
                  </a:lnTo>
                  <a:lnTo>
                    <a:pt x="3036" y="2626"/>
                  </a:lnTo>
                  <a:lnTo>
                    <a:pt x="2899" y="1815"/>
                  </a:lnTo>
                  <a:lnTo>
                    <a:pt x="2956" y="857"/>
                  </a:lnTo>
                  <a:lnTo>
                    <a:pt x="2408" y="811"/>
                  </a:lnTo>
                  <a:lnTo>
                    <a:pt x="2283" y="275"/>
                  </a:lnTo>
                  <a:lnTo>
                    <a:pt x="1917" y="1"/>
                  </a:lnTo>
                  <a:lnTo>
                    <a:pt x="1484" y="195"/>
                  </a:lnTo>
                  <a:lnTo>
                    <a:pt x="1084" y="594"/>
                  </a:lnTo>
                  <a:lnTo>
                    <a:pt x="525" y="640"/>
                  </a:lnTo>
                  <a:lnTo>
                    <a:pt x="320" y="1621"/>
                  </a:lnTo>
                  <a:lnTo>
                    <a:pt x="0" y="1781"/>
                  </a:lnTo>
                  <a:lnTo>
                    <a:pt x="502" y="2580"/>
                  </a:lnTo>
                  <a:lnTo>
                    <a:pt x="1084" y="3242"/>
                  </a:lnTo>
                  <a:lnTo>
                    <a:pt x="1495" y="3835"/>
                  </a:lnTo>
                  <a:lnTo>
                    <a:pt x="1301" y="4634"/>
                  </a:lnTo>
                  <a:lnTo>
                    <a:pt x="1061" y="4794"/>
                  </a:lnTo>
                  <a:lnTo>
                    <a:pt x="1301" y="5251"/>
                  </a:lnTo>
                  <a:lnTo>
                    <a:pt x="1895" y="5981"/>
                  </a:lnTo>
                  <a:lnTo>
                    <a:pt x="2043" y="6472"/>
                  </a:lnTo>
                  <a:lnTo>
                    <a:pt x="2066" y="6905"/>
                  </a:lnTo>
                  <a:lnTo>
                    <a:pt x="2465" y="7727"/>
                  </a:lnTo>
                  <a:lnTo>
                    <a:pt x="2100" y="8571"/>
                  </a:lnTo>
                  <a:lnTo>
                    <a:pt x="1780" y="9519"/>
                  </a:lnTo>
                  <a:lnTo>
                    <a:pt x="1598" y="10386"/>
                  </a:lnTo>
                  <a:lnTo>
                    <a:pt x="1552" y="10945"/>
                  </a:lnTo>
                  <a:lnTo>
                    <a:pt x="1723" y="11459"/>
                  </a:lnTo>
                  <a:lnTo>
                    <a:pt x="1826" y="10911"/>
                  </a:lnTo>
                  <a:lnTo>
                    <a:pt x="2237" y="11356"/>
                  </a:lnTo>
                  <a:lnTo>
                    <a:pt x="2693" y="11858"/>
                  </a:lnTo>
                  <a:lnTo>
                    <a:pt x="2853" y="12315"/>
                  </a:lnTo>
                  <a:lnTo>
                    <a:pt x="3195" y="12657"/>
                  </a:lnTo>
                  <a:lnTo>
                    <a:pt x="3321" y="12497"/>
                  </a:lnTo>
                  <a:lnTo>
                    <a:pt x="3994" y="12897"/>
                  </a:lnTo>
                  <a:lnTo>
                    <a:pt x="4086" y="13365"/>
                  </a:lnTo>
                  <a:lnTo>
                    <a:pt x="4611" y="13250"/>
                  </a:lnTo>
                  <a:lnTo>
                    <a:pt x="4850" y="12885"/>
                  </a:lnTo>
                  <a:lnTo>
                    <a:pt x="4405" y="12406"/>
                  </a:lnTo>
                  <a:lnTo>
                    <a:pt x="3926" y="12292"/>
                  </a:lnTo>
                  <a:lnTo>
                    <a:pt x="3458" y="11778"/>
                  </a:lnTo>
                  <a:lnTo>
                    <a:pt x="3253" y="11002"/>
                  </a:lnTo>
                  <a:lnTo>
                    <a:pt x="2887" y="10169"/>
                  </a:lnTo>
                  <a:lnTo>
                    <a:pt x="2351" y="10146"/>
                  </a:lnTo>
                  <a:lnTo>
                    <a:pt x="2260" y="9484"/>
                  </a:lnTo>
                  <a:lnTo>
                    <a:pt x="2454" y="8686"/>
                  </a:lnTo>
                  <a:lnTo>
                    <a:pt x="2773" y="7362"/>
                  </a:lnTo>
                  <a:lnTo>
                    <a:pt x="2739" y="6357"/>
                  </a:lnTo>
                  <a:lnTo>
                    <a:pt x="3435" y="6346"/>
                  </a:lnTo>
                  <a:lnTo>
                    <a:pt x="3401" y="7065"/>
                  </a:lnTo>
                  <a:lnTo>
                    <a:pt x="4063" y="7042"/>
                  </a:lnTo>
                  <a:lnTo>
                    <a:pt x="4827" y="7464"/>
                  </a:lnTo>
                  <a:lnTo>
                    <a:pt x="4519" y="6357"/>
                  </a:lnTo>
                  <a:lnTo>
                    <a:pt x="4953" y="5616"/>
                  </a:lnTo>
                  <a:lnTo>
                    <a:pt x="5969" y="543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9044;p37">
              <a:extLst>
                <a:ext uri="{FF2B5EF4-FFF2-40B4-BE49-F238E27FC236}">
                  <a16:creationId xmlns:a16="http://schemas.microsoft.com/office/drawing/2014/main" xmlns="" id="{177F8864-83A1-4254-9698-CB0B1900CBAC}"/>
                </a:ext>
              </a:extLst>
            </p:cNvPr>
            <p:cNvSpPr/>
            <p:nvPr/>
          </p:nvSpPr>
          <p:spPr>
            <a:xfrm>
              <a:off x="4972475" y="2181450"/>
              <a:ext cx="151225" cy="96450"/>
            </a:xfrm>
            <a:custGeom>
              <a:avLst/>
              <a:gdLst/>
              <a:ahLst/>
              <a:cxnLst/>
              <a:rect l="l" t="t" r="r" b="b"/>
              <a:pathLst>
                <a:path w="6049" h="3858" extrusionOk="0">
                  <a:moveTo>
                    <a:pt x="2362" y="639"/>
                  </a:moveTo>
                  <a:lnTo>
                    <a:pt x="2066" y="674"/>
                  </a:lnTo>
                  <a:lnTo>
                    <a:pt x="1883" y="411"/>
                  </a:lnTo>
                  <a:lnTo>
                    <a:pt x="1906" y="0"/>
                  </a:lnTo>
                  <a:lnTo>
                    <a:pt x="993" y="217"/>
                  </a:lnTo>
                  <a:lnTo>
                    <a:pt x="924" y="788"/>
                  </a:lnTo>
                  <a:lnTo>
                    <a:pt x="708" y="1290"/>
                  </a:lnTo>
                  <a:lnTo>
                    <a:pt x="80" y="1244"/>
                  </a:lnTo>
                  <a:lnTo>
                    <a:pt x="0" y="1644"/>
                  </a:lnTo>
                  <a:lnTo>
                    <a:pt x="593" y="1872"/>
                  </a:lnTo>
                  <a:lnTo>
                    <a:pt x="936" y="2545"/>
                  </a:lnTo>
                  <a:lnTo>
                    <a:pt x="753" y="3481"/>
                  </a:lnTo>
                  <a:lnTo>
                    <a:pt x="1016" y="3595"/>
                  </a:lnTo>
                  <a:lnTo>
                    <a:pt x="1484" y="3298"/>
                  </a:lnTo>
                  <a:lnTo>
                    <a:pt x="1780" y="3481"/>
                  </a:lnTo>
                  <a:lnTo>
                    <a:pt x="1906" y="3059"/>
                  </a:lnTo>
                  <a:lnTo>
                    <a:pt x="2362" y="3070"/>
                  </a:lnTo>
                  <a:lnTo>
                    <a:pt x="2454" y="2945"/>
                  </a:lnTo>
                  <a:lnTo>
                    <a:pt x="2419" y="2568"/>
                  </a:lnTo>
                  <a:lnTo>
                    <a:pt x="2670" y="2237"/>
                  </a:lnTo>
                  <a:lnTo>
                    <a:pt x="3127" y="2454"/>
                  </a:lnTo>
                  <a:lnTo>
                    <a:pt x="3127" y="2739"/>
                  </a:lnTo>
                  <a:lnTo>
                    <a:pt x="3355" y="2785"/>
                  </a:lnTo>
                  <a:lnTo>
                    <a:pt x="3492" y="3550"/>
                  </a:lnTo>
                  <a:lnTo>
                    <a:pt x="3869" y="3858"/>
                  </a:lnTo>
                  <a:lnTo>
                    <a:pt x="4074" y="3664"/>
                  </a:lnTo>
                  <a:lnTo>
                    <a:pt x="4371" y="3572"/>
                  </a:lnTo>
                  <a:lnTo>
                    <a:pt x="4736" y="3150"/>
                  </a:lnTo>
                  <a:lnTo>
                    <a:pt x="5272" y="3230"/>
                  </a:lnTo>
                  <a:lnTo>
                    <a:pt x="6048" y="3230"/>
                  </a:lnTo>
                  <a:lnTo>
                    <a:pt x="5786" y="2694"/>
                  </a:lnTo>
                  <a:lnTo>
                    <a:pt x="5706" y="2340"/>
                  </a:lnTo>
                  <a:lnTo>
                    <a:pt x="5204" y="2146"/>
                  </a:lnTo>
                  <a:lnTo>
                    <a:pt x="4976" y="2226"/>
                  </a:lnTo>
                  <a:lnTo>
                    <a:pt x="4553" y="1381"/>
                  </a:lnTo>
                  <a:lnTo>
                    <a:pt x="3195" y="1518"/>
                  </a:lnTo>
                  <a:lnTo>
                    <a:pt x="2180" y="1233"/>
                  </a:lnTo>
                  <a:lnTo>
                    <a:pt x="1415" y="1301"/>
                  </a:lnTo>
                  <a:lnTo>
                    <a:pt x="1324" y="776"/>
                  </a:lnTo>
                  <a:lnTo>
                    <a:pt x="2168" y="92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9045;p37">
              <a:extLst>
                <a:ext uri="{FF2B5EF4-FFF2-40B4-BE49-F238E27FC236}">
                  <a16:creationId xmlns:a16="http://schemas.microsoft.com/office/drawing/2014/main" xmlns="" id="{A470A99A-B421-46CB-BF7E-D190F9ABBA6A}"/>
                </a:ext>
              </a:extLst>
            </p:cNvPr>
            <p:cNvSpPr/>
            <p:nvPr/>
          </p:nvSpPr>
          <p:spPr>
            <a:xfrm>
              <a:off x="4682025" y="2141800"/>
              <a:ext cx="283625" cy="169775"/>
            </a:xfrm>
            <a:custGeom>
              <a:avLst/>
              <a:gdLst/>
              <a:ahLst/>
              <a:cxnLst/>
              <a:rect l="l" t="t" r="r" b="b"/>
              <a:pathLst>
                <a:path w="11345" h="6791" extrusionOk="0">
                  <a:moveTo>
                    <a:pt x="11344" y="4873"/>
                  </a:moveTo>
                  <a:lnTo>
                    <a:pt x="11230" y="4302"/>
                  </a:lnTo>
                  <a:lnTo>
                    <a:pt x="10134" y="3914"/>
                  </a:lnTo>
                  <a:lnTo>
                    <a:pt x="9244" y="3458"/>
                  </a:lnTo>
                  <a:lnTo>
                    <a:pt x="8651" y="3024"/>
                  </a:lnTo>
                  <a:lnTo>
                    <a:pt x="7647" y="2397"/>
                  </a:lnTo>
                  <a:lnTo>
                    <a:pt x="7030" y="1484"/>
                  </a:lnTo>
                  <a:lnTo>
                    <a:pt x="6745" y="1312"/>
                  </a:lnTo>
                  <a:lnTo>
                    <a:pt x="5969" y="1358"/>
                  </a:lnTo>
                  <a:lnTo>
                    <a:pt x="5638" y="1176"/>
                  </a:lnTo>
                  <a:lnTo>
                    <a:pt x="5364" y="479"/>
                  </a:lnTo>
                  <a:lnTo>
                    <a:pt x="4257" y="0"/>
                  </a:lnTo>
                  <a:lnTo>
                    <a:pt x="3778" y="514"/>
                  </a:lnTo>
                  <a:lnTo>
                    <a:pt x="3241" y="833"/>
                  </a:lnTo>
                  <a:lnTo>
                    <a:pt x="3470" y="1278"/>
                  </a:lnTo>
                  <a:lnTo>
                    <a:pt x="2637" y="1290"/>
                  </a:lnTo>
                  <a:lnTo>
                    <a:pt x="2283" y="1335"/>
                  </a:lnTo>
                  <a:lnTo>
                    <a:pt x="1587" y="628"/>
                  </a:lnTo>
                  <a:lnTo>
                    <a:pt x="1039" y="388"/>
                  </a:lnTo>
                  <a:lnTo>
                    <a:pt x="263" y="571"/>
                  </a:lnTo>
                  <a:lnTo>
                    <a:pt x="0" y="856"/>
                  </a:lnTo>
                  <a:lnTo>
                    <a:pt x="354" y="1427"/>
                  </a:lnTo>
                  <a:lnTo>
                    <a:pt x="286" y="788"/>
                  </a:lnTo>
                  <a:lnTo>
                    <a:pt x="822" y="559"/>
                  </a:lnTo>
                  <a:lnTo>
                    <a:pt x="1164" y="1073"/>
                  </a:lnTo>
                  <a:lnTo>
                    <a:pt x="1815" y="1598"/>
                  </a:lnTo>
                  <a:lnTo>
                    <a:pt x="1244" y="1883"/>
                  </a:lnTo>
                  <a:lnTo>
                    <a:pt x="491" y="1678"/>
                  </a:lnTo>
                  <a:lnTo>
                    <a:pt x="503" y="2419"/>
                  </a:lnTo>
                  <a:lnTo>
                    <a:pt x="1005" y="2477"/>
                  </a:lnTo>
                  <a:lnTo>
                    <a:pt x="948" y="3104"/>
                  </a:lnTo>
                  <a:lnTo>
                    <a:pt x="1587" y="3401"/>
                  </a:lnTo>
                  <a:lnTo>
                    <a:pt x="1689" y="4371"/>
                  </a:lnTo>
                  <a:lnTo>
                    <a:pt x="1940" y="5010"/>
                  </a:lnTo>
                  <a:lnTo>
                    <a:pt x="2568" y="4839"/>
                  </a:lnTo>
                  <a:lnTo>
                    <a:pt x="3002" y="4314"/>
                  </a:lnTo>
                  <a:lnTo>
                    <a:pt x="3493" y="4337"/>
                  </a:lnTo>
                  <a:lnTo>
                    <a:pt x="3801" y="4166"/>
                  </a:lnTo>
                  <a:lnTo>
                    <a:pt x="4337" y="4257"/>
                  </a:lnTo>
                  <a:lnTo>
                    <a:pt x="5261" y="4725"/>
                  </a:lnTo>
                  <a:lnTo>
                    <a:pt x="5878" y="4827"/>
                  </a:lnTo>
                  <a:lnTo>
                    <a:pt x="6916" y="5638"/>
                  </a:lnTo>
                  <a:lnTo>
                    <a:pt x="7475" y="5672"/>
                  </a:lnTo>
                  <a:lnTo>
                    <a:pt x="7704" y="6448"/>
                  </a:lnTo>
                  <a:lnTo>
                    <a:pt x="8548" y="6790"/>
                  </a:lnTo>
                  <a:lnTo>
                    <a:pt x="9107" y="6676"/>
                  </a:lnTo>
                  <a:lnTo>
                    <a:pt x="9164" y="6254"/>
                  </a:lnTo>
                  <a:lnTo>
                    <a:pt x="9735" y="6128"/>
                  </a:lnTo>
                  <a:lnTo>
                    <a:pt x="10089" y="5843"/>
                  </a:lnTo>
                  <a:lnTo>
                    <a:pt x="10077" y="5101"/>
                  </a:lnTo>
                  <a:lnTo>
                    <a:pt x="10659" y="4930"/>
                  </a:lnTo>
                  <a:lnTo>
                    <a:pt x="10705" y="4599"/>
                  </a:lnTo>
                  <a:lnTo>
                    <a:pt x="11116" y="483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9046;p37">
              <a:extLst>
                <a:ext uri="{FF2B5EF4-FFF2-40B4-BE49-F238E27FC236}">
                  <a16:creationId xmlns:a16="http://schemas.microsoft.com/office/drawing/2014/main" xmlns="" id="{6CDC63FD-956E-4682-A56E-C40C29FF997D}"/>
                </a:ext>
              </a:extLst>
            </p:cNvPr>
            <p:cNvSpPr/>
            <p:nvPr/>
          </p:nvSpPr>
          <p:spPr>
            <a:xfrm>
              <a:off x="6216675" y="3299850"/>
              <a:ext cx="48250" cy="25400"/>
            </a:xfrm>
            <a:custGeom>
              <a:avLst/>
              <a:gdLst/>
              <a:ahLst/>
              <a:cxnLst/>
              <a:rect l="l" t="t" r="r" b="b"/>
              <a:pathLst>
                <a:path w="1930" h="1016" extrusionOk="0">
                  <a:moveTo>
                    <a:pt x="58" y="1016"/>
                  </a:moveTo>
                  <a:lnTo>
                    <a:pt x="754" y="753"/>
                  </a:lnTo>
                  <a:lnTo>
                    <a:pt x="1610" y="354"/>
                  </a:lnTo>
                  <a:lnTo>
                    <a:pt x="1929" y="114"/>
                  </a:lnTo>
                  <a:lnTo>
                    <a:pt x="1644" y="0"/>
                  </a:lnTo>
                  <a:lnTo>
                    <a:pt x="1381" y="114"/>
                  </a:lnTo>
                  <a:lnTo>
                    <a:pt x="811" y="148"/>
                  </a:lnTo>
                  <a:lnTo>
                    <a:pt x="115" y="342"/>
                  </a:lnTo>
                  <a:lnTo>
                    <a:pt x="1" y="559"/>
                  </a:lnTo>
                  <a:lnTo>
                    <a:pt x="69" y="74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9047;p37">
              <a:extLst>
                <a:ext uri="{FF2B5EF4-FFF2-40B4-BE49-F238E27FC236}">
                  <a16:creationId xmlns:a16="http://schemas.microsoft.com/office/drawing/2014/main" xmlns="" id="{8637D9A9-F9B0-4C2C-A5EE-7FCD0EB18A9B}"/>
                </a:ext>
              </a:extLst>
            </p:cNvPr>
            <p:cNvSpPr/>
            <p:nvPr/>
          </p:nvSpPr>
          <p:spPr>
            <a:xfrm>
              <a:off x="3864050" y="2263900"/>
              <a:ext cx="75925" cy="160375"/>
            </a:xfrm>
            <a:custGeom>
              <a:avLst/>
              <a:gdLst/>
              <a:ahLst/>
              <a:cxnLst/>
              <a:rect l="l" t="t" r="r" b="b"/>
              <a:pathLst>
                <a:path w="3037" h="6415" extrusionOk="0">
                  <a:moveTo>
                    <a:pt x="3036" y="3869"/>
                  </a:moveTo>
                  <a:lnTo>
                    <a:pt x="2751" y="3721"/>
                  </a:lnTo>
                  <a:lnTo>
                    <a:pt x="2534" y="3299"/>
                  </a:lnTo>
                  <a:lnTo>
                    <a:pt x="2135" y="3276"/>
                  </a:lnTo>
                  <a:lnTo>
                    <a:pt x="1986" y="2774"/>
                  </a:lnTo>
                  <a:lnTo>
                    <a:pt x="2466" y="2329"/>
                  </a:lnTo>
                  <a:lnTo>
                    <a:pt x="2534" y="1518"/>
                  </a:lnTo>
                  <a:lnTo>
                    <a:pt x="2272" y="1290"/>
                  </a:lnTo>
                  <a:lnTo>
                    <a:pt x="2249" y="868"/>
                  </a:lnTo>
                  <a:lnTo>
                    <a:pt x="2614" y="411"/>
                  </a:lnTo>
                  <a:lnTo>
                    <a:pt x="2557" y="229"/>
                  </a:lnTo>
                  <a:lnTo>
                    <a:pt x="1929" y="571"/>
                  </a:lnTo>
                  <a:lnTo>
                    <a:pt x="1941" y="92"/>
                  </a:lnTo>
                  <a:lnTo>
                    <a:pt x="1404" y="0"/>
                  </a:lnTo>
                  <a:lnTo>
                    <a:pt x="605" y="366"/>
                  </a:lnTo>
                  <a:lnTo>
                    <a:pt x="469" y="834"/>
                  </a:lnTo>
                  <a:lnTo>
                    <a:pt x="605" y="1724"/>
                  </a:lnTo>
                  <a:lnTo>
                    <a:pt x="457" y="2477"/>
                  </a:lnTo>
                  <a:lnTo>
                    <a:pt x="1" y="2990"/>
                  </a:lnTo>
                  <a:lnTo>
                    <a:pt x="81" y="3675"/>
                  </a:lnTo>
                  <a:lnTo>
                    <a:pt x="720" y="4223"/>
                  </a:lnTo>
                  <a:lnTo>
                    <a:pt x="720" y="4440"/>
                  </a:lnTo>
                  <a:lnTo>
                    <a:pt x="1210" y="4805"/>
                  </a:lnTo>
                  <a:lnTo>
                    <a:pt x="1576" y="6414"/>
                  </a:lnTo>
                  <a:lnTo>
                    <a:pt x="1952" y="6220"/>
                  </a:lnTo>
                  <a:lnTo>
                    <a:pt x="2009" y="5832"/>
                  </a:lnTo>
                  <a:lnTo>
                    <a:pt x="1906" y="5467"/>
                  </a:lnTo>
                  <a:lnTo>
                    <a:pt x="2431" y="5102"/>
                  </a:lnTo>
                  <a:lnTo>
                    <a:pt x="2648" y="4816"/>
                  </a:lnTo>
                  <a:lnTo>
                    <a:pt x="3025" y="456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9048;p37">
              <a:extLst>
                <a:ext uri="{FF2B5EF4-FFF2-40B4-BE49-F238E27FC236}">
                  <a16:creationId xmlns:a16="http://schemas.microsoft.com/office/drawing/2014/main" xmlns="" id="{F0B40E4F-37D7-442C-ACC9-00F276FD30E2}"/>
                </a:ext>
              </a:extLst>
            </p:cNvPr>
            <p:cNvSpPr/>
            <p:nvPr/>
          </p:nvSpPr>
          <p:spPr>
            <a:xfrm>
              <a:off x="4199275" y="2155475"/>
              <a:ext cx="360100" cy="143550"/>
            </a:xfrm>
            <a:custGeom>
              <a:avLst/>
              <a:gdLst/>
              <a:ahLst/>
              <a:cxnLst/>
              <a:rect l="l" t="t" r="r" b="b"/>
              <a:pathLst>
                <a:path w="14404" h="5742" extrusionOk="0">
                  <a:moveTo>
                    <a:pt x="7967" y="708"/>
                  </a:moveTo>
                  <a:lnTo>
                    <a:pt x="6586" y="81"/>
                  </a:lnTo>
                  <a:lnTo>
                    <a:pt x="5376" y="115"/>
                  </a:lnTo>
                  <a:lnTo>
                    <a:pt x="4566" y="355"/>
                  </a:lnTo>
                  <a:lnTo>
                    <a:pt x="3767" y="925"/>
                  </a:lnTo>
                  <a:lnTo>
                    <a:pt x="2352" y="811"/>
                  </a:lnTo>
                  <a:lnTo>
                    <a:pt x="2124" y="1496"/>
                  </a:lnTo>
                  <a:lnTo>
                    <a:pt x="994" y="1519"/>
                  </a:lnTo>
                  <a:lnTo>
                    <a:pt x="263" y="2397"/>
                  </a:lnTo>
                  <a:lnTo>
                    <a:pt x="777" y="2820"/>
                  </a:lnTo>
                  <a:lnTo>
                    <a:pt x="492" y="3539"/>
                  </a:lnTo>
                  <a:lnTo>
                    <a:pt x="1097" y="4052"/>
                  </a:lnTo>
                  <a:lnTo>
                    <a:pt x="1621" y="4965"/>
                  </a:lnTo>
                  <a:lnTo>
                    <a:pt x="2455" y="4954"/>
                  </a:lnTo>
                  <a:lnTo>
                    <a:pt x="3219" y="5444"/>
                  </a:lnTo>
                  <a:lnTo>
                    <a:pt x="3733" y="5330"/>
                  </a:lnTo>
                  <a:lnTo>
                    <a:pt x="3870" y="4954"/>
                  </a:lnTo>
                  <a:lnTo>
                    <a:pt x="4680" y="4977"/>
                  </a:lnTo>
                  <a:lnTo>
                    <a:pt x="5330" y="5479"/>
                  </a:lnTo>
                  <a:lnTo>
                    <a:pt x="6472" y="5376"/>
                  </a:lnTo>
                  <a:lnTo>
                    <a:pt x="6917" y="4851"/>
                  </a:lnTo>
                  <a:lnTo>
                    <a:pt x="7567" y="5068"/>
                  </a:lnTo>
                  <a:lnTo>
                    <a:pt x="8024" y="4977"/>
                  </a:lnTo>
                  <a:lnTo>
                    <a:pt x="7784" y="5319"/>
                  </a:lnTo>
                  <a:lnTo>
                    <a:pt x="8115" y="5741"/>
                  </a:lnTo>
                  <a:lnTo>
                    <a:pt x="8286" y="5547"/>
                  </a:lnTo>
                  <a:lnTo>
                    <a:pt x="8457" y="5330"/>
                  </a:lnTo>
                  <a:lnTo>
                    <a:pt x="8446" y="4817"/>
                  </a:lnTo>
                  <a:lnTo>
                    <a:pt x="8720" y="4999"/>
                  </a:lnTo>
                  <a:lnTo>
                    <a:pt x="9496" y="4748"/>
                  </a:lnTo>
                  <a:lnTo>
                    <a:pt x="9930" y="4919"/>
                  </a:lnTo>
                  <a:lnTo>
                    <a:pt x="10534" y="4919"/>
                  </a:lnTo>
                  <a:lnTo>
                    <a:pt x="11356" y="4566"/>
                  </a:lnTo>
                  <a:lnTo>
                    <a:pt x="11756" y="4589"/>
                  </a:lnTo>
                  <a:lnTo>
                    <a:pt x="12600" y="4429"/>
                  </a:lnTo>
                  <a:lnTo>
                    <a:pt x="12897" y="4292"/>
                  </a:lnTo>
                  <a:lnTo>
                    <a:pt x="13775" y="4417"/>
                  </a:lnTo>
                  <a:lnTo>
                    <a:pt x="14072" y="4646"/>
                  </a:lnTo>
                  <a:lnTo>
                    <a:pt x="14403" y="4486"/>
                  </a:lnTo>
                  <a:lnTo>
                    <a:pt x="14403" y="4486"/>
                  </a:lnTo>
                  <a:lnTo>
                    <a:pt x="13878" y="3744"/>
                  </a:lnTo>
                  <a:lnTo>
                    <a:pt x="13981" y="3459"/>
                  </a:lnTo>
                  <a:lnTo>
                    <a:pt x="13559" y="2420"/>
                  </a:lnTo>
                  <a:lnTo>
                    <a:pt x="14038" y="2169"/>
                  </a:lnTo>
                  <a:lnTo>
                    <a:pt x="13696" y="1895"/>
                  </a:lnTo>
                  <a:lnTo>
                    <a:pt x="13091" y="1678"/>
                  </a:lnTo>
                  <a:lnTo>
                    <a:pt x="13091" y="1233"/>
                  </a:lnTo>
                  <a:lnTo>
                    <a:pt x="12908" y="925"/>
                  </a:lnTo>
                  <a:lnTo>
                    <a:pt x="12109" y="492"/>
                  </a:lnTo>
                  <a:lnTo>
                    <a:pt x="11333" y="537"/>
                  </a:lnTo>
                  <a:lnTo>
                    <a:pt x="10557" y="994"/>
                  </a:lnTo>
                  <a:lnTo>
                    <a:pt x="9907" y="914"/>
                  </a:lnTo>
                  <a:lnTo>
                    <a:pt x="9085" y="1051"/>
                  </a:lnTo>
                  <a:close/>
                  <a:moveTo>
                    <a:pt x="903" y="1279"/>
                  </a:moveTo>
                  <a:lnTo>
                    <a:pt x="1188" y="1017"/>
                  </a:lnTo>
                  <a:lnTo>
                    <a:pt x="2055" y="959"/>
                  </a:lnTo>
                  <a:lnTo>
                    <a:pt x="2158" y="743"/>
                  </a:lnTo>
                  <a:lnTo>
                    <a:pt x="1485" y="457"/>
                  </a:lnTo>
                  <a:lnTo>
                    <a:pt x="1348" y="115"/>
                  </a:lnTo>
                  <a:lnTo>
                    <a:pt x="709" y="1"/>
                  </a:lnTo>
                  <a:lnTo>
                    <a:pt x="1" y="286"/>
                  </a:lnTo>
                  <a:lnTo>
                    <a:pt x="378" y="514"/>
                  </a:lnTo>
                  <a:lnTo>
                    <a:pt x="206" y="1074"/>
                  </a:lnTo>
                  <a:lnTo>
                    <a:pt x="58" y="1165"/>
                  </a:lnTo>
                  <a:lnTo>
                    <a:pt x="69" y="1359"/>
                  </a:lnTo>
                  <a:lnTo>
                    <a:pt x="343" y="177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9049;p37">
              <a:extLst>
                <a:ext uri="{FF2B5EF4-FFF2-40B4-BE49-F238E27FC236}">
                  <a16:creationId xmlns:a16="http://schemas.microsoft.com/office/drawing/2014/main" xmlns="" id="{16924470-B4BC-4DBE-AC91-7F97BC997500}"/>
                </a:ext>
              </a:extLst>
            </p:cNvPr>
            <p:cNvSpPr/>
            <p:nvPr/>
          </p:nvSpPr>
          <p:spPr>
            <a:xfrm>
              <a:off x="6070875" y="2538075"/>
              <a:ext cx="28850" cy="75625"/>
            </a:xfrm>
            <a:custGeom>
              <a:avLst/>
              <a:gdLst/>
              <a:ahLst/>
              <a:cxnLst/>
              <a:rect l="l" t="t" r="r" b="b"/>
              <a:pathLst>
                <a:path w="1154" h="3025" extrusionOk="0">
                  <a:moveTo>
                    <a:pt x="971" y="2283"/>
                  </a:moveTo>
                  <a:lnTo>
                    <a:pt x="1142" y="834"/>
                  </a:lnTo>
                  <a:lnTo>
                    <a:pt x="1154" y="274"/>
                  </a:lnTo>
                  <a:lnTo>
                    <a:pt x="743" y="1"/>
                  </a:lnTo>
                  <a:lnTo>
                    <a:pt x="275" y="685"/>
                  </a:lnTo>
                  <a:lnTo>
                    <a:pt x="1" y="1587"/>
                  </a:lnTo>
                  <a:lnTo>
                    <a:pt x="206" y="2260"/>
                  </a:lnTo>
                  <a:lnTo>
                    <a:pt x="777" y="302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9050;p37">
              <a:extLst>
                <a:ext uri="{FF2B5EF4-FFF2-40B4-BE49-F238E27FC236}">
                  <a16:creationId xmlns:a16="http://schemas.microsoft.com/office/drawing/2014/main" xmlns="" id="{FBF52AB4-C90C-4B63-A451-0AD8A52BA732}"/>
                </a:ext>
              </a:extLst>
            </p:cNvPr>
            <p:cNvSpPr/>
            <p:nvPr/>
          </p:nvSpPr>
          <p:spPr>
            <a:xfrm>
              <a:off x="4313700" y="3135225"/>
              <a:ext cx="211725" cy="242825"/>
            </a:xfrm>
            <a:custGeom>
              <a:avLst/>
              <a:gdLst/>
              <a:ahLst/>
              <a:cxnLst/>
              <a:rect l="l" t="t" r="r" b="b"/>
              <a:pathLst>
                <a:path w="8469" h="9713" extrusionOk="0">
                  <a:moveTo>
                    <a:pt x="970" y="0"/>
                  </a:moveTo>
                  <a:lnTo>
                    <a:pt x="685" y="114"/>
                  </a:lnTo>
                  <a:lnTo>
                    <a:pt x="1016" y="628"/>
                  </a:lnTo>
                  <a:lnTo>
                    <a:pt x="959" y="1153"/>
                  </a:lnTo>
                  <a:lnTo>
                    <a:pt x="731" y="1267"/>
                  </a:lnTo>
                  <a:lnTo>
                    <a:pt x="731" y="1267"/>
                  </a:lnTo>
                  <a:lnTo>
                    <a:pt x="765" y="1621"/>
                  </a:lnTo>
                  <a:lnTo>
                    <a:pt x="936" y="1838"/>
                  </a:lnTo>
                  <a:lnTo>
                    <a:pt x="936" y="2123"/>
                  </a:lnTo>
                  <a:lnTo>
                    <a:pt x="742" y="2317"/>
                  </a:lnTo>
                  <a:lnTo>
                    <a:pt x="422" y="2785"/>
                  </a:lnTo>
                  <a:lnTo>
                    <a:pt x="126" y="3116"/>
                  </a:lnTo>
                  <a:lnTo>
                    <a:pt x="46" y="3127"/>
                  </a:lnTo>
                  <a:lnTo>
                    <a:pt x="0" y="3515"/>
                  </a:lnTo>
                  <a:lnTo>
                    <a:pt x="160" y="3641"/>
                  </a:lnTo>
                  <a:lnTo>
                    <a:pt x="126" y="4029"/>
                  </a:lnTo>
                  <a:lnTo>
                    <a:pt x="274" y="4405"/>
                  </a:lnTo>
                  <a:lnTo>
                    <a:pt x="80" y="4748"/>
                  </a:lnTo>
                  <a:lnTo>
                    <a:pt x="731" y="5353"/>
                  </a:lnTo>
                  <a:lnTo>
                    <a:pt x="765" y="5912"/>
                  </a:lnTo>
                  <a:lnTo>
                    <a:pt x="1153" y="6836"/>
                  </a:lnTo>
                  <a:lnTo>
                    <a:pt x="1153" y="6836"/>
                  </a:lnTo>
                  <a:lnTo>
                    <a:pt x="1199" y="6870"/>
                  </a:lnTo>
                  <a:lnTo>
                    <a:pt x="1507" y="7030"/>
                  </a:lnTo>
                  <a:lnTo>
                    <a:pt x="2009" y="7190"/>
                  </a:lnTo>
                  <a:lnTo>
                    <a:pt x="2465" y="7452"/>
                  </a:lnTo>
                  <a:lnTo>
                    <a:pt x="3241" y="7624"/>
                  </a:lnTo>
                  <a:lnTo>
                    <a:pt x="3390" y="7875"/>
                  </a:lnTo>
                  <a:lnTo>
                    <a:pt x="3390" y="7875"/>
                  </a:lnTo>
                  <a:lnTo>
                    <a:pt x="3458" y="7703"/>
                  </a:lnTo>
                  <a:lnTo>
                    <a:pt x="3858" y="8183"/>
                  </a:lnTo>
                  <a:lnTo>
                    <a:pt x="3892" y="9141"/>
                  </a:lnTo>
                  <a:lnTo>
                    <a:pt x="4154" y="9484"/>
                  </a:lnTo>
                  <a:lnTo>
                    <a:pt x="4154" y="9495"/>
                  </a:lnTo>
                  <a:lnTo>
                    <a:pt x="4451" y="9450"/>
                  </a:lnTo>
                  <a:lnTo>
                    <a:pt x="5410" y="9712"/>
                  </a:lnTo>
                  <a:lnTo>
                    <a:pt x="5604" y="9598"/>
                  </a:lnTo>
                  <a:lnTo>
                    <a:pt x="6163" y="9586"/>
                  </a:lnTo>
                  <a:lnTo>
                    <a:pt x="6460" y="9313"/>
                  </a:lnTo>
                  <a:lnTo>
                    <a:pt x="6927" y="9324"/>
                  </a:lnTo>
                  <a:lnTo>
                    <a:pt x="7818" y="8970"/>
                  </a:lnTo>
                  <a:lnTo>
                    <a:pt x="8468" y="8445"/>
                  </a:lnTo>
                  <a:lnTo>
                    <a:pt x="8468" y="8445"/>
                  </a:lnTo>
                  <a:lnTo>
                    <a:pt x="8183" y="8240"/>
                  </a:lnTo>
                  <a:lnTo>
                    <a:pt x="7875" y="7338"/>
                  </a:lnTo>
                  <a:lnTo>
                    <a:pt x="7612" y="6791"/>
                  </a:lnTo>
                  <a:lnTo>
                    <a:pt x="7669" y="6345"/>
                  </a:lnTo>
                  <a:lnTo>
                    <a:pt x="7635" y="6072"/>
                  </a:lnTo>
                  <a:lnTo>
                    <a:pt x="7875" y="5512"/>
                  </a:lnTo>
                  <a:lnTo>
                    <a:pt x="7852" y="5284"/>
                  </a:lnTo>
                  <a:lnTo>
                    <a:pt x="7350" y="4965"/>
                  </a:lnTo>
                  <a:lnTo>
                    <a:pt x="7304" y="4451"/>
                  </a:lnTo>
                  <a:lnTo>
                    <a:pt x="7703" y="3321"/>
                  </a:lnTo>
                  <a:lnTo>
                    <a:pt x="6562" y="2420"/>
                  </a:lnTo>
                  <a:lnTo>
                    <a:pt x="6505" y="1895"/>
                  </a:lnTo>
                  <a:lnTo>
                    <a:pt x="3618" y="34"/>
                  </a:lnTo>
                  <a:lnTo>
                    <a:pt x="3618" y="34"/>
                  </a:lnTo>
                  <a:lnTo>
                    <a:pt x="3218" y="434"/>
                  </a:lnTo>
                  <a:lnTo>
                    <a:pt x="2956" y="856"/>
                  </a:lnTo>
                  <a:lnTo>
                    <a:pt x="3264" y="1164"/>
                  </a:lnTo>
                  <a:lnTo>
                    <a:pt x="2808" y="1393"/>
                  </a:lnTo>
                  <a:lnTo>
                    <a:pt x="2705" y="1278"/>
                  </a:lnTo>
                  <a:lnTo>
                    <a:pt x="2248" y="1335"/>
                  </a:lnTo>
                  <a:lnTo>
                    <a:pt x="1895" y="1541"/>
                  </a:lnTo>
                  <a:lnTo>
                    <a:pt x="1666" y="1199"/>
                  </a:lnTo>
                  <a:lnTo>
                    <a:pt x="1826" y="548"/>
                  </a:lnTo>
                  <a:lnTo>
                    <a:pt x="1849" y="12"/>
                  </a:lnTo>
                  <a:lnTo>
                    <a:pt x="1849" y="12"/>
                  </a:lnTo>
                  <a:lnTo>
                    <a:pt x="1849" y="1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9051;p37">
              <a:extLst>
                <a:ext uri="{FF2B5EF4-FFF2-40B4-BE49-F238E27FC236}">
                  <a16:creationId xmlns:a16="http://schemas.microsoft.com/office/drawing/2014/main" xmlns="" id="{C11A002D-50DD-4DF8-A50E-9121E701F39C}"/>
                </a:ext>
              </a:extLst>
            </p:cNvPr>
            <p:cNvSpPr/>
            <p:nvPr/>
          </p:nvSpPr>
          <p:spPr>
            <a:xfrm>
              <a:off x="4313975" y="3015675"/>
              <a:ext cx="109575" cy="128975"/>
            </a:xfrm>
            <a:custGeom>
              <a:avLst/>
              <a:gdLst/>
              <a:ahLst/>
              <a:cxnLst/>
              <a:rect l="l" t="t" r="r" b="b"/>
              <a:pathLst>
                <a:path w="4383" h="5159" extrusionOk="0">
                  <a:moveTo>
                    <a:pt x="3527" y="1"/>
                  </a:moveTo>
                  <a:lnTo>
                    <a:pt x="3036" y="423"/>
                  </a:lnTo>
                  <a:lnTo>
                    <a:pt x="2466" y="411"/>
                  </a:lnTo>
                  <a:lnTo>
                    <a:pt x="1827" y="628"/>
                  </a:lnTo>
                  <a:lnTo>
                    <a:pt x="1324" y="423"/>
                  </a:lnTo>
                  <a:lnTo>
                    <a:pt x="1005" y="674"/>
                  </a:lnTo>
                  <a:lnTo>
                    <a:pt x="1005" y="674"/>
                  </a:lnTo>
                  <a:lnTo>
                    <a:pt x="959" y="1735"/>
                  </a:lnTo>
                  <a:lnTo>
                    <a:pt x="1290" y="1849"/>
                  </a:lnTo>
                  <a:lnTo>
                    <a:pt x="1028" y="2180"/>
                  </a:lnTo>
                  <a:lnTo>
                    <a:pt x="720" y="2420"/>
                  </a:lnTo>
                  <a:lnTo>
                    <a:pt x="423" y="2899"/>
                  </a:lnTo>
                  <a:lnTo>
                    <a:pt x="240" y="3321"/>
                  </a:lnTo>
                  <a:lnTo>
                    <a:pt x="206" y="4052"/>
                  </a:lnTo>
                  <a:lnTo>
                    <a:pt x="23" y="4394"/>
                  </a:lnTo>
                  <a:lnTo>
                    <a:pt x="1" y="5079"/>
                  </a:lnTo>
                  <a:lnTo>
                    <a:pt x="206" y="5159"/>
                  </a:lnTo>
                  <a:lnTo>
                    <a:pt x="674" y="4896"/>
                  </a:lnTo>
                  <a:lnTo>
                    <a:pt x="959" y="4782"/>
                  </a:lnTo>
                  <a:lnTo>
                    <a:pt x="1849" y="4794"/>
                  </a:lnTo>
                  <a:lnTo>
                    <a:pt x="1849" y="4794"/>
                  </a:lnTo>
                  <a:lnTo>
                    <a:pt x="1804" y="4440"/>
                  </a:lnTo>
                  <a:lnTo>
                    <a:pt x="2169" y="3904"/>
                  </a:lnTo>
                  <a:lnTo>
                    <a:pt x="2671" y="3778"/>
                  </a:lnTo>
                  <a:lnTo>
                    <a:pt x="3013" y="3561"/>
                  </a:lnTo>
                  <a:lnTo>
                    <a:pt x="3424" y="3732"/>
                  </a:lnTo>
                  <a:lnTo>
                    <a:pt x="3470" y="3812"/>
                  </a:lnTo>
                  <a:lnTo>
                    <a:pt x="3470" y="3767"/>
                  </a:lnTo>
                  <a:lnTo>
                    <a:pt x="3698" y="3390"/>
                  </a:lnTo>
                  <a:lnTo>
                    <a:pt x="4086" y="2797"/>
                  </a:lnTo>
                  <a:lnTo>
                    <a:pt x="4383" y="2123"/>
                  </a:lnTo>
                  <a:lnTo>
                    <a:pt x="4018" y="1085"/>
                  </a:lnTo>
                  <a:lnTo>
                    <a:pt x="3915" y="62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9052;p37">
              <a:extLst>
                <a:ext uri="{FF2B5EF4-FFF2-40B4-BE49-F238E27FC236}">
                  <a16:creationId xmlns:a16="http://schemas.microsoft.com/office/drawing/2014/main" xmlns="" id="{A19510A9-7CB4-410A-B912-4A33D0DF56EC}"/>
                </a:ext>
              </a:extLst>
            </p:cNvPr>
            <p:cNvSpPr/>
            <p:nvPr/>
          </p:nvSpPr>
          <p:spPr>
            <a:xfrm>
              <a:off x="4109700" y="1931225"/>
              <a:ext cx="313850" cy="175775"/>
            </a:xfrm>
            <a:custGeom>
              <a:avLst/>
              <a:gdLst/>
              <a:ahLst/>
              <a:cxnLst/>
              <a:rect l="l" t="t" r="r" b="b"/>
              <a:pathLst>
                <a:path w="12554" h="7031" extrusionOk="0">
                  <a:moveTo>
                    <a:pt x="7544" y="1"/>
                  </a:moveTo>
                  <a:lnTo>
                    <a:pt x="6859" y="69"/>
                  </a:lnTo>
                  <a:lnTo>
                    <a:pt x="6654" y="24"/>
                  </a:lnTo>
                  <a:lnTo>
                    <a:pt x="6505" y="229"/>
                  </a:lnTo>
                  <a:lnTo>
                    <a:pt x="6254" y="195"/>
                  </a:lnTo>
                  <a:lnTo>
                    <a:pt x="6254" y="195"/>
                  </a:lnTo>
                  <a:lnTo>
                    <a:pt x="5661" y="241"/>
                  </a:lnTo>
                  <a:lnTo>
                    <a:pt x="5490" y="435"/>
                  </a:lnTo>
                  <a:lnTo>
                    <a:pt x="5524" y="880"/>
                  </a:lnTo>
                  <a:lnTo>
                    <a:pt x="5239" y="800"/>
                  </a:lnTo>
                  <a:lnTo>
                    <a:pt x="4622" y="834"/>
                  </a:lnTo>
                  <a:lnTo>
                    <a:pt x="4406" y="629"/>
                  </a:lnTo>
                  <a:lnTo>
                    <a:pt x="4177" y="777"/>
                  </a:lnTo>
                  <a:lnTo>
                    <a:pt x="3892" y="651"/>
                  </a:lnTo>
                  <a:lnTo>
                    <a:pt x="3356" y="640"/>
                  </a:lnTo>
                  <a:lnTo>
                    <a:pt x="2557" y="423"/>
                  </a:lnTo>
                  <a:lnTo>
                    <a:pt x="1838" y="355"/>
                  </a:lnTo>
                  <a:lnTo>
                    <a:pt x="1313" y="377"/>
                  </a:lnTo>
                  <a:lnTo>
                    <a:pt x="971" y="606"/>
                  </a:lnTo>
                  <a:lnTo>
                    <a:pt x="662" y="651"/>
                  </a:lnTo>
                  <a:lnTo>
                    <a:pt x="1096" y="1405"/>
                  </a:lnTo>
                  <a:lnTo>
                    <a:pt x="1062" y="1667"/>
                  </a:lnTo>
                  <a:lnTo>
                    <a:pt x="731" y="1770"/>
                  </a:lnTo>
                  <a:lnTo>
                    <a:pt x="183" y="2489"/>
                  </a:lnTo>
                  <a:lnTo>
                    <a:pt x="411" y="2888"/>
                  </a:lnTo>
                  <a:lnTo>
                    <a:pt x="263" y="2831"/>
                  </a:lnTo>
                  <a:lnTo>
                    <a:pt x="103" y="3082"/>
                  </a:lnTo>
                  <a:lnTo>
                    <a:pt x="1" y="3436"/>
                  </a:lnTo>
                  <a:lnTo>
                    <a:pt x="411" y="3676"/>
                  </a:lnTo>
                  <a:lnTo>
                    <a:pt x="503" y="3904"/>
                  </a:lnTo>
                  <a:lnTo>
                    <a:pt x="777" y="3721"/>
                  </a:lnTo>
                  <a:lnTo>
                    <a:pt x="1233" y="3824"/>
                  </a:lnTo>
                  <a:lnTo>
                    <a:pt x="1690" y="3824"/>
                  </a:lnTo>
                  <a:lnTo>
                    <a:pt x="2032" y="4029"/>
                  </a:lnTo>
                  <a:lnTo>
                    <a:pt x="2260" y="3904"/>
                  </a:lnTo>
                  <a:lnTo>
                    <a:pt x="2774" y="3824"/>
                  </a:lnTo>
                  <a:lnTo>
                    <a:pt x="2911" y="3607"/>
                  </a:lnTo>
                  <a:lnTo>
                    <a:pt x="3207" y="3607"/>
                  </a:lnTo>
                  <a:lnTo>
                    <a:pt x="3367" y="3482"/>
                  </a:lnTo>
                  <a:lnTo>
                    <a:pt x="3824" y="3390"/>
                  </a:lnTo>
                  <a:lnTo>
                    <a:pt x="4383" y="3664"/>
                  </a:lnTo>
                  <a:lnTo>
                    <a:pt x="4668" y="3710"/>
                  </a:lnTo>
                  <a:lnTo>
                    <a:pt x="5022" y="3938"/>
                  </a:lnTo>
                  <a:lnTo>
                    <a:pt x="5022" y="4235"/>
                  </a:lnTo>
                  <a:lnTo>
                    <a:pt x="5296" y="4395"/>
                  </a:lnTo>
                  <a:lnTo>
                    <a:pt x="5456" y="4760"/>
                  </a:lnTo>
                  <a:lnTo>
                    <a:pt x="5741" y="4977"/>
                  </a:lnTo>
                  <a:lnTo>
                    <a:pt x="5707" y="5114"/>
                  </a:lnTo>
                  <a:lnTo>
                    <a:pt x="5855" y="5205"/>
                  </a:lnTo>
                  <a:lnTo>
                    <a:pt x="5684" y="5273"/>
                  </a:lnTo>
                  <a:lnTo>
                    <a:pt x="5250" y="5250"/>
                  </a:lnTo>
                  <a:lnTo>
                    <a:pt x="5170" y="5114"/>
                  </a:lnTo>
                  <a:lnTo>
                    <a:pt x="5022" y="5193"/>
                  </a:lnTo>
                  <a:lnTo>
                    <a:pt x="5090" y="5342"/>
                  </a:lnTo>
                  <a:lnTo>
                    <a:pt x="4942" y="5627"/>
                  </a:lnTo>
                  <a:lnTo>
                    <a:pt x="4862" y="5935"/>
                  </a:lnTo>
                  <a:lnTo>
                    <a:pt x="4691" y="6027"/>
                  </a:lnTo>
                  <a:lnTo>
                    <a:pt x="5033" y="6186"/>
                  </a:lnTo>
                  <a:lnTo>
                    <a:pt x="5353" y="6049"/>
                  </a:lnTo>
                  <a:lnTo>
                    <a:pt x="5695" y="6198"/>
                  </a:lnTo>
                  <a:lnTo>
                    <a:pt x="6163" y="5547"/>
                  </a:lnTo>
                  <a:lnTo>
                    <a:pt x="6346" y="5056"/>
                  </a:lnTo>
                  <a:lnTo>
                    <a:pt x="6996" y="4942"/>
                  </a:lnTo>
                  <a:lnTo>
                    <a:pt x="7087" y="5285"/>
                  </a:lnTo>
                  <a:lnTo>
                    <a:pt x="8229" y="5502"/>
                  </a:lnTo>
                  <a:lnTo>
                    <a:pt x="8480" y="5707"/>
                  </a:lnTo>
                  <a:lnTo>
                    <a:pt x="7829" y="6004"/>
                  </a:lnTo>
                  <a:lnTo>
                    <a:pt x="7738" y="6175"/>
                  </a:lnTo>
                  <a:lnTo>
                    <a:pt x="8560" y="6426"/>
                  </a:lnTo>
                  <a:lnTo>
                    <a:pt x="8480" y="6848"/>
                  </a:lnTo>
                  <a:lnTo>
                    <a:pt x="8902" y="7031"/>
                  </a:lnTo>
                  <a:lnTo>
                    <a:pt x="9804" y="6517"/>
                  </a:lnTo>
                  <a:lnTo>
                    <a:pt x="10557" y="6357"/>
                  </a:lnTo>
                  <a:lnTo>
                    <a:pt x="10648" y="6049"/>
                  </a:lnTo>
                  <a:lnTo>
                    <a:pt x="9918" y="6106"/>
                  </a:lnTo>
                  <a:lnTo>
                    <a:pt x="9530" y="5890"/>
                  </a:lnTo>
                  <a:lnTo>
                    <a:pt x="9393" y="5330"/>
                  </a:lnTo>
                  <a:lnTo>
                    <a:pt x="9941" y="4999"/>
                  </a:lnTo>
                  <a:lnTo>
                    <a:pt x="10602" y="4965"/>
                  </a:lnTo>
                  <a:lnTo>
                    <a:pt x="11025" y="4680"/>
                  </a:lnTo>
                  <a:lnTo>
                    <a:pt x="11584" y="4600"/>
                  </a:lnTo>
                  <a:lnTo>
                    <a:pt x="11527" y="4201"/>
                  </a:lnTo>
                  <a:lnTo>
                    <a:pt x="11846" y="3961"/>
                  </a:lnTo>
                  <a:lnTo>
                    <a:pt x="12508" y="3892"/>
                  </a:lnTo>
                  <a:lnTo>
                    <a:pt x="12554" y="3596"/>
                  </a:lnTo>
                  <a:lnTo>
                    <a:pt x="12303" y="3105"/>
                  </a:lnTo>
                  <a:lnTo>
                    <a:pt x="12485" y="2649"/>
                  </a:lnTo>
                  <a:lnTo>
                    <a:pt x="12428" y="2375"/>
                  </a:lnTo>
                  <a:lnTo>
                    <a:pt x="11344" y="2089"/>
                  </a:lnTo>
                  <a:lnTo>
                    <a:pt x="10933" y="2112"/>
                  </a:lnTo>
                  <a:lnTo>
                    <a:pt x="10420" y="1690"/>
                  </a:lnTo>
                  <a:lnTo>
                    <a:pt x="9918" y="1838"/>
                  </a:lnTo>
                  <a:lnTo>
                    <a:pt x="8971" y="1519"/>
                  </a:lnTo>
                  <a:lnTo>
                    <a:pt x="8948" y="1348"/>
                  </a:lnTo>
                  <a:lnTo>
                    <a:pt x="8628" y="971"/>
                  </a:lnTo>
                  <a:lnTo>
                    <a:pt x="8058" y="937"/>
                  </a:lnTo>
                  <a:lnTo>
                    <a:pt x="7966" y="663"/>
                  </a:lnTo>
                  <a:lnTo>
                    <a:pt x="8092" y="48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9053;p37">
              <a:extLst>
                <a:ext uri="{FF2B5EF4-FFF2-40B4-BE49-F238E27FC236}">
                  <a16:creationId xmlns:a16="http://schemas.microsoft.com/office/drawing/2014/main" xmlns="" id="{22AF187E-2E85-4C1B-B271-C8AA40BD7DF6}"/>
                </a:ext>
              </a:extLst>
            </p:cNvPr>
            <p:cNvSpPr/>
            <p:nvPr/>
          </p:nvSpPr>
          <p:spPr>
            <a:xfrm>
              <a:off x="2610425" y="3795125"/>
              <a:ext cx="97300" cy="109875"/>
            </a:xfrm>
            <a:custGeom>
              <a:avLst/>
              <a:gdLst/>
              <a:ahLst/>
              <a:cxnLst/>
              <a:rect l="l" t="t" r="r" b="b"/>
              <a:pathLst>
                <a:path w="3892" h="4395" extrusionOk="0">
                  <a:moveTo>
                    <a:pt x="3892" y="3333"/>
                  </a:moveTo>
                  <a:lnTo>
                    <a:pt x="3595" y="2797"/>
                  </a:lnTo>
                  <a:lnTo>
                    <a:pt x="3869" y="2374"/>
                  </a:lnTo>
                  <a:lnTo>
                    <a:pt x="3321" y="1758"/>
                  </a:lnTo>
                  <a:lnTo>
                    <a:pt x="2637" y="1256"/>
                  </a:lnTo>
                  <a:lnTo>
                    <a:pt x="1758" y="674"/>
                  </a:lnTo>
                  <a:lnTo>
                    <a:pt x="1484" y="708"/>
                  </a:lnTo>
                  <a:lnTo>
                    <a:pt x="605" y="1"/>
                  </a:lnTo>
                  <a:lnTo>
                    <a:pt x="115" y="103"/>
                  </a:lnTo>
                  <a:lnTo>
                    <a:pt x="46" y="834"/>
                  </a:lnTo>
                  <a:lnTo>
                    <a:pt x="0" y="1758"/>
                  </a:lnTo>
                  <a:lnTo>
                    <a:pt x="160" y="2660"/>
                  </a:lnTo>
                  <a:lnTo>
                    <a:pt x="35" y="2854"/>
                  </a:lnTo>
                  <a:lnTo>
                    <a:pt x="92" y="3459"/>
                  </a:lnTo>
                  <a:lnTo>
                    <a:pt x="640" y="3961"/>
                  </a:lnTo>
                  <a:lnTo>
                    <a:pt x="1153" y="3926"/>
                  </a:lnTo>
                  <a:lnTo>
                    <a:pt x="1929" y="4314"/>
                  </a:lnTo>
                  <a:lnTo>
                    <a:pt x="2317" y="4223"/>
                  </a:lnTo>
                  <a:lnTo>
                    <a:pt x="2911" y="4394"/>
                  </a:lnTo>
                  <a:lnTo>
                    <a:pt x="3664" y="390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9054;p37">
              <a:extLst>
                <a:ext uri="{FF2B5EF4-FFF2-40B4-BE49-F238E27FC236}">
                  <a16:creationId xmlns:a16="http://schemas.microsoft.com/office/drawing/2014/main" xmlns="" id="{B59BC395-455A-4CAE-8DA8-9B8FBBE2701B}"/>
                </a:ext>
              </a:extLst>
            </p:cNvPr>
            <p:cNvSpPr/>
            <p:nvPr/>
          </p:nvSpPr>
          <p:spPr>
            <a:xfrm>
              <a:off x="586475" y="1543225"/>
              <a:ext cx="1932400" cy="1139800"/>
            </a:xfrm>
            <a:custGeom>
              <a:avLst/>
              <a:gdLst/>
              <a:ahLst/>
              <a:cxnLst/>
              <a:rect l="l" t="t" r="r" b="b"/>
              <a:pathLst>
                <a:path w="77296" h="45592" extrusionOk="0">
                  <a:moveTo>
                    <a:pt x="2716" y="45432"/>
                  </a:moveTo>
                  <a:lnTo>
                    <a:pt x="3002" y="45307"/>
                  </a:lnTo>
                  <a:lnTo>
                    <a:pt x="3355" y="45101"/>
                  </a:lnTo>
                  <a:lnTo>
                    <a:pt x="3390" y="45044"/>
                  </a:lnTo>
                  <a:lnTo>
                    <a:pt x="3253" y="44736"/>
                  </a:lnTo>
                  <a:lnTo>
                    <a:pt x="3161" y="44622"/>
                  </a:lnTo>
                  <a:lnTo>
                    <a:pt x="3047" y="44531"/>
                  </a:lnTo>
                  <a:lnTo>
                    <a:pt x="2773" y="44371"/>
                  </a:lnTo>
                  <a:lnTo>
                    <a:pt x="2716" y="44359"/>
                  </a:lnTo>
                  <a:lnTo>
                    <a:pt x="2659" y="44451"/>
                  </a:lnTo>
                  <a:lnTo>
                    <a:pt x="2659" y="44633"/>
                  </a:lnTo>
                  <a:lnTo>
                    <a:pt x="2488" y="44770"/>
                  </a:lnTo>
                  <a:lnTo>
                    <a:pt x="2431" y="44873"/>
                  </a:lnTo>
                  <a:lnTo>
                    <a:pt x="2488" y="45204"/>
                  </a:lnTo>
                  <a:lnTo>
                    <a:pt x="2397" y="45455"/>
                  </a:lnTo>
                  <a:lnTo>
                    <a:pt x="2568" y="45592"/>
                  </a:lnTo>
                  <a:close/>
                  <a:moveTo>
                    <a:pt x="2625" y="44017"/>
                  </a:moveTo>
                  <a:lnTo>
                    <a:pt x="2716" y="43914"/>
                  </a:lnTo>
                  <a:lnTo>
                    <a:pt x="2545" y="43777"/>
                  </a:lnTo>
                  <a:lnTo>
                    <a:pt x="2283" y="43686"/>
                  </a:lnTo>
                  <a:lnTo>
                    <a:pt x="2191" y="43766"/>
                  </a:lnTo>
                  <a:lnTo>
                    <a:pt x="2191" y="43823"/>
                  </a:lnTo>
                  <a:lnTo>
                    <a:pt x="2260" y="43892"/>
                  </a:lnTo>
                  <a:lnTo>
                    <a:pt x="2340" y="44086"/>
                  </a:lnTo>
                  <a:close/>
                  <a:moveTo>
                    <a:pt x="2203" y="43538"/>
                  </a:moveTo>
                  <a:lnTo>
                    <a:pt x="1826" y="43504"/>
                  </a:lnTo>
                  <a:lnTo>
                    <a:pt x="1746" y="43606"/>
                  </a:lnTo>
                  <a:lnTo>
                    <a:pt x="2157" y="43629"/>
                  </a:lnTo>
                  <a:close/>
                  <a:moveTo>
                    <a:pt x="1530" y="43401"/>
                  </a:moveTo>
                  <a:lnTo>
                    <a:pt x="1370" y="43104"/>
                  </a:lnTo>
                  <a:lnTo>
                    <a:pt x="1336" y="43047"/>
                  </a:lnTo>
                  <a:lnTo>
                    <a:pt x="1084" y="43173"/>
                  </a:lnTo>
                  <a:lnTo>
                    <a:pt x="1107" y="43207"/>
                  </a:lnTo>
                  <a:lnTo>
                    <a:pt x="1164" y="43424"/>
                  </a:lnTo>
                  <a:lnTo>
                    <a:pt x="1415" y="43446"/>
                  </a:lnTo>
                  <a:lnTo>
                    <a:pt x="1472" y="43458"/>
                  </a:lnTo>
                  <a:close/>
                  <a:moveTo>
                    <a:pt x="343" y="42807"/>
                  </a:moveTo>
                  <a:lnTo>
                    <a:pt x="388" y="42591"/>
                  </a:lnTo>
                  <a:lnTo>
                    <a:pt x="206" y="42579"/>
                  </a:lnTo>
                  <a:lnTo>
                    <a:pt x="57" y="42659"/>
                  </a:lnTo>
                  <a:lnTo>
                    <a:pt x="0" y="42739"/>
                  </a:lnTo>
                  <a:lnTo>
                    <a:pt x="229" y="42887"/>
                  </a:lnTo>
                  <a:close/>
                  <a:moveTo>
                    <a:pt x="59138" y="18100"/>
                  </a:moveTo>
                  <a:lnTo>
                    <a:pt x="58910" y="18100"/>
                  </a:lnTo>
                  <a:lnTo>
                    <a:pt x="58716" y="18442"/>
                  </a:lnTo>
                  <a:lnTo>
                    <a:pt x="57278" y="18442"/>
                  </a:lnTo>
                  <a:lnTo>
                    <a:pt x="54882" y="18442"/>
                  </a:lnTo>
                  <a:lnTo>
                    <a:pt x="52496" y="18442"/>
                  </a:lnTo>
                  <a:lnTo>
                    <a:pt x="50385" y="18442"/>
                  </a:lnTo>
                  <a:lnTo>
                    <a:pt x="48297" y="18442"/>
                  </a:lnTo>
                  <a:lnTo>
                    <a:pt x="46220" y="18442"/>
                  </a:lnTo>
                  <a:lnTo>
                    <a:pt x="44086" y="18442"/>
                  </a:lnTo>
                  <a:lnTo>
                    <a:pt x="43401" y="18442"/>
                  </a:lnTo>
                  <a:lnTo>
                    <a:pt x="41312" y="18442"/>
                  </a:lnTo>
                  <a:lnTo>
                    <a:pt x="39338" y="18442"/>
                  </a:lnTo>
                  <a:lnTo>
                    <a:pt x="39098" y="19173"/>
                  </a:lnTo>
                  <a:lnTo>
                    <a:pt x="38768" y="19892"/>
                  </a:lnTo>
                  <a:lnTo>
                    <a:pt x="38437" y="20120"/>
                  </a:lnTo>
                  <a:lnTo>
                    <a:pt x="38596" y="19287"/>
                  </a:lnTo>
                  <a:lnTo>
                    <a:pt x="37763" y="18979"/>
                  </a:lnTo>
                  <a:lnTo>
                    <a:pt x="37569" y="19150"/>
                  </a:lnTo>
                  <a:lnTo>
                    <a:pt x="37512" y="19572"/>
                  </a:lnTo>
                  <a:lnTo>
                    <a:pt x="37250" y="20337"/>
                  </a:lnTo>
                  <a:lnTo>
                    <a:pt x="36656" y="21524"/>
                  </a:lnTo>
                  <a:lnTo>
                    <a:pt x="36086" y="22323"/>
                  </a:lnTo>
                  <a:lnTo>
                    <a:pt x="35515" y="23121"/>
                  </a:lnTo>
                  <a:lnTo>
                    <a:pt x="34739" y="23943"/>
                  </a:lnTo>
                  <a:lnTo>
                    <a:pt x="34579" y="24616"/>
                  </a:lnTo>
                  <a:lnTo>
                    <a:pt x="34180" y="25370"/>
                  </a:lnTo>
                  <a:lnTo>
                    <a:pt x="33632" y="26111"/>
                  </a:lnTo>
                  <a:lnTo>
                    <a:pt x="33769" y="26602"/>
                  </a:lnTo>
                  <a:lnTo>
                    <a:pt x="33495" y="27344"/>
                  </a:lnTo>
                  <a:lnTo>
                    <a:pt x="33712" y="28109"/>
                  </a:lnTo>
                  <a:lnTo>
                    <a:pt x="33895" y="28428"/>
                  </a:lnTo>
                  <a:lnTo>
                    <a:pt x="33780" y="28645"/>
                  </a:lnTo>
                  <a:lnTo>
                    <a:pt x="33837" y="29923"/>
                  </a:lnTo>
                  <a:lnTo>
                    <a:pt x="34203" y="30847"/>
                  </a:lnTo>
                  <a:lnTo>
                    <a:pt x="34089" y="31350"/>
                  </a:lnTo>
                  <a:lnTo>
                    <a:pt x="34225" y="31498"/>
                  </a:lnTo>
                  <a:lnTo>
                    <a:pt x="34887" y="31589"/>
                  </a:lnTo>
                  <a:lnTo>
                    <a:pt x="35070" y="31840"/>
                  </a:lnTo>
                  <a:lnTo>
                    <a:pt x="35469" y="31875"/>
                  </a:lnTo>
                  <a:lnTo>
                    <a:pt x="35458" y="32148"/>
                  </a:lnTo>
                  <a:lnTo>
                    <a:pt x="35766" y="32251"/>
                  </a:lnTo>
                  <a:lnTo>
                    <a:pt x="36063" y="32776"/>
                  </a:lnTo>
                  <a:lnTo>
                    <a:pt x="36029" y="33233"/>
                  </a:lnTo>
                  <a:lnTo>
                    <a:pt x="36919" y="33164"/>
                  </a:lnTo>
                  <a:lnTo>
                    <a:pt x="37923" y="33061"/>
                  </a:lnTo>
                  <a:lnTo>
                    <a:pt x="37775" y="33244"/>
                  </a:lnTo>
                  <a:lnTo>
                    <a:pt x="38790" y="33689"/>
                  </a:lnTo>
                  <a:lnTo>
                    <a:pt x="40320" y="34317"/>
                  </a:lnTo>
                  <a:lnTo>
                    <a:pt x="41849" y="34317"/>
                  </a:lnTo>
                  <a:lnTo>
                    <a:pt x="42454" y="34317"/>
                  </a:lnTo>
                  <a:lnTo>
                    <a:pt x="42568" y="33952"/>
                  </a:lnTo>
                  <a:lnTo>
                    <a:pt x="43903" y="33952"/>
                  </a:lnTo>
                  <a:lnTo>
                    <a:pt x="44086" y="34260"/>
                  </a:lnTo>
                  <a:lnTo>
                    <a:pt x="44382" y="34545"/>
                  </a:lnTo>
                  <a:lnTo>
                    <a:pt x="44725" y="34944"/>
                  </a:lnTo>
                  <a:lnTo>
                    <a:pt x="44839" y="35412"/>
                  </a:lnTo>
                  <a:lnTo>
                    <a:pt x="44896" y="35914"/>
                  </a:lnTo>
                  <a:lnTo>
                    <a:pt x="45215" y="36188"/>
                  </a:lnTo>
                  <a:lnTo>
                    <a:pt x="45786" y="36451"/>
                  </a:lnTo>
                  <a:lnTo>
                    <a:pt x="46471" y="35743"/>
                  </a:lnTo>
                  <a:lnTo>
                    <a:pt x="47098" y="35732"/>
                  </a:lnTo>
                  <a:lnTo>
                    <a:pt x="47532" y="36086"/>
                  </a:lnTo>
                  <a:lnTo>
                    <a:pt x="47760" y="36713"/>
                  </a:lnTo>
                  <a:lnTo>
                    <a:pt x="47909" y="37238"/>
                  </a:lnTo>
                  <a:lnTo>
                    <a:pt x="48251" y="37752"/>
                  </a:lnTo>
                  <a:lnTo>
                    <a:pt x="48274" y="38391"/>
                  </a:lnTo>
                  <a:lnTo>
                    <a:pt x="48388" y="38825"/>
                  </a:lnTo>
                  <a:lnTo>
                    <a:pt x="48947" y="39110"/>
                  </a:lnTo>
                  <a:lnTo>
                    <a:pt x="49461" y="39304"/>
                  </a:lnTo>
                  <a:lnTo>
                    <a:pt x="49757" y="39281"/>
                  </a:lnTo>
                  <a:lnTo>
                    <a:pt x="49678" y="38961"/>
                  </a:lnTo>
                  <a:lnTo>
                    <a:pt x="49735" y="38528"/>
                  </a:lnTo>
                  <a:lnTo>
                    <a:pt x="49872" y="37900"/>
                  </a:lnTo>
                  <a:lnTo>
                    <a:pt x="50145" y="37501"/>
                  </a:lnTo>
                  <a:lnTo>
                    <a:pt x="50670" y="37056"/>
                  </a:lnTo>
                  <a:lnTo>
                    <a:pt x="51526" y="36668"/>
                  </a:lnTo>
                  <a:lnTo>
                    <a:pt x="52405" y="35994"/>
                  </a:lnTo>
                  <a:lnTo>
                    <a:pt x="53101" y="35789"/>
                  </a:lnTo>
                  <a:lnTo>
                    <a:pt x="53603" y="35732"/>
                  </a:lnTo>
                  <a:lnTo>
                    <a:pt x="54094" y="35926"/>
                  </a:lnTo>
                  <a:lnTo>
                    <a:pt x="54802" y="35812"/>
                  </a:lnTo>
                  <a:lnTo>
                    <a:pt x="55270" y="36302"/>
                  </a:lnTo>
                  <a:lnTo>
                    <a:pt x="55806" y="36325"/>
                  </a:lnTo>
                  <a:lnTo>
                    <a:pt x="56148" y="36154"/>
                  </a:lnTo>
                  <a:lnTo>
                    <a:pt x="56399" y="36280"/>
                  </a:lnTo>
                  <a:lnTo>
                    <a:pt x="56582" y="36166"/>
                  </a:lnTo>
                  <a:lnTo>
                    <a:pt x="56456" y="35983"/>
                  </a:lnTo>
                  <a:lnTo>
                    <a:pt x="56548" y="35629"/>
                  </a:lnTo>
                  <a:lnTo>
                    <a:pt x="56479" y="35389"/>
                  </a:lnTo>
                  <a:lnTo>
                    <a:pt x="56822" y="35241"/>
                  </a:lnTo>
                  <a:lnTo>
                    <a:pt x="57426" y="35184"/>
                  </a:lnTo>
                  <a:lnTo>
                    <a:pt x="58088" y="35287"/>
                  </a:lnTo>
                  <a:lnTo>
                    <a:pt x="58979" y="35173"/>
                  </a:lnTo>
                  <a:lnTo>
                    <a:pt x="59401" y="35389"/>
                  </a:lnTo>
                  <a:lnTo>
                    <a:pt x="59686" y="35812"/>
                  </a:lnTo>
                  <a:lnTo>
                    <a:pt x="59812" y="35857"/>
                  </a:lnTo>
                  <a:lnTo>
                    <a:pt x="60690" y="35447"/>
                  </a:lnTo>
                  <a:lnTo>
                    <a:pt x="60953" y="35583"/>
                  </a:lnTo>
                  <a:lnTo>
                    <a:pt x="61387" y="36337"/>
                  </a:lnTo>
                  <a:lnTo>
                    <a:pt x="61501" y="36839"/>
                  </a:lnTo>
                  <a:lnTo>
                    <a:pt x="61215" y="37444"/>
                  </a:lnTo>
                  <a:lnTo>
                    <a:pt x="61272" y="37797"/>
                  </a:lnTo>
                  <a:lnTo>
                    <a:pt x="61501" y="38494"/>
                  </a:lnTo>
                  <a:lnTo>
                    <a:pt x="61786" y="39281"/>
                  </a:lnTo>
                  <a:lnTo>
                    <a:pt x="62037" y="39475"/>
                  </a:lnTo>
                  <a:lnTo>
                    <a:pt x="62094" y="39874"/>
                  </a:lnTo>
                  <a:lnTo>
                    <a:pt x="62471" y="39989"/>
                  </a:lnTo>
                  <a:lnTo>
                    <a:pt x="62710" y="39874"/>
                  </a:lnTo>
                  <a:lnTo>
                    <a:pt x="62996" y="39327"/>
                  </a:lnTo>
                  <a:lnTo>
                    <a:pt x="63098" y="38961"/>
                  </a:lnTo>
                  <a:lnTo>
                    <a:pt x="63224" y="38357"/>
                  </a:lnTo>
                  <a:lnTo>
                    <a:pt x="63053" y="37295"/>
                  </a:lnTo>
                  <a:lnTo>
                    <a:pt x="63121" y="36907"/>
                  </a:lnTo>
                  <a:lnTo>
                    <a:pt x="62916" y="36268"/>
                  </a:lnTo>
                  <a:lnTo>
                    <a:pt x="62813" y="35504"/>
                  </a:lnTo>
                  <a:lnTo>
                    <a:pt x="62824" y="34876"/>
                  </a:lnTo>
                  <a:lnTo>
                    <a:pt x="63087" y="34225"/>
                  </a:lnTo>
                  <a:lnTo>
                    <a:pt x="63578" y="33689"/>
                  </a:lnTo>
                  <a:lnTo>
                    <a:pt x="64114" y="33255"/>
                  </a:lnTo>
                  <a:lnTo>
                    <a:pt x="65095" y="32673"/>
                  </a:lnTo>
                  <a:lnTo>
                    <a:pt x="65278" y="32365"/>
                  </a:lnTo>
                  <a:lnTo>
                    <a:pt x="65746" y="32034"/>
                  </a:lnTo>
                  <a:lnTo>
                    <a:pt x="66145" y="31977"/>
                  </a:lnTo>
                  <a:lnTo>
                    <a:pt x="66773" y="31429"/>
                  </a:lnTo>
                  <a:lnTo>
                    <a:pt x="67629" y="31167"/>
                  </a:lnTo>
                  <a:lnTo>
                    <a:pt x="68291" y="30482"/>
                  </a:lnTo>
                  <a:lnTo>
                    <a:pt x="68416" y="29546"/>
                  </a:lnTo>
                  <a:lnTo>
                    <a:pt x="68428" y="29238"/>
                  </a:lnTo>
                  <a:lnTo>
                    <a:pt x="68234" y="29181"/>
                  </a:lnTo>
                  <a:lnTo>
                    <a:pt x="68451" y="28303"/>
                  </a:lnTo>
                  <a:lnTo>
                    <a:pt x="68017" y="27994"/>
                  </a:lnTo>
                  <a:lnTo>
                    <a:pt x="68473" y="28143"/>
                  </a:lnTo>
                  <a:lnTo>
                    <a:pt x="68473" y="27549"/>
                  </a:lnTo>
                  <a:lnTo>
                    <a:pt x="68747" y="27173"/>
                  </a:lnTo>
                  <a:lnTo>
                    <a:pt x="68599" y="27926"/>
                  </a:lnTo>
                  <a:lnTo>
                    <a:pt x="68884" y="28280"/>
                  </a:lnTo>
                  <a:lnTo>
                    <a:pt x="68473" y="28907"/>
                  </a:lnTo>
                  <a:lnTo>
                    <a:pt x="68531" y="28942"/>
                  </a:lnTo>
                  <a:lnTo>
                    <a:pt x="69158" y="28211"/>
                  </a:lnTo>
                  <a:lnTo>
                    <a:pt x="69501" y="27857"/>
                  </a:lnTo>
                  <a:lnTo>
                    <a:pt x="69592" y="27492"/>
                  </a:lnTo>
                  <a:lnTo>
                    <a:pt x="69455" y="27344"/>
                  </a:lnTo>
                  <a:lnTo>
                    <a:pt x="69444" y="26842"/>
                  </a:lnTo>
                  <a:lnTo>
                    <a:pt x="69615" y="27070"/>
                  </a:lnTo>
                  <a:lnTo>
                    <a:pt x="69774" y="27127"/>
                  </a:lnTo>
                  <a:lnTo>
                    <a:pt x="69763" y="27355"/>
                  </a:lnTo>
                  <a:lnTo>
                    <a:pt x="70505" y="26659"/>
                  </a:lnTo>
                  <a:lnTo>
                    <a:pt x="70859" y="26009"/>
                  </a:lnTo>
                  <a:lnTo>
                    <a:pt x="70653" y="25974"/>
                  </a:lnTo>
                  <a:lnTo>
                    <a:pt x="70961" y="25712"/>
                  </a:lnTo>
                  <a:lnTo>
                    <a:pt x="70904" y="25826"/>
                  </a:lnTo>
                  <a:lnTo>
                    <a:pt x="71372" y="25826"/>
                  </a:lnTo>
                  <a:lnTo>
                    <a:pt x="72479" y="25552"/>
                  </a:lnTo>
                  <a:lnTo>
                    <a:pt x="72331" y="25381"/>
                  </a:lnTo>
                  <a:lnTo>
                    <a:pt x="71201" y="25552"/>
                  </a:lnTo>
                  <a:lnTo>
                    <a:pt x="71886" y="25301"/>
                  </a:lnTo>
                  <a:lnTo>
                    <a:pt x="72331" y="25255"/>
                  </a:lnTo>
                  <a:lnTo>
                    <a:pt x="72673" y="25210"/>
                  </a:lnTo>
                  <a:lnTo>
                    <a:pt x="73255" y="25061"/>
                  </a:lnTo>
                  <a:lnTo>
                    <a:pt x="73598" y="25073"/>
                  </a:lnTo>
                  <a:lnTo>
                    <a:pt x="74134" y="24925"/>
                  </a:lnTo>
                  <a:lnTo>
                    <a:pt x="74282" y="24685"/>
                  </a:lnTo>
                  <a:lnTo>
                    <a:pt x="74123" y="24491"/>
                  </a:lnTo>
                  <a:lnTo>
                    <a:pt x="74100" y="24799"/>
                  </a:lnTo>
                  <a:lnTo>
                    <a:pt x="73792" y="24788"/>
                  </a:lnTo>
                  <a:lnTo>
                    <a:pt x="73712" y="24320"/>
                  </a:lnTo>
                  <a:lnTo>
                    <a:pt x="73871" y="23840"/>
                  </a:lnTo>
                  <a:lnTo>
                    <a:pt x="74065" y="23658"/>
                  </a:lnTo>
                  <a:lnTo>
                    <a:pt x="74625" y="23133"/>
                  </a:lnTo>
                  <a:lnTo>
                    <a:pt x="75469" y="22870"/>
                  </a:lnTo>
                  <a:lnTo>
                    <a:pt x="76325" y="22574"/>
                  </a:lnTo>
                  <a:lnTo>
                    <a:pt x="77215" y="22151"/>
                  </a:lnTo>
                  <a:lnTo>
                    <a:pt x="77192" y="21866"/>
                  </a:lnTo>
                  <a:lnTo>
                    <a:pt x="76896" y="21364"/>
                  </a:lnTo>
                  <a:lnTo>
                    <a:pt x="77295" y="20154"/>
                  </a:lnTo>
                  <a:lnTo>
                    <a:pt x="77078" y="19892"/>
                  </a:lnTo>
                  <a:lnTo>
                    <a:pt x="76553" y="20052"/>
                  </a:lnTo>
                  <a:lnTo>
                    <a:pt x="76394" y="19812"/>
                  </a:lnTo>
                  <a:lnTo>
                    <a:pt x="75606" y="20474"/>
                  </a:lnTo>
                  <a:lnTo>
                    <a:pt x="75150" y="21181"/>
                  </a:lnTo>
                  <a:lnTo>
                    <a:pt x="74762" y="21581"/>
                  </a:lnTo>
                  <a:lnTo>
                    <a:pt x="74408" y="21706"/>
                  </a:lnTo>
                  <a:lnTo>
                    <a:pt x="74168" y="21752"/>
                  </a:lnTo>
                  <a:lnTo>
                    <a:pt x="74020" y="21980"/>
                  </a:lnTo>
                  <a:lnTo>
                    <a:pt x="72696" y="21980"/>
                  </a:lnTo>
                  <a:lnTo>
                    <a:pt x="71600" y="21980"/>
                  </a:lnTo>
                  <a:lnTo>
                    <a:pt x="71212" y="22151"/>
                  </a:lnTo>
                  <a:lnTo>
                    <a:pt x="70254" y="22745"/>
                  </a:lnTo>
                  <a:lnTo>
                    <a:pt x="70288" y="22870"/>
                  </a:lnTo>
                  <a:lnTo>
                    <a:pt x="70197" y="23213"/>
                  </a:lnTo>
                  <a:lnTo>
                    <a:pt x="69546" y="23498"/>
                  </a:lnTo>
                  <a:lnTo>
                    <a:pt x="68987" y="23430"/>
                  </a:lnTo>
                  <a:lnTo>
                    <a:pt x="68416" y="23407"/>
                  </a:lnTo>
                  <a:lnTo>
                    <a:pt x="68051" y="23498"/>
                  </a:lnTo>
                  <a:lnTo>
                    <a:pt x="68006" y="23760"/>
                  </a:lnTo>
                  <a:lnTo>
                    <a:pt x="68006" y="23760"/>
                  </a:lnTo>
                  <a:lnTo>
                    <a:pt x="67994" y="23840"/>
                  </a:lnTo>
                  <a:lnTo>
                    <a:pt x="67161" y="24377"/>
                  </a:lnTo>
                  <a:lnTo>
                    <a:pt x="66522" y="24628"/>
                  </a:lnTo>
                  <a:lnTo>
                    <a:pt x="66111" y="24742"/>
                  </a:lnTo>
                  <a:lnTo>
                    <a:pt x="65575" y="24982"/>
                  </a:lnTo>
                  <a:lnTo>
                    <a:pt x="65004" y="25119"/>
                  </a:lnTo>
                  <a:lnTo>
                    <a:pt x="64650" y="25073"/>
                  </a:lnTo>
                  <a:lnTo>
                    <a:pt x="64262" y="24890"/>
                  </a:lnTo>
                  <a:lnTo>
                    <a:pt x="64650" y="24548"/>
                  </a:lnTo>
                  <a:lnTo>
                    <a:pt x="64650" y="24548"/>
                  </a:lnTo>
                  <a:lnTo>
                    <a:pt x="64936" y="24228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563" y="23384"/>
                  </a:lnTo>
                  <a:lnTo>
                    <a:pt x="65632" y="22893"/>
                  </a:lnTo>
                  <a:lnTo>
                    <a:pt x="65404" y="22790"/>
                  </a:lnTo>
                  <a:lnTo>
                    <a:pt x="64799" y="23190"/>
                  </a:lnTo>
                  <a:lnTo>
                    <a:pt x="64662" y="23178"/>
                  </a:lnTo>
                  <a:lnTo>
                    <a:pt x="64707" y="22962"/>
                  </a:lnTo>
                  <a:lnTo>
                    <a:pt x="65255" y="22608"/>
                  </a:lnTo>
                  <a:lnTo>
                    <a:pt x="65483" y="22208"/>
                  </a:lnTo>
                  <a:lnTo>
                    <a:pt x="65575" y="21809"/>
                  </a:lnTo>
                  <a:lnTo>
                    <a:pt x="65198" y="21467"/>
                  </a:lnTo>
                  <a:lnTo>
                    <a:pt x="64662" y="21273"/>
                  </a:lnTo>
                  <a:lnTo>
                    <a:pt x="64422" y="21615"/>
                  </a:lnTo>
                  <a:lnTo>
                    <a:pt x="64228" y="21706"/>
                  </a:lnTo>
                  <a:lnTo>
                    <a:pt x="63909" y="22151"/>
                  </a:lnTo>
                  <a:lnTo>
                    <a:pt x="63966" y="21843"/>
                  </a:lnTo>
                  <a:lnTo>
                    <a:pt x="63600" y="22060"/>
                  </a:lnTo>
                  <a:lnTo>
                    <a:pt x="63292" y="22345"/>
                  </a:lnTo>
                  <a:lnTo>
                    <a:pt x="62927" y="22790"/>
                  </a:lnTo>
                  <a:lnTo>
                    <a:pt x="62745" y="23156"/>
                  </a:lnTo>
                  <a:lnTo>
                    <a:pt x="62756" y="23703"/>
                  </a:lnTo>
                  <a:lnTo>
                    <a:pt x="62493" y="24274"/>
                  </a:lnTo>
                  <a:lnTo>
                    <a:pt x="62026" y="24696"/>
                  </a:lnTo>
                  <a:lnTo>
                    <a:pt x="61832" y="24833"/>
                  </a:lnTo>
                  <a:lnTo>
                    <a:pt x="61603" y="24925"/>
                  </a:lnTo>
                  <a:lnTo>
                    <a:pt x="61341" y="24925"/>
                  </a:lnTo>
                  <a:lnTo>
                    <a:pt x="61295" y="24867"/>
                  </a:lnTo>
                  <a:lnTo>
                    <a:pt x="61284" y="24400"/>
                  </a:lnTo>
                  <a:lnTo>
                    <a:pt x="61387" y="24171"/>
                  </a:lnTo>
                  <a:lnTo>
                    <a:pt x="61489" y="23954"/>
                  </a:lnTo>
                  <a:lnTo>
                    <a:pt x="61569" y="23532"/>
                  </a:lnTo>
                  <a:lnTo>
                    <a:pt x="61923" y="23030"/>
                  </a:lnTo>
                  <a:lnTo>
                    <a:pt x="62345" y="22414"/>
                  </a:lnTo>
                  <a:lnTo>
                    <a:pt x="62996" y="21752"/>
                  </a:lnTo>
                  <a:lnTo>
                    <a:pt x="62893" y="21752"/>
                  </a:lnTo>
                  <a:lnTo>
                    <a:pt x="62128" y="22323"/>
                  </a:lnTo>
                  <a:lnTo>
                    <a:pt x="62071" y="22220"/>
                  </a:lnTo>
                  <a:lnTo>
                    <a:pt x="62482" y="21889"/>
                  </a:lnTo>
                  <a:lnTo>
                    <a:pt x="63155" y="21318"/>
                  </a:lnTo>
                  <a:lnTo>
                    <a:pt x="63680" y="21250"/>
                  </a:lnTo>
                  <a:lnTo>
                    <a:pt x="64308" y="21067"/>
                  </a:lnTo>
                  <a:lnTo>
                    <a:pt x="64833" y="21158"/>
                  </a:lnTo>
                  <a:lnTo>
                    <a:pt x="64856" y="21158"/>
                  </a:lnTo>
                  <a:lnTo>
                    <a:pt x="65518" y="21090"/>
                  </a:lnTo>
                  <a:lnTo>
                    <a:pt x="65312" y="20736"/>
                  </a:lnTo>
                  <a:lnTo>
                    <a:pt x="65312" y="20736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4936" y="20668"/>
                  </a:lnTo>
                  <a:lnTo>
                    <a:pt x="64879" y="20417"/>
                  </a:lnTo>
                  <a:lnTo>
                    <a:pt x="64148" y="20497"/>
                  </a:lnTo>
                  <a:lnTo>
                    <a:pt x="63441" y="20691"/>
                  </a:lnTo>
                  <a:lnTo>
                    <a:pt x="63087" y="20360"/>
                  </a:lnTo>
                  <a:lnTo>
                    <a:pt x="62722" y="20246"/>
                  </a:lnTo>
                  <a:lnTo>
                    <a:pt x="63167" y="19778"/>
                  </a:lnTo>
                  <a:lnTo>
                    <a:pt x="62414" y="20063"/>
                  </a:lnTo>
                  <a:lnTo>
                    <a:pt x="61717" y="20360"/>
                  </a:lnTo>
                  <a:lnTo>
                    <a:pt x="61056" y="20576"/>
                  </a:lnTo>
                  <a:lnTo>
                    <a:pt x="60759" y="20280"/>
                  </a:lnTo>
                  <a:lnTo>
                    <a:pt x="59971" y="20462"/>
                  </a:lnTo>
                  <a:lnTo>
                    <a:pt x="60028" y="20337"/>
                  </a:lnTo>
                  <a:lnTo>
                    <a:pt x="60690" y="19960"/>
                  </a:lnTo>
                  <a:lnTo>
                    <a:pt x="61352" y="19606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1444" y="19081"/>
                  </a:lnTo>
                  <a:lnTo>
                    <a:pt x="60816" y="19196"/>
                  </a:lnTo>
                  <a:lnTo>
                    <a:pt x="60268" y="18922"/>
                  </a:lnTo>
                  <a:lnTo>
                    <a:pt x="59618" y="18785"/>
                  </a:lnTo>
                  <a:lnTo>
                    <a:pt x="59161" y="18728"/>
                  </a:lnTo>
                  <a:lnTo>
                    <a:pt x="59013" y="18579"/>
                  </a:lnTo>
                  <a:close/>
                  <a:moveTo>
                    <a:pt x="24810" y="11413"/>
                  </a:moveTo>
                  <a:lnTo>
                    <a:pt x="25792" y="11013"/>
                  </a:lnTo>
                  <a:lnTo>
                    <a:pt x="25792" y="10751"/>
                  </a:lnTo>
                  <a:lnTo>
                    <a:pt x="25427" y="10694"/>
                  </a:lnTo>
                  <a:lnTo>
                    <a:pt x="24936" y="10819"/>
                  </a:lnTo>
                  <a:lnTo>
                    <a:pt x="24023" y="11127"/>
                  </a:lnTo>
                  <a:lnTo>
                    <a:pt x="23715" y="11504"/>
                  </a:lnTo>
                  <a:lnTo>
                    <a:pt x="23818" y="11732"/>
                  </a:lnTo>
                  <a:close/>
                  <a:moveTo>
                    <a:pt x="19287" y="9073"/>
                  </a:moveTo>
                  <a:lnTo>
                    <a:pt x="19618" y="8742"/>
                  </a:lnTo>
                  <a:lnTo>
                    <a:pt x="19207" y="8674"/>
                  </a:lnTo>
                  <a:lnTo>
                    <a:pt x="18397" y="8811"/>
                  </a:lnTo>
                  <a:lnTo>
                    <a:pt x="18511" y="9039"/>
                  </a:lnTo>
                  <a:lnTo>
                    <a:pt x="18739" y="9199"/>
                  </a:lnTo>
                  <a:close/>
                  <a:moveTo>
                    <a:pt x="19458" y="5889"/>
                  </a:moveTo>
                  <a:lnTo>
                    <a:pt x="19024" y="6197"/>
                  </a:lnTo>
                  <a:lnTo>
                    <a:pt x="19081" y="6277"/>
                  </a:lnTo>
                  <a:lnTo>
                    <a:pt x="19675" y="6220"/>
                  </a:lnTo>
                  <a:lnTo>
                    <a:pt x="19721" y="6368"/>
                  </a:lnTo>
                  <a:lnTo>
                    <a:pt x="19960" y="6540"/>
                  </a:lnTo>
                  <a:lnTo>
                    <a:pt x="20656" y="6368"/>
                  </a:lnTo>
                  <a:lnTo>
                    <a:pt x="20828" y="6288"/>
                  </a:lnTo>
                  <a:lnTo>
                    <a:pt x="20360" y="6174"/>
                  </a:lnTo>
                  <a:lnTo>
                    <a:pt x="20131" y="5957"/>
                  </a:lnTo>
                  <a:lnTo>
                    <a:pt x="19652" y="6049"/>
                  </a:lnTo>
                  <a:close/>
                  <a:moveTo>
                    <a:pt x="37284" y="149"/>
                  </a:moveTo>
                  <a:lnTo>
                    <a:pt x="36656" y="0"/>
                  </a:lnTo>
                  <a:lnTo>
                    <a:pt x="35196" y="400"/>
                  </a:lnTo>
                  <a:lnTo>
                    <a:pt x="34739" y="354"/>
                  </a:lnTo>
                  <a:lnTo>
                    <a:pt x="33176" y="685"/>
                  </a:lnTo>
                  <a:lnTo>
                    <a:pt x="32491" y="765"/>
                  </a:lnTo>
                  <a:lnTo>
                    <a:pt x="31372" y="1119"/>
                  </a:lnTo>
                  <a:lnTo>
                    <a:pt x="30688" y="1495"/>
                  </a:lnTo>
                  <a:lnTo>
                    <a:pt x="29467" y="1849"/>
                  </a:lnTo>
                  <a:lnTo>
                    <a:pt x="28371" y="1861"/>
                  </a:lnTo>
                  <a:lnTo>
                    <a:pt x="27481" y="2283"/>
                  </a:lnTo>
                  <a:lnTo>
                    <a:pt x="27937" y="2522"/>
                  </a:lnTo>
                  <a:lnTo>
                    <a:pt x="28029" y="2853"/>
                  </a:lnTo>
                  <a:lnTo>
                    <a:pt x="27915" y="3230"/>
                  </a:lnTo>
                  <a:lnTo>
                    <a:pt x="28245" y="3538"/>
                  </a:lnTo>
                  <a:lnTo>
                    <a:pt x="28074" y="4029"/>
                  </a:lnTo>
                  <a:lnTo>
                    <a:pt x="26762" y="4063"/>
                  </a:lnTo>
                  <a:lnTo>
                    <a:pt x="27378" y="3664"/>
                  </a:lnTo>
                  <a:lnTo>
                    <a:pt x="26899" y="3664"/>
                  </a:lnTo>
                  <a:lnTo>
                    <a:pt x="25027" y="4052"/>
                  </a:lnTo>
                  <a:lnTo>
                    <a:pt x="23726" y="4371"/>
                  </a:lnTo>
                  <a:lnTo>
                    <a:pt x="23863" y="4851"/>
                  </a:lnTo>
                  <a:lnTo>
                    <a:pt x="23692" y="5159"/>
                  </a:lnTo>
                  <a:lnTo>
                    <a:pt x="24343" y="5364"/>
                  </a:lnTo>
                  <a:lnTo>
                    <a:pt x="25324" y="5261"/>
                  </a:lnTo>
                  <a:lnTo>
                    <a:pt x="25575" y="5444"/>
                  </a:lnTo>
                  <a:lnTo>
                    <a:pt x="25997" y="5261"/>
                  </a:lnTo>
                  <a:lnTo>
                    <a:pt x="26865" y="5090"/>
                  </a:lnTo>
                  <a:lnTo>
                    <a:pt x="27253" y="5090"/>
                  </a:lnTo>
                  <a:lnTo>
                    <a:pt x="26408" y="5387"/>
                  </a:lnTo>
                  <a:lnTo>
                    <a:pt x="26568" y="5535"/>
                  </a:lnTo>
                  <a:lnTo>
                    <a:pt x="26203" y="5900"/>
                  </a:lnTo>
                  <a:lnTo>
                    <a:pt x="25427" y="6163"/>
                  </a:lnTo>
                  <a:lnTo>
                    <a:pt x="25061" y="6083"/>
                  </a:lnTo>
                  <a:lnTo>
                    <a:pt x="24069" y="6471"/>
                  </a:lnTo>
                  <a:lnTo>
                    <a:pt x="23806" y="6345"/>
                  </a:lnTo>
                  <a:lnTo>
                    <a:pt x="23224" y="6403"/>
                  </a:lnTo>
                  <a:lnTo>
                    <a:pt x="22471" y="6825"/>
                  </a:lnTo>
                  <a:lnTo>
                    <a:pt x="21387" y="7270"/>
                  </a:lnTo>
                  <a:lnTo>
                    <a:pt x="20554" y="7761"/>
                  </a:lnTo>
                  <a:lnTo>
                    <a:pt x="20599" y="8103"/>
                  </a:lnTo>
                  <a:lnTo>
                    <a:pt x="20029" y="8571"/>
                  </a:lnTo>
                  <a:lnTo>
                    <a:pt x="20234" y="8765"/>
                  </a:lnTo>
                  <a:lnTo>
                    <a:pt x="20303" y="9153"/>
                  </a:lnTo>
                  <a:lnTo>
                    <a:pt x="21330" y="8993"/>
                  </a:lnTo>
                  <a:lnTo>
                    <a:pt x="21387" y="9301"/>
                  </a:lnTo>
                  <a:lnTo>
                    <a:pt x="20919" y="9598"/>
                  </a:lnTo>
                  <a:lnTo>
                    <a:pt x="20405" y="10100"/>
                  </a:lnTo>
                  <a:lnTo>
                    <a:pt x="20805" y="10100"/>
                  </a:lnTo>
                  <a:lnTo>
                    <a:pt x="21832" y="9769"/>
                  </a:lnTo>
                  <a:lnTo>
                    <a:pt x="21604" y="10180"/>
                  </a:lnTo>
                  <a:lnTo>
                    <a:pt x="22117" y="9883"/>
                  </a:lnTo>
                  <a:lnTo>
                    <a:pt x="22060" y="10306"/>
                  </a:lnTo>
                  <a:lnTo>
                    <a:pt x="22745" y="9997"/>
                  </a:lnTo>
                  <a:lnTo>
                    <a:pt x="22802" y="10157"/>
                  </a:lnTo>
                  <a:lnTo>
                    <a:pt x="23829" y="9895"/>
                  </a:lnTo>
                  <a:lnTo>
                    <a:pt x="22939" y="10385"/>
                  </a:lnTo>
                  <a:lnTo>
                    <a:pt x="22129" y="11024"/>
                  </a:lnTo>
                  <a:lnTo>
                    <a:pt x="21318" y="11321"/>
                  </a:lnTo>
                  <a:lnTo>
                    <a:pt x="20987" y="11492"/>
                  </a:lnTo>
                  <a:lnTo>
                    <a:pt x="19515" y="12006"/>
                  </a:lnTo>
                  <a:lnTo>
                    <a:pt x="18819" y="12348"/>
                  </a:lnTo>
                  <a:lnTo>
                    <a:pt x="17895" y="12451"/>
                  </a:lnTo>
                  <a:lnTo>
                    <a:pt x="16674" y="12919"/>
                  </a:lnTo>
                  <a:lnTo>
                    <a:pt x="15738" y="13181"/>
                  </a:lnTo>
                  <a:lnTo>
                    <a:pt x="14585" y="13581"/>
                  </a:lnTo>
                  <a:lnTo>
                    <a:pt x="14528" y="13718"/>
                  </a:lnTo>
                  <a:lnTo>
                    <a:pt x="15955" y="13478"/>
                  </a:lnTo>
                  <a:lnTo>
                    <a:pt x="16810" y="13193"/>
                  </a:lnTo>
                  <a:lnTo>
                    <a:pt x="17792" y="12907"/>
                  </a:lnTo>
                  <a:lnTo>
                    <a:pt x="18659" y="12668"/>
                  </a:lnTo>
                  <a:lnTo>
                    <a:pt x="19059" y="12736"/>
                  </a:lnTo>
                  <a:lnTo>
                    <a:pt x="20211" y="12360"/>
                  </a:lnTo>
                  <a:lnTo>
                    <a:pt x="20862" y="11960"/>
                  </a:lnTo>
                  <a:lnTo>
                    <a:pt x="22357" y="11527"/>
                  </a:lnTo>
                  <a:lnTo>
                    <a:pt x="22916" y="11150"/>
                  </a:lnTo>
                  <a:lnTo>
                    <a:pt x="23852" y="10899"/>
                  </a:lnTo>
                  <a:lnTo>
                    <a:pt x="24936" y="10534"/>
                  </a:lnTo>
                  <a:lnTo>
                    <a:pt x="26203" y="9940"/>
                  </a:lnTo>
                  <a:lnTo>
                    <a:pt x="26180" y="9529"/>
                  </a:lnTo>
                  <a:lnTo>
                    <a:pt x="27766" y="8936"/>
                  </a:lnTo>
                  <a:lnTo>
                    <a:pt x="28816" y="8388"/>
                  </a:lnTo>
                  <a:lnTo>
                    <a:pt x="30128" y="7932"/>
                  </a:lnTo>
                  <a:lnTo>
                    <a:pt x="30071" y="8126"/>
                  </a:lnTo>
                  <a:lnTo>
                    <a:pt x="29113" y="8388"/>
                  </a:lnTo>
                  <a:lnTo>
                    <a:pt x="27937" y="9199"/>
                  </a:lnTo>
                  <a:lnTo>
                    <a:pt x="27481" y="9701"/>
                  </a:lnTo>
                  <a:lnTo>
                    <a:pt x="28394" y="9507"/>
                  </a:lnTo>
                  <a:lnTo>
                    <a:pt x="29261" y="9244"/>
                  </a:lnTo>
                  <a:lnTo>
                    <a:pt x="30186" y="9050"/>
                  </a:lnTo>
                  <a:lnTo>
                    <a:pt x="30596" y="9016"/>
                  </a:lnTo>
                  <a:lnTo>
                    <a:pt x="31099" y="8423"/>
                  </a:lnTo>
                  <a:lnTo>
                    <a:pt x="32000" y="8251"/>
                  </a:lnTo>
                  <a:lnTo>
                    <a:pt x="32365" y="8617"/>
                  </a:lnTo>
                  <a:lnTo>
                    <a:pt x="33233" y="8993"/>
                  </a:lnTo>
                  <a:lnTo>
                    <a:pt x="34180" y="8925"/>
                  </a:lnTo>
                  <a:lnTo>
                    <a:pt x="34990" y="9210"/>
                  </a:lnTo>
                  <a:lnTo>
                    <a:pt x="35447" y="9370"/>
                  </a:lnTo>
                  <a:lnTo>
                    <a:pt x="35926" y="10237"/>
                  </a:lnTo>
                  <a:lnTo>
                    <a:pt x="36451" y="10477"/>
                  </a:lnTo>
                  <a:lnTo>
                    <a:pt x="37467" y="10511"/>
                  </a:lnTo>
                  <a:lnTo>
                    <a:pt x="38049" y="10568"/>
                  </a:lnTo>
                  <a:lnTo>
                    <a:pt x="37661" y="11355"/>
                  </a:lnTo>
                  <a:lnTo>
                    <a:pt x="37889" y="12052"/>
                  </a:lnTo>
                  <a:lnTo>
                    <a:pt x="37421" y="12793"/>
                  </a:lnTo>
                  <a:lnTo>
                    <a:pt x="37775" y="13067"/>
                  </a:lnTo>
                  <a:lnTo>
                    <a:pt x="37866" y="13375"/>
                  </a:lnTo>
                  <a:lnTo>
                    <a:pt x="37866" y="13375"/>
                  </a:lnTo>
                  <a:lnTo>
                    <a:pt x="38596" y="12965"/>
                  </a:lnTo>
                  <a:lnTo>
                    <a:pt x="39030" y="12440"/>
                  </a:lnTo>
                  <a:lnTo>
                    <a:pt x="38380" y="11892"/>
                  </a:lnTo>
                  <a:lnTo>
                    <a:pt x="38596" y="10922"/>
                  </a:lnTo>
                  <a:lnTo>
                    <a:pt x="38745" y="10328"/>
                  </a:lnTo>
                  <a:lnTo>
                    <a:pt x="38505" y="9940"/>
                  </a:lnTo>
                  <a:lnTo>
                    <a:pt x="38402" y="9598"/>
                  </a:lnTo>
                  <a:lnTo>
                    <a:pt x="38482" y="9164"/>
                  </a:lnTo>
                  <a:lnTo>
                    <a:pt x="37569" y="9438"/>
                  </a:lnTo>
                  <a:lnTo>
                    <a:pt x="36485" y="9906"/>
                  </a:lnTo>
                  <a:lnTo>
                    <a:pt x="36451" y="9358"/>
                  </a:lnTo>
                  <a:lnTo>
                    <a:pt x="36371" y="8982"/>
                  </a:lnTo>
                  <a:lnTo>
                    <a:pt x="35983" y="8753"/>
                  </a:lnTo>
                  <a:lnTo>
                    <a:pt x="35378" y="8742"/>
                  </a:lnTo>
                  <a:lnTo>
                    <a:pt x="40434" y="4120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401" y="1142"/>
                  </a:lnTo>
                  <a:lnTo>
                    <a:pt x="42819" y="913"/>
                  </a:lnTo>
                  <a:lnTo>
                    <a:pt x="41883" y="1027"/>
                  </a:lnTo>
                  <a:lnTo>
                    <a:pt x="41575" y="925"/>
                  </a:lnTo>
                  <a:lnTo>
                    <a:pt x="40559" y="856"/>
                  </a:lnTo>
                  <a:lnTo>
                    <a:pt x="39681" y="628"/>
                  </a:lnTo>
                  <a:lnTo>
                    <a:pt x="38996" y="696"/>
                  </a:lnTo>
                  <a:lnTo>
                    <a:pt x="38288" y="571"/>
                  </a:lnTo>
                  <a:lnTo>
                    <a:pt x="38574" y="400"/>
                  </a:lnTo>
                  <a:lnTo>
                    <a:pt x="37683" y="354"/>
                  </a:lnTo>
                  <a:lnTo>
                    <a:pt x="37204" y="49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9055;p37">
              <a:extLst>
                <a:ext uri="{FF2B5EF4-FFF2-40B4-BE49-F238E27FC236}">
                  <a16:creationId xmlns:a16="http://schemas.microsoft.com/office/drawing/2014/main" xmlns="" id="{0985CA89-3F74-47EF-8F6D-DAE412B00F1E}"/>
                </a:ext>
              </a:extLst>
            </p:cNvPr>
            <p:cNvSpPr/>
            <p:nvPr/>
          </p:nvSpPr>
          <p:spPr>
            <a:xfrm>
              <a:off x="4725950" y="2079875"/>
              <a:ext cx="338975" cy="188625"/>
            </a:xfrm>
            <a:custGeom>
              <a:avLst/>
              <a:gdLst/>
              <a:ahLst/>
              <a:cxnLst/>
              <a:rect l="l" t="t" r="r" b="b"/>
              <a:pathLst>
                <a:path w="13559" h="7545" extrusionOk="0">
                  <a:moveTo>
                    <a:pt x="11618" y="2911"/>
                  </a:moveTo>
                  <a:lnTo>
                    <a:pt x="11253" y="3082"/>
                  </a:lnTo>
                  <a:lnTo>
                    <a:pt x="10489" y="3698"/>
                  </a:lnTo>
                  <a:lnTo>
                    <a:pt x="10352" y="4337"/>
                  </a:lnTo>
                  <a:lnTo>
                    <a:pt x="10089" y="4337"/>
                  </a:lnTo>
                  <a:lnTo>
                    <a:pt x="9758" y="3904"/>
                  </a:lnTo>
                  <a:lnTo>
                    <a:pt x="8811" y="3881"/>
                  </a:lnTo>
                  <a:lnTo>
                    <a:pt x="8446" y="3162"/>
                  </a:lnTo>
                  <a:lnTo>
                    <a:pt x="8092" y="3150"/>
                  </a:lnTo>
                  <a:lnTo>
                    <a:pt x="7875" y="2272"/>
                  </a:lnTo>
                  <a:lnTo>
                    <a:pt x="6803" y="1621"/>
                  </a:lnTo>
                  <a:lnTo>
                    <a:pt x="5581" y="1701"/>
                  </a:lnTo>
                  <a:lnTo>
                    <a:pt x="4771" y="1827"/>
                  </a:lnTo>
                  <a:lnTo>
                    <a:pt x="3835" y="1039"/>
                  </a:lnTo>
                  <a:lnTo>
                    <a:pt x="3151" y="708"/>
                  </a:lnTo>
                  <a:lnTo>
                    <a:pt x="1861" y="69"/>
                  </a:lnTo>
                  <a:lnTo>
                    <a:pt x="1701" y="1"/>
                  </a:lnTo>
                  <a:lnTo>
                    <a:pt x="1" y="514"/>
                  </a:lnTo>
                  <a:lnTo>
                    <a:pt x="891" y="3767"/>
                  </a:lnTo>
                  <a:lnTo>
                    <a:pt x="1713" y="3755"/>
                  </a:lnTo>
                  <a:lnTo>
                    <a:pt x="1484" y="3310"/>
                  </a:lnTo>
                  <a:lnTo>
                    <a:pt x="2032" y="2991"/>
                  </a:lnTo>
                  <a:lnTo>
                    <a:pt x="2500" y="2477"/>
                  </a:lnTo>
                  <a:lnTo>
                    <a:pt x="3607" y="2945"/>
                  </a:lnTo>
                  <a:lnTo>
                    <a:pt x="3881" y="3653"/>
                  </a:lnTo>
                  <a:lnTo>
                    <a:pt x="4212" y="3835"/>
                  </a:lnTo>
                  <a:lnTo>
                    <a:pt x="4999" y="3789"/>
                  </a:lnTo>
                  <a:lnTo>
                    <a:pt x="5285" y="3961"/>
                  </a:lnTo>
                  <a:lnTo>
                    <a:pt x="5890" y="4874"/>
                  </a:lnTo>
                  <a:lnTo>
                    <a:pt x="6894" y="5501"/>
                  </a:lnTo>
                  <a:lnTo>
                    <a:pt x="7487" y="5935"/>
                  </a:lnTo>
                  <a:lnTo>
                    <a:pt x="8377" y="6391"/>
                  </a:lnTo>
                  <a:lnTo>
                    <a:pt x="9473" y="6768"/>
                  </a:lnTo>
                  <a:lnTo>
                    <a:pt x="9587" y="7339"/>
                  </a:lnTo>
                  <a:lnTo>
                    <a:pt x="9998" y="7339"/>
                  </a:lnTo>
                  <a:lnTo>
                    <a:pt x="10614" y="7544"/>
                  </a:lnTo>
                  <a:lnTo>
                    <a:pt x="10797" y="6597"/>
                  </a:lnTo>
                  <a:lnTo>
                    <a:pt x="10454" y="5935"/>
                  </a:lnTo>
                  <a:lnTo>
                    <a:pt x="9861" y="5707"/>
                  </a:lnTo>
                  <a:lnTo>
                    <a:pt x="9941" y="5307"/>
                  </a:lnTo>
                  <a:lnTo>
                    <a:pt x="10569" y="5342"/>
                  </a:lnTo>
                  <a:lnTo>
                    <a:pt x="10785" y="4851"/>
                  </a:lnTo>
                  <a:lnTo>
                    <a:pt x="10854" y="4280"/>
                  </a:lnTo>
                  <a:lnTo>
                    <a:pt x="11767" y="4063"/>
                  </a:lnTo>
                  <a:lnTo>
                    <a:pt x="11744" y="4474"/>
                  </a:lnTo>
                  <a:lnTo>
                    <a:pt x="11927" y="4737"/>
                  </a:lnTo>
                  <a:lnTo>
                    <a:pt x="12223" y="4702"/>
                  </a:lnTo>
                  <a:lnTo>
                    <a:pt x="12805" y="4794"/>
                  </a:lnTo>
                  <a:lnTo>
                    <a:pt x="13559" y="4143"/>
                  </a:lnTo>
                  <a:lnTo>
                    <a:pt x="12543" y="3675"/>
                  </a:lnTo>
                  <a:lnTo>
                    <a:pt x="12086" y="3904"/>
                  </a:lnTo>
                  <a:lnTo>
                    <a:pt x="11424" y="3573"/>
                  </a:lnTo>
                  <a:lnTo>
                    <a:pt x="11870" y="299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9056;p37">
              <a:extLst>
                <a:ext uri="{FF2B5EF4-FFF2-40B4-BE49-F238E27FC236}">
                  <a16:creationId xmlns:a16="http://schemas.microsoft.com/office/drawing/2014/main" xmlns="" id="{94DE54E9-7DE3-4ED9-A92E-4111B3B46985}"/>
                </a:ext>
              </a:extLst>
            </p:cNvPr>
            <p:cNvSpPr/>
            <p:nvPr/>
          </p:nvSpPr>
          <p:spPr>
            <a:xfrm>
              <a:off x="2257775" y="2836225"/>
              <a:ext cx="269925" cy="259650"/>
            </a:xfrm>
            <a:custGeom>
              <a:avLst/>
              <a:gdLst/>
              <a:ahLst/>
              <a:cxnLst/>
              <a:rect l="l" t="t" r="r" b="b"/>
              <a:pathLst>
                <a:path w="10797" h="10386" extrusionOk="0">
                  <a:moveTo>
                    <a:pt x="10797" y="3435"/>
                  </a:moveTo>
                  <a:lnTo>
                    <a:pt x="10477" y="3230"/>
                  </a:lnTo>
                  <a:lnTo>
                    <a:pt x="10067" y="3253"/>
                  </a:lnTo>
                  <a:lnTo>
                    <a:pt x="9964" y="2522"/>
                  </a:lnTo>
                  <a:lnTo>
                    <a:pt x="9382" y="2066"/>
                  </a:lnTo>
                  <a:lnTo>
                    <a:pt x="8754" y="2009"/>
                  </a:lnTo>
                  <a:lnTo>
                    <a:pt x="8503" y="1587"/>
                  </a:lnTo>
                  <a:lnTo>
                    <a:pt x="9188" y="1313"/>
                  </a:lnTo>
                  <a:lnTo>
                    <a:pt x="8229" y="1324"/>
                  </a:lnTo>
                  <a:lnTo>
                    <a:pt x="7248" y="1381"/>
                  </a:lnTo>
                  <a:lnTo>
                    <a:pt x="7213" y="1609"/>
                  </a:lnTo>
                  <a:lnTo>
                    <a:pt x="6757" y="1883"/>
                  </a:lnTo>
                  <a:lnTo>
                    <a:pt x="6164" y="1781"/>
                  </a:lnTo>
                  <a:lnTo>
                    <a:pt x="5718" y="1370"/>
                  </a:lnTo>
                  <a:lnTo>
                    <a:pt x="4863" y="1472"/>
                  </a:lnTo>
                  <a:lnTo>
                    <a:pt x="4144" y="1461"/>
                  </a:lnTo>
                  <a:lnTo>
                    <a:pt x="4132" y="1153"/>
                  </a:lnTo>
                  <a:lnTo>
                    <a:pt x="3630" y="662"/>
                  </a:lnTo>
                  <a:lnTo>
                    <a:pt x="3082" y="639"/>
                  </a:lnTo>
                  <a:lnTo>
                    <a:pt x="2831" y="0"/>
                  </a:lnTo>
                  <a:lnTo>
                    <a:pt x="2534" y="286"/>
                  </a:lnTo>
                  <a:lnTo>
                    <a:pt x="2626" y="719"/>
                  </a:lnTo>
                  <a:lnTo>
                    <a:pt x="1610" y="1084"/>
                  </a:lnTo>
                  <a:lnTo>
                    <a:pt x="1610" y="1769"/>
                  </a:lnTo>
                  <a:lnTo>
                    <a:pt x="1838" y="2089"/>
                  </a:lnTo>
                  <a:lnTo>
                    <a:pt x="1621" y="2739"/>
                  </a:lnTo>
                  <a:lnTo>
                    <a:pt x="1279" y="2796"/>
                  </a:lnTo>
                  <a:lnTo>
                    <a:pt x="1005" y="2089"/>
                  </a:lnTo>
                  <a:lnTo>
                    <a:pt x="1393" y="1552"/>
                  </a:lnTo>
                  <a:lnTo>
                    <a:pt x="1439" y="1084"/>
                  </a:lnTo>
                  <a:lnTo>
                    <a:pt x="1199" y="674"/>
                  </a:lnTo>
                  <a:lnTo>
                    <a:pt x="1667" y="559"/>
                  </a:lnTo>
                  <a:lnTo>
                    <a:pt x="1713" y="343"/>
                  </a:lnTo>
                  <a:lnTo>
                    <a:pt x="1176" y="502"/>
                  </a:lnTo>
                  <a:lnTo>
                    <a:pt x="948" y="959"/>
                  </a:lnTo>
                  <a:lnTo>
                    <a:pt x="640" y="1210"/>
                  </a:lnTo>
                  <a:lnTo>
                    <a:pt x="378" y="1552"/>
                  </a:lnTo>
                  <a:lnTo>
                    <a:pt x="252" y="2203"/>
                  </a:lnTo>
                  <a:lnTo>
                    <a:pt x="1" y="2728"/>
                  </a:lnTo>
                  <a:lnTo>
                    <a:pt x="412" y="2796"/>
                  </a:lnTo>
                  <a:lnTo>
                    <a:pt x="492" y="3207"/>
                  </a:lnTo>
                  <a:lnTo>
                    <a:pt x="651" y="3413"/>
                  </a:lnTo>
                  <a:lnTo>
                    <a:pt x="709" y="3766"/>
                  </a:lnTo>
                  <a:lnTo>
                    <a:pt x="594" y="4109"/>
                  </a:lnTo>
                  <a:lnTo>
                    <a:pt x="629" y="4291"/>
                  </a:lnTo>
                  <a:lnTo>
                    <a:pt x="811" y="4383"/>
                  </a:lnTo>
                  <a:lnTo>
                    <a:pt x="994" y="4691"/>
                  </a:lnTo>
                  <a:lnTo>
                    <a:pt x="2021" y="4611"/>
                  </a:lnTo>
                  <a:lnTo>
                    <a:pt x="2477" y="4725"/>
                  </a:lnTo>
                  <a:lnTo>
                    <a:pt x="3025" y="5501"/>
                  </a:lnTo>
                  <a:lnTo>
                    <a:pt x="3345" y="5410"/>
                  </a:lnTo>
                  <a:lnTo>
                    <a:pt x="3915" y="5444"/>
                  </a:lnTo>
                  <a:lnTo>
                    <a:pt x="4372" y="5353"/>
                  </a:lnTo>
                  <a:lnTo>
                    <a:pt x="4657" y="5501"/>
                  </a:lnTo>
                  <a:lnTo>
                    <a:pt x="4486" y="5992"/>
                  </a:lnTo>
                  <a:lnTo>
                    <a:pt x="4303" y="6288"/>
                  </a:lnTo>
                  <a:lnTo>
                    <a:pt x="4235" y="6950"/>
                  </a:lnTo>
                  <a:lnTo>
                    <a:pt x="4372" y="7544"/>
                  </a:lnTo>
                  <a:lnTo>
                    <a:pt x="4589" y="7818"/>
                  </a:lnTo>
                  <a:lnTo>
                    <a:pt x="4623" y="8034"/>
                  </a:lnTo>
                  <a:lnTo>
                    <a:pt x="4201" y="8468"/>
                  </a:lnTo>
                  <a:lnTo>
                    <a:pt x="4486" y="8674"/>
                  </a:lnTo>
                  <a:lnTo>
                    <a:pt x="4691" y="8982"/>
                  </a:lnTo>
                  <a:lnTo>
                    <a:pt x="4931" y="9895"/>
                  </a:lnTo>
                  <a:lnTo>
                    <a:pt x="5365" y="10385"/>
                  </a:lnTo>
                  <a:lnTo>
                    <a:pt x="5992" y="10317"/>
                  </a:lnTo>
                  <a:lnTo>
                    <a:pt x="6141" y="10043"/>
                  </a:lnTo>
                  <a:lnTo>
                    <a:pt x="6746" y="9826"/>
                  </a:lnTo>
                  <a:lnTo>
                    <a:pt x="7077" y="9689"/>
                  </a:lnTo>
                  <a:lnTo>
                    <a:pt x="7168" y="9301"/>
                  </a:lnTo>
                  <a:lnTo>
                    <a:pt x="7761" y="9039"/>
                  </a:lnTo>
                  <a:lnTo>
                    <a:pt x="7716" y="8845"/>
                  </a:lnTo>
                  <a:lnTo>
                    <a:pt x="7031" y="8776"/>
                  </a:lnTo>
                  <a:lnTo>
                    <a:pt x="6928" y="8206"/>
                  </a:lnTo>
                  <a:lnTo>
                    <a:pt x="6974" y="7589"/>
                  </a:lnTo>
                  <a:lnTo>
                    <a:pt x="6631" y="7361"/>
                  </a:lnTo>
                  <a:lnTo>
                    <a:pt x="6768" y="7270"/>
                  </a:lnTo>
                  <a:lnTo>
                    <a:pt x="7373" y="7384"/>
                  </a:lnTo>
                  <a:lnTo>
                    <a:pt x="8001" y="7612"/>
                  </a:lnTo>
                  <a:lnTo>
                    <a:pt x="8241" y="7407"/>
                  </a:lnTo>
                  <a:lnTo>
                    <a:pt x="8811" y="7258"/>
                  </a:lnTo>
                  <a:lnTo>
                    <a:pt x="9724" y="6916"/>
                  </a:lnTo>
                  <a:lnTo>
                    <a:pt x="10021" y="6574"/>
                  </a:lnTo>
                  <a:lnTo>
                    <a:pt x="9930" y="6323"/>
                  </a:lnTo>
                  <a:lnTo>
                    <a:pt x="9393" y="5638"/>
                  </a:lnTo>
                  <a:lnTo>
                    <a:pt x="9621" y="5375"/>
                  </a:lnTo>
                  <a:lnTo>
                    <a:pt x="9621" y="4965"/>
                  </a:lnTo>
                  <a:lnTo>
                    <a:pt x="10112" y="4805"/>
                  </a:lnTo>
                  <a:lnTo>
                    <a:pt x="10329" y="4634"/>
                  </a:lnTo>
                  <a:lnTo>
                    <a:pt x="10055" y="4314"/>
                  </a:lnTo>
                  <a:lnTo>
                    <a:pt x="10135" y="398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9057;p37">
              <a:extLst>
                <a:ext uri="{FF2B5EF4-FFF2-40B4-BE49-F238E27FC236}">
                  <a16:creationId xmlns:a16="http://schemas.microsoft.com/office/drawing/2014/main" xmlns="" id="{F3089213-E23E-4F15-8793-D267286E7E6B}"/>
                </a:ext>
              </a:extLst>
            </p:cNvPr>
            <p:cNvSpPr/>
            <p:nvPr/>
          </p:nvSpPr>
          <p:spPr>
            <a:xfrm>
              <a:off x="5724250" y="2582300"/>
              <a:ext cx="172625" cy="334400"/>
            </a:xfrm>
            <a:custGeom>
              <a:avLst/>
              <a:gdLst/>
              <a:ahLst/>
              <a:cxnLst/>
              <a:rect l="l" t="t" r="r" b="b"/>
              <a:pathLst>
                <a:path w="6905" h="13376" extrusionOk="0">
                  <a:moveTo>
                    <a:pt x="4748" y="1632"/>
                  </a:moveTo>
                  <a:lnTo>
                    <a:pt x="3903" y="1404"/>
                  </a:lnTo>
                  <a:lnTo>
                    <a:pt x="3481" y="1028"/>
                  </a:lnTo>
                  <a:lnTo>
                    <a:pt x="3504" y="503"/>
                  </a:lnTo>
                  <a:lnTo>
                    <a:pt x="2762" y="343"/>
                  </a:lnTo>
                  <a:lnTo>
                    <a:pt x="2340" y="0"/>
                  </a:lnTo>
                  <a:lnTo>
                    <a:pt x="1758" y="480"/>
                  </a:lnTo>
                  <a:lnTo>
                    <a:pt x="993" y="582"/>
                  </a:lnTo>
                  <a:lnTo>
                    <a:pt x="388" y="582"/>
                  </a:lnTo>
                  <a:lnTo>
                    <a:pt x="0" y="799"/>
                  </a:lnTo>
                  <a:lnTo>
                    <a:pt x="571" y="1530"/>
                  </a:lnTo>
                  <a:lnTo>
                    <a:pt x="1050" y="2340"/>
                  </a:lnTo>
                  <a:lnTo>
                    <a:pt x="2020" y="2351"/>
                  </a:lnTo>
                  <a:lnTo>
                    <a:pt x="2454" y="3139"/>
                  </a:lnTo>
                  <a:lnTo>
                    <a:pt x="1986" y="3378"/>
                  </a:lnTo>
                  <a:lnTo>
                    <a:pt x="1792" y="3709"/>
                  </a:lnTo>
                  <a:lnTo>
                    <a:pt x="2842" y="4257"/>
                  </a:lnTo>
                  <a:lnTo>
                    <a:pt x="3652" y="5319"/>
                  </a:lnTo>
                  <a:lnTo>
                    <a:pt x="4268" y="6117"/>
                  </a:lnTo>
                  <a:lnTo>
                    <a:pt x="4953" y="6745"/>
                  </a:lnTo>
                  <a:lnTo>
                    <a:pt x="5238" y="7396"/>
                  </a:lnTo>
                  <a:lnTo>
                    <a:pt x="5204" y="8297"/>
                  </a:lnTo>
                  <a:lnTo>
                    <a:pt x="5467" y="8902"/>
                  </a:lnTo>
                  <a:lnTo>
                    <a:pt x="5478" y="9998"/>
                  </a:lnTo>
                  <a:lnTo>
                    <a:pt x="4200" y="10694"/>
                  </a:lnTo>
                  <a:lnTo>
                    <a:pt x="4599" y="11241"/>
                  </a:lnTo>
                  <a:lnTo>
                    <a:pt x="3778" y="11310"/>
                  </a:lnTo>
                  <a:lnTo>
                    <a:pt x="3104" y="11664"/>
                  </a:lnTo>
                  <a:lnTo>
                    <a:pt x="3743" y="12200"/>
                  </a:lnTo>
                  <a:lnTo>
                    <a:pt x="3561" y="12805"/>
                  </a:lnTo>
                  <a:lnTo>
                    <a:pt x="3892" y="13376"/>
                  </a:lnTo>
                  <a:lnTo>
                    <a:pt x="4828" y="12542"/>
                  </a:lnTo>
                  <a:lnTo>
                    <a:pt x="5421" y="11778"/>
                  </a:lnTo>
                  <a:lnTo>
                    <a:pt x="6288" y="11196"/>
                  </a:lnTo>
                  <a:lnTo>
                    <a:pt x="6905" y="10602"/>
                  </a:lnTo>
                  <a:lnTo>
                    <a:pt x="6847" y="9005"/>
                  </a:lnTo>
                  <a:lnTo>
                    <a:pt x="6277" y="7327"/>
                  </a:lnTo>
                  <a:lnTo>
                    <a:pt x="5683" y="6608"/>
                  </a:lnTo>
                  <a:lnTo>
                    <a:pt x="4885" y="6038"/>
                  </a:lnTo>
                  <a:lnTo>
                    <a:pt x="3972" y="4851"/>
                  </a:lnTo>
                  <a:lnTo>
                    <a:pt x="3218" y="3892"/>
                  </a:lnTo>
                  <a:lnTo>
                    <a:pt x="3287" y="3264"/>
                  </a:lnTo>
                  <a:lnTo>
                    <a:pt x="3823" y="240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9058;p37">
              <a:extLst>
                <a:ext uri="{FF2B5EF4-FFF2-40B4-BE49-F238E27FC236}">
                  <a16:creationId xmlns:a16="http://schemas.microsoft.com/office/drawing/2014/main" xmlns="" id="{70B4FF3E-FF7B-49C9-9177-513123D72DCC}"/>
                </a:ext>
              </a:extLst>
            </p:cNvPr>
            <p:cNvSpPr/>
            <p:nvPr/>
          </p:nvSpPr>
          <p:spPr>
            <a:xfrm>
              <a:off x="7026375" y="3443925"/>
              <a:ext cx="18575" cy="45100"/>
            </a:xfrm>
            <a:custGeom>
              <a:avLst/>
              <a:gdLst/>
              <a:ahLst/>
              <a:cxnLst/>
              <a:rect l="l" t="t" r="r" b="b"/>
              <a:pathLst>
                <a:path w="743" h="1804" extrusionOk="0">
                  <a:moveTo>
                    <a:pt x="742" y="1666"/>
                  </a:moveTo>
                  <a:lnTo>
                    <a:pt x="354" y="1153"/>
                  </a:lnTo>
                  <a:lnTo>
                    <a:pt x="263" y="1404"/>
                  </a:lnTo>
                  <a:lnTo>
                    <a:pt x="457" y="1803"/>
                  </a:lnTo>
                  <a:close/>
                  <a:moveTo>
                    <a:pt x="457" y="286"/>
                  </a:moveTo>
                  <a:lnTo>
                    <a:pt x="126" y="0"/>
                  </a:lnTo>
                  <a:lnTo>
                    <a:pt x="0" y="696"/>
                  </a:lnTo>
                  <a:lnTo>
                    <a:pt x="69" y="959"/>
                  </a:lnTo>
                  <a:lnTo>
                    <a:pt x="240" y="902"/>
                  </a:lnTo>
                  <a:lnTo>
                    <a:pt x="423" y="101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9059;p37">
              <a:extLst>
                <a:ext uri="{FF2B5EF4-FFF2-40B4-BE49-F238E27FC236}">
                  <a16:creationId xmlns:a16="http://schemas.microsoft.com/office/drawing/2014/main" xmlns="" id="{03C13838-D4A6-496E-96C4-030C9334ECA6}"/>
                </a:ext>
              </a:extLst>
            </p:cNvPr>
            <p:cNvSpPr/>
            <p:nvPr/>
          </p:nvSpPr>
          <p:spPr>
            <a:xfrm>
              <a:off x="4566475" y="2681025"/>
              <a:ext cx="206300" cy="145525"/>
            </a:xfrm>
            <a:custGeom>
              <a:avLst/>
              <a:gdLst/>
              <a:ahLst/>
              <a:cxnLst/>
              <a:rect l="l" t="t" r="r" b="b"/>
              <a:pathLst>
                <a:path w="8252" h="5821" extrusionOk="0">
                  <a:moveTo>
                    <a:pt x="8251" y="2134"/>
                  </a:moveTo>
                  <a:lnTo>
                    <a:pt x="7955" y="1506"/>
                  </a:lnTo>
                  <a:lnTo>
                    <a:pt x="7213" y="0"/>
                  </a:lnTo>
                  <a:lnTo>
                    <a:pt x="4965" y="342"/>
                  </a:lnTo>
                  <a:lnTo>
                    <a:pt x="4257" y="765"/>
                  </a:lnTo>
                  <a:lnTo>
                    <a:pt x="3755" y="1712"/>
                  </a:lnTo>
                  <a:lnTo>
                    <a:pt x="3401" y="1860"/>
                  </a:lnTo>
                  <a:lnTo>
                    <a:pt x="3173" y="1552"/>
                  </a:lnTo>
                  <a:lnTo>
                    <a:pt x="2876" y="1598"/>
                  </a:lnTo>
                  <a:lnTo>
                    <a:pt x="2100" y="1518"/>
                  </a:lnTo>
                  <a:lnTo>
                    <a:pt x="1963" y="1415"/>
                  </a:lnTo>
                  <a:lnTo>
                    <a:pt x="1050" y="1438"/>
                  </a:lnTo>
                  <a:lnTo>
                    <a:pt x="834" y="1529"/>
                  </a:lnTo>
                  <a:lnTo>
                    <a:pt x="491" y="1290"/>
                  </a:lnTo>
                  <a:lnTo>
                    <a:pt x="320" y="1735"/>
                  </a:lnTo>
                  <a:lnTo>
                    <a:pt x="411" y="2111"/>
                  </a:lnTo>
                  <a:lnTo>
                    <a:pt x="92" y="2419"/>
                  </a:lnTo>
                  <a:lnTo>
                    <a:pt x="149" y="2796"/>
                  </a:lnTo>
                  <a:lnTo>
                    <a:pt x="58" y="2990"/>
                  </a:lnTo>
                  <a:lnTo>
                    <a:pt x="160" y="3401"/>
                  </a:lnTo>
                  <a:lnTo>
                    <a:pt x="0" y="3447"/>
                  </a:lnTo>
                  <a:lnTo>
                    <a:pt x="252" y="3812"/>
                  </a:lnTo>
                  <a:lnTo>
                    <a:pt x="434" y="4485"/>
                  </a:lnTo>
                  <a:lnTo>
                    <a:pt x="571" y="4759"/>
                  </a:lnTo>
                  <a:lnTo>
                    <a:pt x="571" y="5238"/>
                  </a:lnTo>
                  <a:lnTo>
                    <a:pt x="799" y="5775"/>
                  </a:lnTo>
                  <a:lnTo>
                    <a:pt x="1358" y="5820"/>
                  </a:lnTo>
                  <a:lnTo>
                    <a:pt x="1621" y="5695"/>
                  </a:lnTo>
                  <a:lnTo>
                    <a:pt x="1998" y="5729"/>
                  </a:lnTo>
                  <a:lnTo>
                    <a:pt x="2112" y="5478"/>
                  </a:lnTo>
                  <a:lnTo>
                    <a:pt x="2329" y="5421"/>
                  </a:lnTo>
                  <a:lnTo>
                    <a:pt x="2488" y="5181"/>
                  </a:lnTo>
                  <a:lnTo>
                    <a:pt x="2682" y="5124"/>
                  </a:lnTo>
                  <a:lnTo>
                    <a:pt x="3356" y="5078"/>
                  </a:lnTo>
                  <a:lnTo>
                    <a:pt x="3858" y="4907"/>
                  </a:lnTo>
                  <a:lnTo>
                    <a:pt x="4303" y="4531"/>
                  </a:lnTo>
                  <a:lnTo>
                    <a:pt x="4543" y="4588"/>
                  </a:lnTo>
                  <a:lnTo>
                    <a:pt x="4885" y="4542"/>
                  </a:lnTo>
                  <a:lnTo>
                    <a:pt x="5558" y="3903"/>
                  </a:lnTo>
                  <a:lnTo>
                    <a:pt x="6814" y="3469"/>
                  </a:lnTo>
                  <a:lnTo>
                    <a:pt x="7567" y="3081"/>
                  </a:lnTo>
                  <a:lnTo>
                    <a:pt x="7567" y="2785"/>
                  </a:lnTo>
                  <a:lnTo>
                    <a:pt x="7692" y="237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9060;p37">
              <a:extLst>
                <a:ext uri="{FF2B5EF4-FFF2-40B4-BE49-F238E27FC236}">
                  <a16:creationId xmlns:a16="http://schemas.microsoft.com/office/drawing/2014/main" xmlns="" id="{FFD04375-CEAF-473B-A99D-2ED01DBAC44D}"/>
                </a:ext>
              </a:extLst>
            </p:cNvPr>
            <p:cNvSpPr/>
            <p:nvPr/>
          </p:nvSpPr>
          <p:spPr>
            <a:xfrm>
              <a:off x="4037225" y="3613400"/>
              <a:ext cx="321850" cy="288750"/>
            </a:xfrm>
            <a:custGeom>
              <a:avLst/>
              <a:gdLst/>
              <a:ahLst/>
              <a:cxnLst/>
              <a:rect l="l" t="t" r="r" b="b"/>
              <a:pathLst>
                <a:path w="12874" h="11550" extrusionOk="0">
                  <a:moveTo>
                    <a:pt x="11835" y="137"/>
                  </a:moveTo>
                  <a:lnTo>
                    <a:pt x="11413" y="57"/>
                  </a:lnTo>
                  <a:lnTo>
                    <a:pt x="11139" y="171"/>
                  </a:lnTo>
                  <a:lnTo>
                    <a:pt x="10774" y="11"/>
                  </a:lnTo>
                  <a:lnTo>
                    <a:pt x="10454" y="0"/>
                  </a:lnTo>
                  <a:lnTo>
                    <a:pt x="9313" y="673"/>
                  </a:lnTo>
                  <a:lnTo>
                    <a:pt x="8571" y="1335"/>
                  </a:lnTo>
                  <a:lnTo>
                    <a:pt x="8286" y="1952"/>
                  </a:lnTo>
                  <a:lnTo>
                    <a:pt x="8046" y="2294"/>
                  </a:lnTo>
                  <a:lnTo>
                    <a:pt x="7624" y="2362"/>
                  </a:lnTo>
                  <a:lnTo>
                    <a:pt x="7453" y="2796"/>
                  </a:lnTo>
                  <a:lnTo>
                    <a:pt x="7362" y="3081"/>
                  </a:lnTo>
                  <a:lnTo>
                    <a:pt x="6848" y="3298"/>
                  </a:lnTo>
                  <a:lnTo>
                    <a:pt x="6220" y="3253"/>
                  </a:lnTo>
                  <a:lnTo>
                    <a:pt x="5867" y="2990"/>
                  </a:lnTo>
                  <a:lnTo>
                    <a:pt x="5536" y="2876"/>
                  </a:lnTo>
                  <a:lnTo>
                    <a:pt x="5148" y="3093"/>
                  </a:lnTo>
                  <a:lnTo>
                    <a:pt x="4942" y="3538"/>
                  </a:lnTo>
                  <a:lnTo>
                    <a:pt x="4554" y="3812"/>
                  </a:lnTo>
                  <a:lnTo>
                    <a:pt x="4155" y="4211"/>
                  </a:lnTo>
                  <a:lnTo>
                    <a:pt x="3584" y="4302"/>
                  </a:lnTo>
                  <a:lnTo>
                    <a:pt x="3424" y="3983"/>
                  </a:lnTo>
                  <a:lnTo>
                    <a:pt x="3527" y="3435"/>
                  </a:lnTo>
                  <a:lnTo>
                    <a:pt x="3105" y="2568"/>
                  </a:lnTo>
                  <a:lnTo>
                    <a:pt x="2900" y="2419"/>
                  </a:lnTo>
                  <a:lnTo>
                    <a:pt x="2740" y="5786"/>
                  </a:lnTo>
                  <a:lnTo>
                    <a:pt x="2032" y="6243"/>
                  </a:lnTo>
                  <a:lnTo>
                    <a:pt x="1610" y="6322"/>
                  </a:lnTo>
                  <a:lnTo>
                    <a:pt x="1142" y="6151"/>
                  </a:lnTo>
                  <a:lnTo>
                    <a:pt x="800" y="6071"/>
                  </a:lnTo>
                  <a:lnTo>
                    <a:pt x="686" y="5695"/>
                  </a:lnTo>
                  <a:lnTo>
                    <a:pt x="389" y="5432"/>
                  </a:lnTo>
                  <a:lnTo>
                    <a:pt x="1" y="5889"/>
                  </a:lnTo>
                  <a:lnTo>
                    <a:pt x="503" y="7064"/>
                  </a:lnTo>
                  <a:lnTo>
                    <a:pt x="503" y="7076"/>
                  </a:lnTo>
                  <a:lnTo>
                    <a:pt x="857" y="7829"/>
                  </a:lnTo>
                  <a:lnTo>
                    <a:pt x="1313" y="8685"/>
                  </a:lnTo>
                  <a:lnTo>
                    <a:pt x="1290" y="9369"/>
                  </a:lnTo>
                  <a:lnTo>
                    <a:pt x="1039" y="9541"/>
                  </a:lnTo>
                  <a:lnTo>
                    <a:pt x="1245" y="10145"/>
                  </a:lnTo>
                  <a:lnTo>
                    <a:pt x="1222" y="10682"/>
                  </a:lnTo>
                  <a:lnTo>
                    <a:pt x="1302" y="10922"/>
                  </a:lnTo>
                  <a:lnTo>
                    <a:pt x="1347" y="10796"/>
                  </a:lnTo>
                  <a:lnTo>
                    <a:pt x="1644" y="11207"/>
                  </a:lnTo>
                  <a:lnTo>
                    <a:pt x="1895" y="11230"/>
                  </a:lnTo>
                  <a:lnTo>
                    <a:pt x="2203" y="11549"/>
                  </a:lnTo>
                  <a:lnTo>
                    <a:pt x="2546" y="11526"/>
                  </a:lnTo>
                  <a:lnTo>
                    <a:pt x="3036" y="11184"/>
                  </a:lnTo>
                  <a:lnTo>
                    <a:pt x="3698" y="11036"/>
                  </a:lnTo>
                  <a:lnTo>
                    <a:pt x="4497" y="10682"/>
                  </a:lnTo>
                  <a:lnTo>
                    <a:pt x="4805" y="10728"/>
                  </a:lnTo>
                  <a:lnTo>
                    <a:pt x="5285" y="10613"/>
                  </a:lnTo>
                  <a:lnTo>
                    <a:pt x="6095" y="10785"/>
                  </a:lnTo>
                  <a:lnTo>
                    <a:pt x="6483" y="10613"/>
                  </a:lnTo>
                  <a:lnTo>
                    <a:pt x="6939" y="10750"/>
                  </a:lnTo>
                  <a:lnTo>
                    <a:pt x="7054" y="10499"/>
                  </a:lnTo>
                  <a:lnTo>
                    <a:pt x="7430" y="10454"/>
                  </a:lnTo>
                  <a:lnTo>
                    <a:pt x="8263" y="10100"/>
                  </a:lnTo>
                  <a:lnTo>
                    <a:pt x="8880" y="9689"/>
                  </a:lnTo>
                  <a:lnTo>
                    <a:pt x="9462" y="9141"/>
                  </a:lnTo>
                  <a:lnTo>
                    <a:pt x="10420" y="8217"/>
                  </a:lnTo>
                  <a:lnTo>
                    <a:pt x="10899" y="7555"/>
                  </a:lnTo>
                  <a:lnTo>
                    <a:pt x="11162" y="7098"/>
                  </a:lnTo>
                  <a:lnTo>
                    <a:pt x="11516" y="6631"/>
                  </a:lnTo>
                  <a:lnTo>
                    <a:pt x="11687" y="6505"/>
                  </a:lnTo>
                  <a:lnTo>
                    <a:pt x="12246" y="6049"/>
                  </a:lnTo>
                  <a:lnTo>
                    <a:pt x="12474" y="5638"/>
                  </a:lnTo>
                  <a:lnTo>
                    <a:pt x="12623" y="4896"/>
                  </a:lnTo>
                  <a:lnTo>
                    <a:pt x="12874" y="4223"/>
                  </a:lnTo>
                  <a:lnTo>
                    <a:pt x="12280" y="4223"/>
                  </a:lnTo>
                  <a:lnTo>
                    <a:pt x="12098" y="4622"/>
                  </a:lnTo>
                  <a:lnTo>
                    <a:pt x="11630" y="4725"/>
                  </a:lnTo>
                  <a:lnTo>
                    <a:pt x="11196" y="4223"/>
                  </a:lnTo>
                  <a:lnTo>
                    <a:pt x="11219" y="3903"/>
                  </a:lnTo>
                  <a:lnTo>
                    <a:pt x="11447" y="3561"/>
                  </a:lnTo>
                  <a:lnTo>
                    <a:pt x="11539" y="3310"/>
                  </a:lnTo>
                  <a:lnTo>
                    <a:pt x="11767" y="3241"/>
                  </a:lnTo>
                  <a:lnTo>
                    <a:pt x="12155" y="3412"/>
                  </a:lnTo>
                  <a:lnTo>
                    <a:pt x="12098" y="3081"/>
                  </a:lnTo>
                  <a:lnTo>
                    <a:pt x="12303" y="2066"/>
                  </a:lnTo>
                  <a:lnTo>
                    <a:pt x="12143" y="1427"/>
                  </a:lnTo>
                  <a:close/>
                  <a:moveTo>
                    <a:pt x="8959" y="7669"/>
                  </a:moveTo>
                  <a:lnTo>
                    <a:pt x="8674" y="7760"/>
                  </a:lnTo>
                  <a:lnTo>
                    <a:pt x="8149" y="7064"/>
                  </a:lnTo>
                  <a:lnTo>
                    <a:pt x="8606" y="6494"/>
                  </a:lnTo>
                  <a:lnTo>
                    <a:pt x="9051" y="6128"/>
                  </a:lnTo>
                  <a:lnTo>
                    <a:pt x="9416" y="5946"/>
                  </a:lnTo>
                  <a:lnTo>
                    <a:pt x="9747" y="6231"/>
                  </a:lnTo>
                  <a:lnTo>
                    <a:pt x="9986" y="6505"/>
                  </a:lnTo>
                  <a:lnTo>
                    <a:pt x="9713" y="6950"/>
                  </a:lnTo>
                  <a:lnTo>
                    <a:pt x="9564" y="7247"/>
                  </a:lnTo>
                  <a:lnTo>
                    <a:pt x="9119" y="738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9061;p37">
              <a:extLst>
                <a:ext uri="{FF2B5EF4-FFF2-40B4-BE49-F238E27FC236}">
                  <a16:creationId xmlns:a16="http://schemas.microsoft.com/office/drawing/2014/main" xmlns="" id="{8CBB7F67-5DAA-4468-B977-7809DB122391}"/>
                </a:ext>
              </a:extLst>
            </p:cNvPr>
            <p:cNvSpPr/>
            <p:nvPr/>
          </p:nvSpPr>
          <p:spPr>
            <a:xfrm>
              <a:off x="4155075" y="3299275"/>
              <a:ext cx="233975" cy="220275"/>
            </a:xfrm>
            <a:custGeom>
              <a:avLst/>
              <a:gdLst/>
              <a:ahLst/>
              <a:cxnLst/>
              <a:rect l="l" t="t" r="r" b="b"/>
              <a:pathLst>
                <a:path w="9359" h="8811" extrusionOk="0">
                  <a:moveTo>
                    <a:pt x="7258" y="297"/>
                  </a:moveTo>
                  <a:lnTo>
                    <a:pt x="6984" y="229"/>
                  </a:lnTo>
                  <a:lnTo>
                    <a:pt x="7041" y="34"/>
                  </a:lnTo>
                  <a:lnTo>
                    <a:pt x="6904" y="0"/>
                  </a:lnTo>
                  <a:lnTo>
                    <a:pt x="5832" y="149"/>
                  </a:lnTo>
                  <a:lnTo>
                    <a:pt x="5603" y="251"/>
                  </a:lnTo>
                  <a:lnTo>
                    <a:pt x="5375" y="833"/>
                  </a:lnTo>
                  <a:lnTo>
                    <a:pt x="5546" y="1233"/>
                  </a:lnTo>
                  <a:lnTo>
                    <a:pt x="5375" y="2306"/>
                  </a:lnTo>
                  <a:lnTo>
                    <a:pt x="5261" y="3218"/>
                  </a:lnTo>
                  <a:lnTo>
                    <a:pt x="5467" y="3378"/>
                  </a:lnTo>
                  <a:lnTo>
                    <a:pt x="6014" y="3732"/>
                  </a:lnTo>
                  <a:lnTo>
                    <a:pt x="6231" y="3561"/>
                  </a:lnTo>
                  <a:lnTo>
                    <a:pt x="6277" y="4542"/>
                  </a:lnTo>
                  <a:lnTo>
                    <a:pt x="5661" y="4542"/>
                  </a:lnTo>
                  <a:lnTo>
                    <a:pt x="5364" y="4052"/>
                  </a:lnTo>
                  <a:lnTo>
                    <a:pt x="5078" y="3652"/>
                  </a:lnTo>
                  <a:lnTo>
                    <a:pt x="4462" y="3538"/>
                  </a:lnTo>
                  <a:lnTo>
                    <a:pt x="4291" y="3047"/>
                  </a:lnTo>
                  <a:lnTo>
                    <a:pt x="3812" y="3333"/>
                  </a:lnTo>
                  <a:lnTo>
                    <a:pt x="3161" y="3207"/>
                  </a:lnTo>
                  <a:lnTo>
                    <a:pt x="2910" y="2808"/>
                  </a:lnTo>
                  <a:lnTo>
                    <a:pt x="2408" y="2716"/>
                  </a:lnTo>
                  <a:lnTo>
                    <a:pt x="2043" y="2739"/>
                  </a:lnTo>
                  <a:lnTo>
                    <a:pt x="1997" y="2454"/>
                  </a:lnTo>
                  <a:lnTo>
                    <a:pt x="1723" y="2431"/>
                  </a:lnTo>
                  <a:lnTo>
                    <a:pt x="1792" y="2716"/>
                  </a:lnTo>
                  <a:lnTo>
                    <a:pt x="1700" y="3150"/>
                  </a:lnTo>
                  <a:lnTo>
                    <a:pt x="1826" y="3572"/>
                  </a:lnTo>
                  <a:lnTo>
                    <a:pt x="1700" y="3915"/>
                  </a:lnTo>
                  <a:lnTo>
                    <a:pt x="1769" y="4234"/>
                  </a:lnTo>
                  <a:lnTo>
                    <a:pt x="114" y="4223"/>
                  </a:lnTo>
                  <a:lnTo>
                    <a:pt x="0" y="7110"/>
                  </a:lnTo>
                  <a:lnTo>
                    <a:pt x="514" y="7852"/>
                  </a:lnTo>
                  <a:lnTo>
                    <a:pt x="1016" y="8422"/>
                  </a:lnTo>
                  <a:lnTo>
                    <a:pt x="1666" y="8217"/>
                  </a:lnTo>
                  <a:lnTo>
                    <a:pt x="2180" y="8274"/>
                  </a:lnTo>
                  <a:lnTo>
                    <a:pt x="2477" y="8468"/>
                  </a:lnTo>
                  <a:lnTo>
                    <a:pt x="2477" y="8537"/>
                  </a:lnTo>
                  <a:lnTo>
                    <a:pt x="2625" y="8616"/>
                  </a:lnTo>
                  <a:lnTo>
                    <a:pt x="3504" y="8708"/>
                  </a:lnTo>
                  <a:lnTo>
                    <a:pt x="3755" y="8810"/>
                  </a:lnTo>
                  <a:lnTo>
                    <a:pt x="4017" y="8799"/>
                  </a:lnTo>
                  <a:lnTo>
                    <a:pt x="4474" y="8217"/>
                  </a:lnTo>
                  <a:lnTo>
                    <a:pt x="5204" y="7452"/>
                  </a:lnTo>
                  <a:lnTo>
                    <a:pt x="5489" y="7384"/>
                  </a:lnTo>
                  <a:lnTo>
                    <a:pt x="5592" y="7076"/>
                  </a:lnTo>
                  <a:lnTo>
                    <a:pt x="6060" y="6711"/>
                  </a:lnTo>
                  <a:lnTo>
                    <a:pt x="6665" y="6585"/>
                  </a:lnTo>
                  <a:lnTo>
                    <a:pt x="6619" y="5946"/>
                  </a:lnTo>
                  <a:lnTo>
                    <a:pt x="9061" y="5204"/>
                  </a:lnTo>
                  <a:lnTo>
                    <a:pt x="8639" y="4965"/>
                  </a:lnTo>
                  <a:lnTo>
                    <a:pt x="8913" y="4120"/>
                  </a:lnTo>
                  <a:lnTo>
                    <a:pt x="9175" y="3801"/>
                  </a:lnTo>
                  <a:lnTo>
                    <a:pt x="9039" y="3047"/>
                  </a:lnTo>
                  <a:lnTo>
                    <a:pt x="9210" y="2317"/>
                  </a:lnTo>
                  <a:lnTo>
                    <a:pt x="9358" y="2066"/>
                  </a:lnTo>
                  <a:lnTo>
                    <a:pt x="9187" y="1290"/>
                  </a:lnTo>
                  <a:lnTo>
                    <a:pt x="8810" y="890"/>
                  </a:lnTo>
                  <a:lnTo>
                    <a:pt x="8354" y="628"/>
                  </a:lnTo>
                  <a:lnTo>
                    <a:pt x="7863" y="468"/>
                  </a:lnTo>
                  <a:lnTo>
                    <a:pt x="7544" y="308"/>
                  </a:lnTo>
                  <a:lnTo>
                    <a:pt x="7498" y="286"/>
                  </a:lnTo>
                  <a:lnTo>
                    <a:pt x="7498" y="286"/>
                  </a:lnTo>
                  <a:lnTo>
                    <a:pt x="7578" y="434"/>
                  </a:lnTo>
                  <a:lnTo>
                    <a:pt x="7429" y="49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9062;p37">
              <a:extLst>
                <a:ext uri="{FF2B5EF4-FFF2-40B4-BE49-F238E27FC236}">
                  <a16:creationId xmlns:a16="http://schemas.microsoft.com/office/drawing/2014/main" xmlns="" id="{652B1544-6571-4773-AAE5-C28445CC58B4}"/>
                </a:ext>
              </a:extLst>
            </p:cNvPr>
            <p:cNvSpPr/>
            <p:nvPr/>
          </p:nvSpPr>
          <p:spPr>
            <a:xfrm>
              <a:off x="4220675" y="3463900"/>
              <a:ext cx="150950" cy="153800"/>
            </a:xfrm>
            <a:custGeom>
              <a:avLst/>
              <a:gdLst/>
              <a:ahLst/>
              <a:cxnLst/>
              <a:rect l="l" t="t" r="r" b="b"/>
              <a:pathLst>
                <a:path w="6038" h="6152" extrusionOk="0">
                  <a:moveTo>
                    <a:pt x="4497" y="6117"/>
                  </a:moveTo>
                  <a:lnTo>
                    <a:pt x="5376" y="5090"/>
                  </a:lnTo>
                  <a:lnTo>
                    <a:pt x="5604" y="4439"/>
                  </a:lnTo>
                  <a:lnTo>
                    <a:pt x="5730" y="4348"/>
                  </a:lnTo>
                  <a:lnTo>
                    <a:pt x="5844" y="3823"/>
                  </a:lnTo>
                  <a:lnTo>
                    <a:pt x="5730" y="3549"/>
                  </a:lnTo>
                  <a:lnTo>
                    <a:pt x="5810" y="2876"/>
                  </a:lnTo>
                  <a:lnTo>
                    <a:pt x="5992" y="2248"/>
                  </a:lnTo>
                  <a:lnTo>
                    <a:pt x="6038" y="1096"/>
                  </a:lnTo>
                  <a:lnTo>
                    <a:pt x="5638" y="810"/>
                  </a:lnTo>
                  <a:lnTo>
                    <a:pt x="5262" y="742"/>
                  </a:lnTo>
                  <a:lnTo>
                    <a:pt x="5102" y="514"/>
                  </a:lnTo>
                  <a:lnTo>
                    <a:pt x="4737" y="331"/>
                  </a:lnTo>
                  <a:lnTo>
                    <a:pt x="4075" y="342"/>
                  </a:lnTo>
                  <a:lnTo>
                    <a:pt x="4041" y="0"/>
                  </a:lnTo>
                  <a:lnTo>
                    <a:pt x="3436" y="126"/>
                  </a:lnTo>
                  <a:lnTo>
                    <a:pt x="2968" y="491"/>
                  </a:lnTo>
                  <a:lnTo>
                    <a:pt x="2865" y="799"/>
                  </a:lnTo>
                  <a:lnTo>
                    <a:pt x="2580" y="867"/>
                  </a:lnTo>
                  <a:lnTo>
                    <a:pt x="1850" y="1632"/>
                  </a:lnTo>
                  <a:lnTo>
                    <a:pt x="1393" y="2214"/>
                  </a:lnTo>
                  <a:lnTo>
                    <a:pt x="1131" y="2225"/>
                  </a:lnTo>
                  <a:lnTo>
                    <a:pt x="880" y="2123"/>
                  </a:lnTo>
                  <a:lnTo>
                    <a:pt x="1" y="2020"/>
                  </a:lnTo>
                  <a:lnTo>
                    <a:pt x="275" y="2750"/>
                  </a:lnTo>
                  <a:lnTo>
                    <a:pt x="423" y="2910"/>
                  </a:lnTo>
                  <a:lnTo>
                    <a:pt x="651" y="3435"/>
                  </a:lnTo>
                  <a:lnTo>
                    <a:pt x="1507" y="4439"/>
                  </a:lnTo>
                  <a:lnTo>
                    <a:pt x="1838" y="4542"/>
                  </a:lnTo>
                  <a:lnTo>
                    <a:pt x="1827" y="4850"/>
                  </a:lnTo>
                  <a:lnTo>
                    <a:pt x="2044" y="5432"/>
                  </a:lnTo>
                  <a:lnTo>
                    <a:pt x="2637" y="5569"/>
                  </a:lnTo>
                  <a:lnTo>
                    <a:pt x="3128" y="5980"/>
                  </a:lnTo>
                  <a:lnTo>
                    <a:pt x="3436" y="5991"/>
                  </a:lnTo>
                  <a:lnTo>
                    <a:pt x="3813" y="6151"/>
                  </a:lnTo>
                  <a:lnTo>
                    <a:pt x="4075" y="603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9063;p37">
              <a:extLst>
                <a:ext uri="{FF2B5EF4-FFF2-40B4-BE49-F238E27FC236}">
                  <a16:creationId xmlns:a16="http://schemas.microsoft.com/office/drawing/2014/main" xmlns="" id="{E54A6725-5340-4B2F-883F-4A49A7845FEC}"/>
                </a:ext>
              </a:extLst>
            </p:cNvPr>
            <p:cNvSpPr/>
            <p:nvPr/>
          </p:nvSpPr>
          <p:spPr>
            <a:xfrm>
              <a:off x="4542225" y="2839350"/>
              <a:ext cx="197750" cy="311025"/>
            </a:xfrm>
            <a:custGeom>
              <a:avLst/>
              <a:gdLst/>
              <a:ahLst/>
              <a:cxnLst/>
              <a:rect l="l" t="t" r="r" b="b"/>
              <a:pathLst>
                <a:path w="7910" h="12441" extrusionOk="0">
                  <a:moveTo>
                    <a:pt x="2363" y="1427"/>
                  </a:moveTo>
                  <a:lnTo>
                    <a:pt x="1986" y="1051"/>
                  </a:lnTo>
                  <a:lnTo>
                    <a:pt x="1815" y="674"/>
                  </a:lnTo>
                  <a:lnTo>
                    <a:pt x="1564" y="503"/>
                  </a:lnTo>
                  <a:lnTo>
                    <a:pt x="1279" y="994"/>
                  </a:lnTo>
                  <a:lnTo>
                    <a:pt x="1119" y="1313"/>
                  </a:lnTo>
                  <a:lnTo>
                    <a:pt x="1427" y="1815"/>
                  </a:lnTo>
                  <a:lnTo>
                    <a:pt x="1735" y="2260"/>
                  </a:lnTo>
                  <a:lnTo>
                    <a:pt x="2043" y="2569"/>
                  </a:lnTo>
                  <a:lnTo>
                    <a:pt x="4679" y="3653"/>
                  </a:lnTo>
                  <a:lnTo>
                    <a:pt x="5364" y="3641"/>
                  </a:lnTo>
                  <a:lnTo>
                    <a:pt x="3173" y="6369"/>
                  </a:lnTo>
                  <a:lnTo>
                    <a:pt x="2112" y="6414"/>
                  </a:lnTo>
                  <a:lnTo>
                    <a:pt x="1416" y="7054"/>
                  </a:lnTo>
                  <a:lnTo>
                    <a:pt x="902" y="7065"/>
                  </a:lnTo>
                  <a:lnTo>
                    <a:pt x="685" y="7350"/>
                  </a:lnTo>
                  <a:lnTo>
                    <a:pt x="0" y="8377"/>
                  </a:lnTo>
                  <a:lnTo>
                    <a:pt x="35" y="11687"/>
                  </a:lnTo>
                  <a:lnTo>
                    <a:pt x="503" y="12440"/>
                  </a:lnTo>
                  <a:lnTo>
                    <a:pt x="685" y="12235"/>
                  </a:lnTo>
                  <a:lnTo>
                    <a:pt x="879" y="11744"/>
                  </a:lnTo>
                  <a:lnTo>
                    <a:pt x="1746" y="10648"/>
                  </a:lnTo>
                  <a:lnTo>
                    <a:pt x="2500" y="9964"/>
                  </a:lnTo>
                  <a:lnTo>
                    <a:pt x="3687" y="9051"/>
                  </a:lnTo>
                  <a:lnTo>
                    <a:pt x="4485" y="8320"/>
                  </a:lnTo>
                  <a:lnTo>
                    <a:pt x="5398" y="7076"/>
                  </a:lnTo>
                  <a:lnTo>
                    <a:pt x="6060" y="6072"/>
                  </a:lnTo>
                  <a:lnTo>
                    <a:pt x="6722" y="4737"/>
                  </a:lnTo>
                  <a:lnTo>
                    <a:pt x="7179" y="3573"/>
                  </a:lnTo>
                  <a:lnTo>
                    <a:pt x="7532" y="2557"/>
                  </a:lnTo>
                  <a:lnTo>
                    <a:pt x="7715" y="1587"/>
                  </a:lnTo>
                  <a:lnTo>
                    <a:pt x="7875" y="1256"/>
                  </a:lnTo>
                  <a:lnTo>
                    <a:pt x="7852" y="777"/>
                  </a:lnTo>
                  <a:lnTo>
                    <a:pt x="7909" y="252"/>
                  </a:lnTo>
                  <a:lnTo>
                    <a:pt x="7875" y="1"/>
                  </a:lnTo>
                  <a:lnTo>
                    <a:pt x="7578" y="1"/>
                  </a:lnTo>
                  <a:lnTo>
                    <a:pt x="7202" y="320"/>
                  </a:lnTo>
                  <a:lnTo>
                    <a:pt x="6791" y="400"/>
                  </a:lnTo>
                  <a:lnTo>
                    <a:pt x="6437" y="537"/>
                  </a:lnTo>
                  <a:lnTo>
                    <a:pt x="6174" y="560"/>
                  </a:lnTo>
                  <a:lnTo>
                    <a:pt x="6174" y="560"/>
                  </a:lnTo>
                  <a:lnTo>
                    <a:pt x="5718" y="594"/>
                  </a:lnTo>
                  <a:lnTo>
                    <a:pt x="5455" y="743"/>
                  </a:lnTo>
                  <a:lnTo>
                    <a:pt x="5056" y="823"/>
                  </a:lnTo>
                  <a:lnTo>
                    <a:pt x="4371" y="1085"/>
                  </a:lnTo>
                  <a:lnTo>
                    <a:pt x="3493" y="1199"/>
                  </a:lnTo>
                  <a:lnTo>
                    <a:pt x="2751" y="142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9064;p37">
              <a:extLst>
                <a:ext uri="{FF2B5EF4-FFF2-40B4-BE49-F238E27FC236}">
                  <a16:creationId xmlns:a16="http://schemas.microsoft.com/office/drawing/2014/main" xmlns="" id="{6ADA37F3-D5E7-4E28-BD09-65E1B478FD98}"/>
                </a:ext>
              </a:extLst>
            </p:cNvPr>
            <p:cNvSpPr/>
            <p:nvPr/>
          </p:nvSpPr>
          <p:spPr>
            <a:xfrm>
              <a:off x="2628975" y="2981450"/>
              <a:ext cx="58225" cy="84175"/>
            </a:xfrm>
            <a:custGeom>
              <a:avLst/>
              <a:gdLst/>
              <a:ahLst/>
              <a:cxnLst/>
              <a:rect l="l" t="t" r="r" b="b"/>
              <a:pathLst>
                <a:path w="2329" h="3367" extrusionOk="0">
                  <a:moveTo>
                    <a:pt x="1575" y="2956"/>
                  </a:moveTo>
                  <a:lnTo>
                    <a:pt x="1826" y="2283"/>
                  </a:lnTo>
                  <a:lnTo>
                    <a:pt x="2328" y="1449"/>
                  </a:lnTo>
                  <a:lnTo>
                    <a:pt x="2203" y="1084"/>
                  </a:lnTo>
                  <a:lnTo>
                    <a:pt x="1370" y="308"/>
                  </a:lnTo>
                  <a:lnTo>
                    <a:pt x="788" y="103"/>
                  </a:lnTo>
                  <a:lnTo>
                    <a:pt x="514" y="0"/>
                  </a:lnTo>
                  <a:lnTo>
                    <a:pt x="69" y="788"/>
                  </a:lnTo>
                  <a:lnTo>
                    <a:pt x="126" y="1415"/>
                  </a:lnTo>
                  <a:lnTo>
                    <a:pt x="434" y="1940"/>
                  </a:lnTo>
                  <a:lnTo>
                    <a:pt x="286" y="2328"/>
                  </a:lnTo>
                  <a:lnTo>
                    <a:pt x="206" y="2739"/>
                  </a:lnTo>
                  <a:lnTo>
                    <a:pt x="0" y="3138"/>
                  </a:lnTo>
                  <a:lnTo>
                    <a:pt x="343" y="3321"/>
                  </a:lnTo>
                  <a:lnTo>
                    <a:pt x="594" y="3070"/>
                  </a:lnTo>
                  <a:lnTo>
                    <a:pt x="776" y="3104"/>
                  </a:lnTo>
                  <a:lnTo>
                    <a:pt x="879" y="3367"/>
                  </a:lnTo>
                  <a:lnTo>
                    <a:pt x="1267" y="328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9065;p37">
              <a:extLst>
                <a:ext uri="{FF2B5EF4-FFF2-40B4-BE49-F238E27FC236}">
                  <a16:creationId xmlns:a16="http://schemas.microsoft.com/office/drawing/2014/main" xmlns="" id="{3D42E1F8-C874-4283-A0CC-A9D605CBE17F}"/>
                </a:ext>
              </a:extLst>
            </p:cNvPr>
            <p:cNvSpPr/>
            <p:nvPr/>
          </p:nvSpPr>
          <p:spPr>
            <a:xfrm>
              <a:off x="3640650" y="1956900"/>
              <a:ext cx="255375" cy="215450"/>
            </a:xfrm>
            <a:custGeom>
              <a:avLst/>
              <a:gdLst/>
              <a:ahLst/>
              <a:cxnLst/>
              <a:rect l="l" t="t" r="r" b="b"/>
              <a:pathLst>
                <a:path w="10215" h="8618" extrusionOk="0">
                  <a:moveTo>
                    <a:pt x="10215" y="7932"/>
                  </a:moveTo>
                  <a:lnTo>
                    <a:pt x="10066" y="7191"/>
                  </a:lnTo>
                  <a:lnTo>
                    <a:pt x="9610" y="7510"/>
                  </a:lnTo>
                  <a:lnTo>
                    <a:pt x="9462" y="7841"/>
                  </a:lnTo>
                  <a:lnTo>
                    <a:pt x="9667" y="8446"/>
                  </a:lnTo>
                  <a:lnTo>
                    <a:pt x="10009" y="8617"/>
                  </a:lnTo>
                  <a:close/>
                  <a:moveTo>
                    <a:pt x="5730" y="663"/>
                  </a:moveTo>
                  <a:lnTo>
                    <a:pt x="5387" y="321"/>
                  </a:lnTo>
                  <a:lnTo>
                    <a:pt x="5068" y="309"/>
                  </a:lnTo>
                  <a:lnTo>
                    <a:pt x="4965" y="1"/>
                  </a:lnTo>
                  <a:lnTo>
                    <a:pt x="4360" y="172"/>
                  </a:lnTo>
                  <a:lnTo>
                    <a:pt x="4155" y="891"/>
                  </a:lnTo>
                  <a:lnTo>
                    <a:pt x="2546" y="1576"/>
                  </a:lnTo>
                  <a:lnTo>
                    <a:pt x="1884" y="1211"/>
                  </a:lnTo>
                  <a:lnTo>
                    <a:pt x="2089" y="2204"/>
                  </a:lnTo>
                  <a:lnTo>
                    <a:pt x="914" y="1975"/>
                  </a:lnTo>
                  <a:lnTo>
                    <a:pt x="1" y="2158"/>
                  </a:lnTo>
                  <a:lnTo>
                    <a:pt x="58" y="2820"/>
                  </a:lnTo>
                  <a:lnTo>
                    <a:pt x="1131" y="3162"/>
                  </a:lnTo>
                  <a:lnTo>
                    <a:pt x="1644" y="3607"/>
                  </a:lnTo>
                  <a:lnTo>
                    <a:pt x="2375" y="4532"/>
                  </a:lnTo>
                  <a:lnTo>
                    <a:pt x="2226" y="6289"/>
                  </a:lnTo>
                  <a:lnTo>
                    <a:pt x="1850" y="6814"/>
                  </a:lnTo>
                  <a:lnTo>
                    <a:pt x="2135" y="7156"/>
                  </a:lnTo>
                  <a:lnTo>
                    <a:pt x="3470" y="7556"/>
                  </a:lnTo>
                  <a:lnTo>
                    <a:pt x="3744" y="7373"/>
                  </a:lnTo>
                  <a:lnTo>
                    <a:pt x="4554" y="7773"/>
                  </a:lnTo>
                  <a:lnTo>
                    <a:pt x="5410" y="7659"/>
                  </a:lnTo>
                  <a:lnTo>
                    <a:pt x="5479" y="7134"/>
                  </a:lnTo>
                  <a:lnTo>
                    <a:pt x="6540" y="6848"/>
                  </a:lnTo>
                  <a:lnTo>
                    <a:pt x="7967" y="7077"/>
                  </a:lnTo>
                  <a:lnTo>
                    <a:pt x="8606" y="6586"/>
                  </a:lnTo>
                  <a:lnTo>
                    <a:pt x="8674" y="6198"/>
                  </a:lnTo>
                  <a:lnTo>
                    <a:pt x="8298" y="6084"/>
                  </a:lnTo>
                  <a:lnTo>
                    <a:pt x="8081" y="5399"/>
                  </a:lnTo>
                  <a:lnTo>
                    <a:pt x="8320" y="5148"/>
                  </a:lnTo>
                  <a:lnTo>
                    <a:pt x="8092" y="4806"/>
                  </a:lnTo>
                  <a:lnTo>
                    <a:pt x="8126" y="4566"/>
                  </a:lnTo>
                  <a:lnTo>
                    <a:pt x="7864" y="4178"/>
                  </a:lnTo>
                  <a:lnTo>
                    <a:pt x="7522" y="4303"/>
                  </a:lnTo>
                  <a:lnTo>
                    <a:pt x="7522" y="3904"/>
                  </a:lnTo>
                  <a:lnTo>
                    <a:pt x="8024" y="3402"/>
                  </a:lnTo>
                  <a:lnTo>
                    <a:pt x="7989" y="3174"/>
                  </a:lnTo>
                  <a:lnTo>
                    <a:pt x="8320" y="3265"/>
                  </a:lnTo>
                  <a:lnTo>
                    <a:pt x="8503" y="3117"/>
                  </a:lnTo>
                  <a:lnTo>
                    <a:pt x="8583" y="2477"/>
                  </a:lnTo>
                  <a:lnTo>
                    <a:pt x="8902" y="1884"/>
                  </a:lnTo>
                  <a:lnTo>
                    <a:pt x="7887" y="1713"/>
                  </a:lnTo>
                  <a:lnTo>
                    <a:pt x="7544" y="1485"/>
                  </a:lnTo>
                  <a:lnTo>
                    <a:pt x="7350" y="1496"/>
                  </a:lnTo>
                  <a:lnTo>
                    <a:pt x="7191" y="1427"/>
                  </a:lnTo>
                  <a:lnTo>
                    <a:pt x="6563" y="1028"/>
                  </a:lnTo>
                  <a:lnTo>
                    <a:pt x="6209" y="108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9066;p37">
              <a:extLst>
                <a:ext uri="{FF2B5EF4-FFF2-40B4-BE49-F238E27FC236}">
                  <a16:creationId xmlns:a16="http://schemas.microsoft.com/office/drawing/2014/main" xmlns="" id="{E402A308-FAD3-4C9C-9E7C-9F390C4F26A4}"/>
                </a:ext>
              </a:extLst>
            </p:cNvPr>
            <p:cNvSpPr/>
            <p:nvPr/>
          </p:nvSpPr>
          <p:spPr>
            <a:xfrm>
              <a:off x="3550500" y="2120100"/>
              <a:ext cx="250800" cy="176350"/>
            </a:xfrm>
            <a:custGeom>
              <a:avLst/>
              <a:gdLst/>
              <a:ahLst/>
              <a:cxnLst/>
              <a:rect l="l" t="t" r="r" b="b"/>
              <a:pathLst>
                <a:path w="10032" h="7054" extrusionOk="0">
                  <a:moveTo>
                    <a:pt x="8023" y="4520"/>
                  </a:moveTo>
                  <a:lnTo>
                    <a:pt x="8023" y="4497"/>
                  </a:lnTo>
                  <a:lnTo>
                    <a:pt x="7944" y="4497"/>
                  </a:lnTo>
                  <a:lnTo>
                    <a:pt x="7909" y="4440"/>
                  </a:lnTo>
                  <a:lnTo>
                    <a:pt x="7886" y="4463"/>
                  </a:lnTo>
                  <a:lnTo>
                    <a:pt x="7875" y="4497"/>
                  </a:lnTo>
                  <a:lnTo>
                    <a:pt x="7875" y="4520"/>
                  </a:lnTo>
                  <a:lnTo>
                    <a:pt x="7944" y="4520"/>
                  </a:lnTo>
                  <a:lnTo>
                    <a:pt x="8001" y="4543"/>
                  </a:lnTo>
                  <a:close/>
                  <a:moveTo>
                    <a:pt x="7909" y="4292"/>
                  </a:moveTo>
                  <a:lnTo>
                    <a:pt x="7944" y="4292"/>
                  </a:lnTo>
                  <a:lnTo>
                    <a:pt x="8035" y="4189"/>
                  </a:lnTo>
                  <a:lnTo>
                    <a:pt x="8035" y="4155"/>
                  </a:lnTo>
                  <a:lnTo>
                    <a:pt x="7989" y="4121"/>
                  </a:lnTo>
                  <a:lnTo>
                    <a:pt x="7829" y="4155"/>
                  </a:lnTo>
                  <a:lnTo>
                    <a:pt x="7807" y="4189"/>
                  </a:lnTo>
                  <a:lnTo>
                    <a:pt x="7807" y="4235"/>
                  </a:lnTo>
                  <a:lnTo>
                    <a:pt x="7761" y="4257"/>
                  </a:lnTo>
                  <a:lnTo>
                    <a:pt x="7749" y="4315"/>
                  </a:lnTo>
                  <a:lnTo>
                    <a:pt x="7761" y="4337"/>
                  </a:lnTo>
                  <a:lnTo>
                    <a:pt x="7875" y="4349"/>
                  </a:lnTo>
                  <a:close/>
                  <a:moveTo>
                    <a:pt x="5456" y="286"/>
                  </a:moveTo>
                  <a:lnTo>
                    <a:pt x="4280" y="263"/>
                  </a:lnTo>
                  <a:lnTo>
                    <a:pt x="3675" y="297"/>
                  </a:lnTo>
                  <a:lnTo>
                    <a:pt x="2911" y="161"/>
                  </a:lnTo>
                  <a:lnTo>
                    <a:pt x="1941" y="161"/>
                  </a:lnTo>
                  <a:lnTo>
                    <a:pt x="1062" y="1"/>
                  </a:lnTo>
                  <a:lnTo>
                    <a:pt x="1" y="640"/>
                  </a:lnTo>
                  <a:lnTo>
                    <a:pt x="286" y="1016"/>
                  </a:lnTo>
                  <a:lnTo>
                    <a:pt x="229" y="1644"/>
                  </a:lnTo>
                  <a:lnTo>
                    <a:pt x="503" y="1416"/>
                  </a:lnTo>
                  <a:lnTo>
                    <a:pt x="799" y="1290"/>
                  </a:lnTo>
                  <a:lnTo>
                    <a:pt x="971" y="1724"/>
                  </a:lnTo>
                  <a:lnTo>
                    <a:pt x="1404" y="1724"/>
                  </a:lnTo>
                  <a:lnTo>
                    <a:pt x="1530" y="1610"/>
                  </a:lnTo>
                  <a:lnTo>
                    <a:pt x="1952" y="1644"/>
                  </a:lnTo>
                  <a:lnTo>
                    <a:pt x="2146" y="2089"/>
                  </a:lnTo>
                  <a:lnTo>
                    <a:pt x="1804" y="2329"/>
                  </a:lnTo>
                  <a:lnTo>
                    <a:pt x="1770" y="3025"/>
                  </a:lnTo>
                  <a:lnTo>
                    <a:pt x="1644" y="3151"/>
                  </a:lnTo>
                  <a:lnTo>
                    <a:pt x="1598" y="3584"/>
                  </a:lnTo>
                  <a:lnTo>
                    <a:pt x="1290" y="3653"/>
                  </a:lnTo>
                  <a:lnTo>
                    <a:pt x="1575" y="4189"/>
                  </a:lnTo>
                  <a:lnTo>
                    <a:pt x="1347" y="4805"/>
                  </a:lnTo>
                  <a:lnTo>
                    <a:pt x="1598" y="5079"/>
                  </a:lnTo>
                  <a:lnTo>
                    <a:pt x="1484" y="5319"/>
                  </a:lnTo>
                  <a:lnTo>
                    <a:pt x="1199" y="5673"/>
                  </a:lnTo>
                  <a:lnTo>
                    <a:pt x="1256" y="5981"/>
                  </a:lnTo>
                  <a:lnTo>
                    <a:pt x="1941" y="6118"/>
                  </a:lnTo>
                  <a:lnTo>
                    <a:pt x="2135" y="6654"/>
                  </a:lnTo>
                  <a:lnTo>
                    <a:pt x="2420" y="6962"/>
                  </a:lnTo>
                  <a:lnTo>
                    <a:pt x="2785" y="7053"/>
                  </a:lnTo>
                  <a:lnTo>
                    <a:pt x="3082" y="6688"/>
                  </a:lnTo>
                  <a:lnTo>
                    <a:pt x="3550" y="6369"/>
                  </a:lnTo>
                  <a:lnTo>
                    <a:pt x="4269" y="6380"/>
                  </a:lnTo>
                  <a:lnTo>
                    <a:pt x="5216" y="6380"/>
                  </a:lnTo>
                  <a:lnTo>
                    <a:pt x="5764" y="5661"/>
                  </a:lnTo>
                  <a:lnTo>
                    <a:pt x="6323" y="5479"/>
                  </a:lnTo>
                  <a:lnTo>
                    <a:pt x="6494" y="4885"/>
                  </a:lnTo>
                  <a:lnTo>
                    <a:pt x="6916" y="4463"/>
                  </a:lnTo>
                  <a:lnTo>
                    <a:pt x="6631" y="3938"/>
                  </a:lnTo>
                  <a:lnTo>
                    <a:pt x="6916" y="3208"/>
                  </a:lnTo>
                  <a:lnTo>
                    <a:pt x="7361" y="2717"/>
                  </a:lnTo>
                  <a:lnTo>
                    <a:pt x="7430" y="2409"/>
                  </a:lnTo>
                  <a:lnTo>
                    <a:pt x="8377" y="2226"/>
                  </a:lnTo>
                  <a:lnTo>
                    <a:pt x="9062" y="1621"/>
                  </a:lnTo>
                  <a:lnTo>
                    <a:pt x="9016" y="1131"/>
                  </a:lnTo>
                  <a:lnTo>
                    <a:pt x="8160" y="1245"/>
                  </a:lnTo>
                  <a:lnTo>
                    <a:pt x="7350" y="845"/>
                  </a:lnTo>
                  <a:lnTo>
                    <a:pt x="7076" y="1028"/>
                  </a:lnTo>
                  <a:lnTo>
                    <a:pt x="5730" y="628"/>
                  </a:lnTo>
                  <a:close/>
                  <a:moveTo>
                    <a:pt x="9165" y="3516"/>
                  </a:moveTo>
                  <a:lnTo>
                    <a:pt x="9176" y="3470"/>
                  </a:lnTo>
                  <a:lnTo>
                    <a:pt x="9187" y="3436"/>
                  </a:lnTo>
                  <a:lnTo>
                    <a:pt x="9199" y="3424"/>
                  </a:lnTo>
                  <a:lnTo>
                    <a:pt x="9176" y="3402"/>
                  </a:lnTo>
                  <a:lnTo>
                    <a:pt x="9176" y="3379"/>
                  </a:lnTo>
                  <a:lnTo>
                    <a:pt x="9199" y="3356"/>
                  </a:lnTo>
                  <a:lnTo>
                    <a:pt x="9176" y="3333"/>
                  </a:lnTo>
                  <a:lnTo>
                    <a:pt x="8993" y="3390"/>
                  </a:lnTo>
                  <a:lnTo>
                    <a:pt x="8891" y="3447"/>
                  </a:lnTo>
                  <a:lnTo>
                    <a:pt x="8594" y="3664"/>
                  </a:lnTo>
                  <a:lnTo>
                    <a:pt x="8594" y="3710"/>
                  </a:lnTo>
                  <a:lnTo>
                    <a:pt x="8605" y="3733"/>
                  </a:lnTo>
                  <a:lnTo>
                    <a:pt x="8662" y="3733"/>
                  </a:lnTo>
                  <a:lnTo>
                    <a:pt x="8685" y="3790"/>
                  </a:lnTo>
                  <a:lnTo>
                    <a:pt x="8742" y="3733"/>
                  </a:lnTo>
                  <a:lnTo>
                    <a:pt x="8788" y="3721"/>
                  </a:lnTo>
                  <a:lnTo>
                    <a:pt x="8834" y="3733"/>
                  </a:lnTo>
                  <a:lnTo>
                    <a:pt x="8868" y="3767"/>
                  </a:lnTo>
                  <a:lnTo>
                    <a:pt x="8891" y="3847"/>
                  </a:lnTo>
                  <a:lnTo>
                    <a:pt x="8902" y="3881"/>
                  </a:lnTo>
                  <a:lnTo>
                    <a:pt x="8993" y="3892"/>
                  </a:lnTo>
                  <a:lnTo>
                    <a:pt x="9119" y="3949"/>
                  </a:lnTo>
                  <a:lnTo>
                    <a:pt x="9176" y="3927"/>
                  </a:lnTo>
                  <a:lnTo>
                    <a:pt x="9244" y="3881"/>
                  </a:lnTo>
                  <a:lnTo>
                    <a:pt x="9279" y="3790"/>
                  </a:lnTo>
                  <a:lnTo>
                    <a:pt x="9313" y="3721"/>
                  </a:lnTo>
                  <a:lnTo>
                    <a:pt x="9359" y="3653"/>
                  </a:lnTo>
                  <a:lnTo>
                    <a:pt x="9404" y="3596"/>
                  </a:lnTo>
                  <a:lnTo>
                    <a:pt x="9381" y="3539"/>
                  </a:lnTo>
                  <a:lnTo>
                    <a:pt x="9347" y="3527"/>
                  </a:lnTo>
                  <a:lnTo>
                    <a:pt x="9302" y="3504"/>
                  </a:lnTo>
                  <a:lnTo>
                    <a:pt x="9233" y="3539"/>
                  </a:lnTo>
                  <a:close/>
                  <a:moveTo>
                    <a:pt x="10021" y="3470"/>
                  </a:moveTo>
                  <a:lnTo>
                    <a:pt x="10032" y="3413"/>
                  </a:lnTo>
                  <a:lnTo>
                    <a:pt x="10032" y="3402"/>
                  </a:lnTo>
                  <a:lnTo>
                    <a:pt x="9963" y="3299"/>
                  </a:lnTo>
                  <a:lnTo>
                    <a:pt x="9827" y="3253"/>
                  </a:lnTo>
                  <a:lnTo>
                    <a:pt x="9690" y="3265"/>
                  </a:lnTo>
                  <a:lnTo>
                    <a:pt x="9678" y="3287"/>
                  </a:lnTo>
                  <a:lnTo>
                    <a:pt x="9678" y="3345"/>
                  </a:lnTo>
                  <a:lnTo>
                    <a:pt x="9690" y="3356"/>
                  </a:lnTo>
                  <a:lnTo>
                    <a:pt x="9769" y="3367"/>
                  </a:lnTo>
                  <a:lnTo>
                    <a:pt x="9998" y="347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9067;p37">
              <a:extLst>
                <a:ext uri="{FF2B5EF4-FFF2-40B4-BE49-F238E27FC236}">
                  <a16:creationId xmlns:a16="http://schemas.microsoft.com/office/drawing/2014/main" xmlns="" id="{496FACD0-46B7-4BE1-BF2B-3F31CD1EEBE5}"/>
                </a:ext>
              </a:extLst>
            </p:cNvPr>
            <p:cNvSpPr/>
            <p:nvPr/>
          </p:nvSpPr>
          <p:spPr>
            <a:xfrm>
              <a:off x="2326825" y="2825950"/>
              <a:ext cx="3450" cy="4300"/>
            </a:xfrm>
            <a:custGeom>
              <a:avLst/>
              <a:gdLst/>
              <a:ahLst/>
              <a:cxnLst/>
              <a:rect l="l" t="t" r="r" b="b"/>
              <a:pathLst>
                <a:path w="138" h="172" extrusionOk="0">
                  <a:moveTo>
                    <a:pt x="138" y="137"/>
                  </a:moveTo>
                  <a:lnTo>
                    <a:pt x="115" y="126"/>
                  </a:lnTo>
                  <a:lnTo>
                    <a:pt x="81" y="35"/>
                  </a:lnTo>
                  <a:lnTo>
                    <a:pt x="35" y="0"/>
                  </a:lnTo>
                  <a:lnTo>
                    <a:pt x="24" y="12"/>
                  </a:lnTo>
                  <a:lnTo>
                    <a:pt x="1" y="58"/>
                  </a:lnTo>
                  <a:lnTo>
                    <a:pt x="46" y="103"/>
                  </a:lnTo>
                  <a:lnTo>
                    <a:pt x="92" y="149"/>
                  </a:lnTo>
                  <a:lnTo>
                    <a:pt x="126" y="17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9068;p37">
              <a:extLst>
                <a:ext uri="{FF2B5EF4-FFF2-40B4-BE49-F238E27FC236}">
                  <a16:creationId xmlns:a16="http://schemas.microsoft.com/office/drawing/2014/main" xmlns="" id="{2805356F-9C69-4127-BAC2-C5D12C79CEB8}"/>
                </a:ext>
              </a:extLst>
            </p:cNvPr>
            <p:cNvSpPr/>
            <p:nvPr/>
          </p:nvSpPr>
          <p:spPr>
            <a:xfrm>
              <a:off x="2474325" y="2697550"/>
              <a:ext cx="3450" cy="2025"/>
            </a:xfrm>
            <a:custGeom>
              <a:avLst/>
              <a:gdLst/>
              <a:ahLst/>
              <a:cxnLst/>
              <a:rect l="l" t="t" r="r" b="b"/>
              <a:pathLst>
                <a:path w="138" h="81" extrusionOk="0">
                  <a:moveTo>
                    <a:pt x="126" y="47"/>
                  </a:moveTo>
                  <a:lnTo>
                    <a:pt x="138" y="12"/>
                  </a:lnTo>
                  <a:lnTo>
                    <a:pt x="104" y="1"/>
                  </a:lnTo>
                  <a:lnTo>
                    <a:pt x="1" y="69"/>
                  </a:lnTo>
                  <a:lnTo>
                    <a:pt x="1" y="8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9069;p37">
              <a:extLst>
                <a:ext uri="{FF2B5EF4-FFF2-40B4-BE49-F238E27FC236}">
                  <a16:creationId xmlns:a16="http://schemas.microsoft.com/office/drawing/2014/main" xmlns="" id="{13CFA6F2-8B66-4846-BF80-A0500AB1D5C4}"/>
                </a:ext>
              </a:extLst>
            </p:cNvPr>
            <p:cNvSpPr/>
            <p:nvPr/>
          </p:nvSpPr>
          <p:spPr>
            <a:xfrm>
              <a:off x="3747075" y="2144350"/>
              <a:ext cx="6025" cy="4600"/>
            </a:xfrm>
            <a:custGeom>
              <a:avLst/>
              <a:gdLst/>
              <a:ahLst/>
              <a:cxnLst/>
              <a:rect l="l" t="t" r="r" b="b"/>
              <a:pathLst>
                <a:path w="241" h="184" extrusionOk="0">
                  <a:moveTo>
                    <a:pt x="217" y="126"/>
                  </a:moveTo>
                  <a:lnTo>
                    <a:pt x="229" y="103"/>
                  </a:lnTo>
                  <a:lnTo>
                    <a:pt x="240" y="69"/>
                  </a:lnTo>
                  <a:lnTo>
                    <a:pt x="240" y="58"/>
                  </a:lnTo>
                  <a:lnTo>
                    <a:pt x="217" y="46"/>
                  </a:lnTo>
                  <a:lnTo>
                    <a:pt x="115" y="12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12" y="46"/>
                  </a:lnTo>
                  <a:lnTo>
                    <a:pt x="1" y="81"/>
                  </a:lnTo>
                  <a:lnTo>
                    <a:pt x="12" y="103"/>
                  </a:lnTo>
                  <a:lnTo>
                    <a:pt x="12" y="126"/>
                  </a:lnTo>
                  <a:lnTo>
                    <a:pt x="12" y="161"/>
                  </a:lnTo>
                  <a:lnTo>
                    <a:pt x="23" y="183"/>
                  </a:lnTo>
                  <a:lnTo>
                    <a:pt x="58" y="183"/>
                  </a:lnTo>
                  <a:lnTo>
                    <a:pt x="81" y="183"/>
                  </a:lnTo>
                  <a:lnTo>
                    <a:pt x="126" y="172"/>
                  </a:lnTo>
                  <a:lnTo>
                    <a:pt x="195" y="12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9070;p37">
              <a:extLst>
                <a:ext uri="{FF2B5EF4-FFF2-40B4-BE49-F238E27FC236}">
                  <a16:creationId xmlns:a16="http://schemas.microsoft.com/office/drawing/2014/main" xmlns="" id="{D59EB351-44C2-4F3D-B8AA-43E0DCDA5AEB}"/>
                </a:ext>
              </a:extLst>
            </p:cNvPr>
            <p:cNvSpPr/>
            <p:nvPr/>
          </p:nvSpPr>
          <p:spPr>
            <a:xfrm>
              <a:off x="2497150" y="2710400"/>
              <a:ext cx="3750" cy="16000"/>
            </a:xfrm>
            <a:custGeom>
              <a:avLst/>
              <a:gdLst/>
              <a:ahLst/>
              <a:cxnLst/>
              <a:rect l="l" t="t" r="r" b="b"/>
              <a:pathLst>
                <a:path w="150" h="640" extrusionOk="0">
                  <a:moveTo>
                    <a:pt x="126" y="617"/>
                  </a:moveTo>
                  <a:lnTo>
                    <a:pt x="149" y="594"/>
                  </a:lnTo>
                  <a:lnTo>
                    <a:pt x="149" y="583"/>
                  </a:lnTo>
                  <a:lnTo>
                    <a:pt x="149" y="560"/>
                  </a:lnTo>
                  <a:lnTo>
                    <a:pt x="138" y="537"/>
                  </a:lnTo>
                  <a:lnTo>
                    <a:pt x="126" y="514"/>
                  </a:lnTo>
                  <a:lnTo>
                    <a:pt x="69" y="480"/>
                  </a:lnTo>
                  <a:lnTo>
                    <a:pt x="1" y="560"/>
                  </a:lnTo>
                  <a:lnTo>
                    <a:pt x="1" y="583"/>
                  </a:lnTo>
                  <a:lnTo>
                    <a:pt x="12" y="628"/>
                  </a:lnTo>
                  <a:lnTo>
                    <a:pt x="92" y="640"/>
                  </a:lnTo>
                  <a:close/>
                  <a:moveTo>
                    <a:pt x="149" y="115"/>
                  </a:moveTo>
                  <a:lnTo>
                    <a:pt x="149" y="46"/>
                  </a:lnTo>
                  <a:lnTo>
                    <a:pt x="138" y="12"/>
                  </a:lnTo>
                  <a:lnTo>
                    <a:pt x="92" y="12"/>
                  </a:lnTo>
                  <a:lnTo>
                    <a:pt x="81" y="1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69" y="103"/>
                  </a:lnTo>
                  <a:lnTo>
                    <a:pt x="138" y="13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9071;p37">
              <a:extLst>
                <a:ext uri="{FF2B5EF4-FFF2-40B4-BE49-F238E27FC236}">
                  <a16:creationId xmlns:a16="http://schemas.microsoft.com/office/drawing/2014/main" xmlns="" id="{61AF6846-358D-4DB0-A663-8BCC9E607521}"/>
                </a:ext>
              </a:extLst>
            </p:cNvPr>
            <p:cNvSpPr/>
            <p:nvPr/>
          </p:nvSpPr>
          <p:spPr>
            <a:xfrm>
              <a:off x="2187025" y="2500700"/>
              <a:ext cx="108150" cy="136700"/>
            </a:xfrm>
            <a:custGeom>
              <a:avLst/>
              <a:gdLst/>
              <a:ahLst/>
              <a:cxnLst/>
              <a:rect l="l" t="t" r="r" b="b"/>
              <a:pathLst>
                <a:path w="4326" h="5468" extrusionOk="0">
                  <a:moveTo>
                    <a:pt x="3984" y="5216"/>
                  </a:moveTo>
                  <a:lnTo>
                    <a:pt x="4018" y="5136"/>
                  </a:lnTo>
                  <a:lnTo>
                    <a:pt x="3972" y="5125"/>
                  </a:lnTo>
                  <a:lnTo>
                    <a:pt x="3904" y="5216"/>
                  </a:lnTo>
                  <a:lnTo>
                    <a:pt x="3812" y="5262"/>
                  </a:lnTo>
                  <a:lnTo>
                    <a:pt x="3767" y="5262"/>
                  </a:lnTo>
                  <a:lnTo>
                    <a:pt x="3675" y="5216"/>
                  </a:lnTo>
                  <a:lnTo>
                    <a:pt x="3596" y="5216"/>
                  </a:lnTo>
                  <a:lnTo>
                    <a:pt x="3539" y="5284"/>
                  </a:lnTo>
                  <a:lnTo>
                    <a:pt x="3459" y="5307"/>
                  </a:lnTo>
                  <a:lnTo>
                    <a:pt x="3470" y="5319"/>
                  </a:lnTo>
                  <a:lnTo>
                    <a:pt x="3470" y="5353"/>
                  </a:lnTo>
                  <a:lnTo>
                    <a:pt x="3447" y="5387"/>
                  </a:lnTo>
                  <a:lnTo>
                    <a:pt x="3447" y="5421"/>
                  </a:lnTo>
                  <a:lnTo>
                    <a:pt x="3459" y="5467"/>
                  </a:lnTo>
                  <a:lnTo>
                    <a:pt x="3675" y="5444"/>
                  </a:lnTo>
                  <a:lnTo>
                    <a:pt x="3858" y="5421"/>
                  </a:lnTo>
                  <a:lnTo>
                    <a:pt x="3961" y="5296"/>
                  </a:lnTo>
                  <a:close/>
                  <a:moveTo>
                    <a:pt x="4098" y="4931"/>
                  </a:moveTo>
                  <a:lnTo>
                    <a:pt x="4041" y="4896"/>
                  </a:lnTo>
                  <a:lnTo>
                    <a:pt x="3984" y="4931"/>
                  </a:lnTo>
                  <a:lnTo>
                    <a:pt x="3995" y="4976"/>
                  </a:lnTo>
                  <a:close/>
                  <a:moveTo>
                    <a:pt x="4098" y="4109"/>
                  </a:moveTo>
                  <a:lnTo>
                    <a:pt x="4041" y="4075"/>
                  </a:lnTo>
                  <a:lnTo>
                    <a:pt x="3995" y="4155"/>
                  </a:lnTo>
                  <a:lnTo>
                    <a:pt x="4041" y="4166"/>
                  </a:lnTo>
                  <a:lnTo>
                    <a:pt x="4143" y="4155"/>
                  </a:lnTo>
                  <a:lnTo>
                    <a:pt x="4212" y="4166"/>
                  </a:lnTo>
                  <a:lnTo>
                    <a:pt x="4280" y="4223"/>
                  </a:lnTo>
                  <a:lnTo>
                    <a:pt x="4326" y="4189"/>
                  </a:lnTo>
                  <a:lnTo>
                    <a:pt x="4315" y="4177"/>
                  </a:lnTo>
                  <a:lnTo>
                    <a:pt x="4257" y="4132"/>
                  </a:lnTo>
                  <a:lnTo>
                    <a:pt x="4166" y="4120"/>
                  </a:lnTo>
                  <a:lnTo>
                    <a:pt x="4143" y="4120"/>
                  </a:lnTo>
                  <a:close/>
                  <a:moveTo>
                    <a:pt x="3150" y="4292"/>
                  </a:moveTo>
                  <a:lnTo>
                    <a:pt x="3253" y="4212"/>
                  </a:lnTo>
                  <a:lnTo>
                    <a:pt x="3356" y="4166"/>
                  </a:lnTo>
                  <a:lnTo>
                    <a:pt x="3481" y="4006"/>
                  </a:lnTo>
                  <a:lnTo>
                    <a:pt x="3470" y="3881"/>
                  </a:lnTo>
                  <a:lnTo>
                    <a:pt x="3504" y="3824"/>
                  </a:lnTo>
                  <a:lnTo>
                    <a:pt x="3413" y="3835"/>
                  </a:lnTo>
                  <a:lnTo>
                    <a:pt x="3402" y="3881"/>
                  </a:lnTo>
                  <a:lnTo>
                    <a:pt x="3379" y="3926"/>
                  </a:lnTo>
                  <a:lnTo>
                    <a:pt x="3424" y="3983"/>
                  </a:lnTo>
                  <a:lnTo>
                    <a:pt x="3424" y="4006"/>
                  </a:lnTo>
                  <a:lnTo>
                    <a:pt x="3402" y="4063"/>
                  </a:lnTo>
                  <a:lnTo>
                    <a:pt x="3356" y="4075"/>
                  </a:lnTo>
                  <a:lnTo>
                    <a:pt x="3344" y="4109"/>
                  </a:lnTo>
                  <a:lnTo>
                    <a:pt x="3299" y="4120"/>
                  </a:lnTo>
                  <a:lnTo>
                    <a:pt x="3242" y="4189"/>
                  </a:lnTo>
                  <a:lnTo>
                    <a:pt x="3128" y="4280"/>
                  </a:lnTo>
                  <a:lnTo>
                    <a:pt x="3093" y="4326"/>
                  </a:lnTo>
                  <a:close/>
                  <a:moveTo>
                    <a:pt x="3322" y="3835"/>
                  </a:moveTo>
                  <a:lnTo>
                    <a:pt x="3242" y="3812"/>
                  </a:lnTo>
                  <a:lnTo>
                    <a:pt x="3208" y="3755"/>
                  </a:lnTo>
                  <a:lnTo>
                    <a:pt x="3150" y="3732"/>
                  </a:lnTo>
                  <a:lnTo>
                    <a:pt x="3139" y="3767"/>
                  </a:lnTo>
                  <a:lnTo>
                    <a:pt x="3139" y="3789"/>
                  </a:lnTo>
                  <a:lnTo>
                    <a:pt x="3150" y="3846"/>
                  </a:lnTo>
                  <a:lnTo>
                    <a:pt x="3185" y="3835"/>
                  </a:lnTo>
                  <a:lnTo>
                    <a:pt x="3299" y="3892"/>
                  </a:lnTo>
                  <a:lnTo>
                    <a:pt x="3356" y="3846"/>
                  </a:lnTo>
                  <a:close/>
                  <a:moveTo>
                    <a:pt x="2740" y="3675"/>
                  </a:moveTo>
                  <a:lnTo>
                    <a:pt x="2740" y="3584"/>
                  </a:lnTo>
                  <a:lnTo>
                    <a:pt x="2683" y="3504"/>
                  </a:lnTo>
                  <a:lnTo>
                    <a:pt x="2603" y="3447"/>
                  </a:lnTo>
                  <a:lnTo>
                    <a:pt x="2580" y="3276"/>
                  </a:lnTo>
                  <a:lnTo>
                    <a:pt x="2546" y="3185"/>
                  </a:lnTo>
                  <a:lnTo>
                    <a:pt x="2511" y="3093"/>
                  </a:lnTo>
                  <a:lnTo>
                    <a:pt x="2454" y="2979"/>
                  </a:lnTo>
                  <a:lnTo>
                    <a:pt x="2454" y="3048"/>
                  </a:lnTo>
                  <a:lnTo>
                    <a:pt x="2466" y="3070"/>
                  </a:lnTo>
                  <a:lnTo>
                    <a:pt x="2489" y="3150"/>
                  </a:lnTo>
                  <a:lnTo>
                    <a:pt x="2546" y="3276"/>
                  </a:lnTo>
                  <a:lnTo>
                    <a:pt x="2557" y="3333"/>
                  </a:lnTo>
                  <a:lnTo>
                    <a:pt x="2546" y="3390"/>
                  </a:lnTo>
                  <a:lnTo>
                    <a:pt x="2489" y="3413"/>
                  </a:lnTo>
                  <a:lnTo>
                    <a:pt x="2466" y="3436"/>
                  </a:lnTo>
                  <a:lnTo>
                    <a:pt x="2546" y="3481"/>
                  </a:lnTo>
                  <a:lnTo>
                    <a:pt x="2660" y="3527"/>
                  </a:lnTo>
                  <a:lnTo>
                    <a:pt x="2728" y="3710"/>
                  </a:lnTo>
                  <a:close/>
                  <a:moveTo>
                    <a:pt x="2158" y="3185"/>
                  </a:moveTo>
                  <a:lnTo>
                    <a:pt x="2089" y="3139"/>
                  </a:lnTo>
                  <a:lnTo>
                    <a:pt x="2055" y="3093"/>
                  </a:lnTo>
                  <a:lnTo>
                    <a:pt x="1952" y="2991"/>
                  </a:lnTo>
                  <a:lnTo>
                    <a:pt x="1918" y="2979"/>
                  </a:lnTo>
                  <a:lnTo>
                    <a:pt x="1884" y="3036"/>
                  </a:lnTo>
                  <a:lnTo>
                    <a:pt x="1941" y="3048"/>
                  </a:lnTo>
                  <a:lnTo>
                    <a:pt x="2066" y="3150"/>
                  </a:lnTo>
                  <a:lnTo>
                    <a:pt x="2123" y="3173"/>
                  </a:lnTo>
                  <a:close/>
                  <a:moveTo>
                    <a:pt x="3196" y="2614"/>
                  </a:moveTo>
                  <a:lnTo>
                    <a:pt x="3185" y="2568"/>
                  </a:lnTo>
                  <a:lnTo>
                    <a:pt x="3173" y="2568"/>
                  </a:lnTo>
                  <a:lnTo>
                    <a:pt x="3128" y="2580"/>
                  </a:lnTo>
                  <a:lnTo>
                    <a:pt x="3082" y="2705"/>
                  </a:lnTo>
                  <a:lnTo>
                    <a:pt x="3128" y="2705"/>
                  </a:lnTo>
                  <a:close/>
                  <a:moveTo>
                    <a:pt x="685" y="2454"/>
                  </a:moveTo>
                  <a:lnTo>
                    <a:pt x="663" y="2409"/>
                  </a:lnTo>
                  <a:lnTo>
                    <a:pt x="617" y="2431"/>
                  </a:lnTo>
                  <a:lnTo>
                    <a:pt x="549" y="2431"/>
                  </a:lnTo>
                  <a:lnTo>
                    <a:pt x="514" y="2454"/>
                  </a:lnTo>
                  <a:lnTo>
                    <a:pt x="457" y="2454"/>
                  </a:lnTo>
                  <a:lnTo>
                    <a:pt x="412" y="2477"/>
                  </a:lnTo>
                  <a:lnTo>
                    <a:pt x="469" y="2591"/>
                  </a:lnTo>
                  <a:lnTo>
                    <a:pt x="514" y="2637"/>
                  </a:lnTo>
                  <a:lnTo>
                    <a:pt x="526" y="2785"/>
                  </a:lnTo>
                  <a:lnTo>
                    <a:pt x="560" y="2797"/>
                  </a:lnTo>
                  <a:lnTo>
                    <a:pt x="549" y="2899"/>
                  </a:lnTo>
                  <a:lnTo>
                    <a:pt x="697" y="2911"/>
                  </a:lnTo>
                  <a:lnTo>
                    <a:pt x="754" y="2797"/>
                  </a:lnTo>
                  <a:lnTo>
                    <a:pt x="754" y="2751"/>
                  </a:lnTo>
                  <a:lnTo>
                    <a:pt x="754" y="2740"/>
                  </a:lnTo>
                  <a:lnTo>
                    <a:pt x="754" y="2705"/>
                  </a:lnTo>
                  <a:lnTo>
                    <a:pt x="754" y="2682"/>
                  </a:lnTo>
                  <a:lnTo>
                    <a:pt x="754" y="2557"/>
                  </a:lnTo>
                  <a:lnTo>
                    <a:pt x="720" y="2477"/>
                  </a:lnTo>
                  <a:lnTo>
                    <a:pt x="663" y="2568"/>
                  </a:lnTo>
                  <a:lnTo>
                    <a:pt x="606" y="2523"/>
                  </a:lnTo>
                  <a:lnTo>
                    <a:pt x="685" y="2466"/>
                  </a:lnTo>
                  <a:close/>
                  <a:moveTo>
                    <a:pt x="2523" y="2500"/>
                  </a:moveTo>
                  <a:lnTo>
                    <a:pt x="2386" y="2294"/>
                  </a:lnTo>
                  <a:lnTo>
                    <a:pt x="2386" y="2272"/>
                  </a:lnTo>
                  <a:lnTo>
                    <a:pt x="2317" y="2055"/>
                  </a:lnTo>
                  <a:lnTo>
                    <a:pt x="2272" y="2043"/>
                  </a:lnTo>
                  <a:lnTo>
                    <a:pt x="2260" y="2055"/>
                  </a:lnTo>
                  <a:lnTo>
                    <a:pt x="2238" y="2078"/>
                  </a:lnTo>
                  <a:lnTo>
                    <a:pt x="2295" y="2135"/>
                  </a:lnTo>
                  <a:lnTo>
                    <a:pt x="2295" y="2192"/>
                  </a:lnTo>
                  <a:lnTo>
                    <a:pt x="2340" y="2226"/>
                  </a:lnTo>
                  <a:lnTo>
                    <a:pt x="2397" y="2386"/>
                  </a:lnTo>
                  <a:lnTo>
                    <a:pt x="2454" y="2431"/>
                  </a:lnTo>
                  <a:lnTo>
                    <a:pt x="2443" y="2477"/>
                  </a:lnTo>
                  <a:lnTo>
                    <a:pt x="2386" y="2523"/>
                  </a:lnTo>
                  <a:lnTo>
                    <a:pt x="2374" y="2557"/>
                  </a:lnTo>
                  <a:lnTo>
                    <a:pt x="2386" y="2557"/>
                  </a:lnTo>
                  <a:lnTo>
                    <a:pt x="2466" y="2534"/>
                  </a:lnTo>
                  <a:lnTo>
                    <a:pt x="2523" y="2534"/>
                  </a:lnTo>
                  <a:close/>
                  <a:moveTo>
                    <a:pt x="1028" y="1758"/>
                  </a:moveTo>
                  <a:lnTo>
                    <a:pt x="1096" y="1724"/>
                  </a:lnTo>
                  <a:lnTo>
                    <a:pt x="1096" y="1724"/>
                  </a:lnTo>
                  <a:lnTo>
                    <a:pt x="1062" y="1701"/>
                  </a:lnTo>
                  <a:lnTo>
                    <a:pt x="959" y="1701"/>
                  </a:lnTo>
                  <a:lnTo>
                    <a:pt x="902" y="1712"/>
                  </a:lnTo>
                  <a:lnTo>
                    <a:pt x="868" y="1735"/>
                  </a:lnTo>
                  <a:lnTo>
                    <a:pt x="891" y="1758"/>
                  </a:lnTo>
                  <a:lnTo>
                    <a:pt x="948" y="1769"/>
                  </a:lnTo>
                  <a:close/>
                  <a:moveTo>
                    <a:pt x="685" y="2043"/>
                  </a:moveTo>
                  <a:lnTo>
                    <a:pt x="617" y="1952"/>
                  </a:lnTo>
                  <a:lnTo>
                    <a:pt x="571" y="1827"/>
                  </a:lnTo>
                  <a:lnTo>
                    <a:pt x="549" y="1769"/>
                  </a:lnTo>
                  <a:lnTo>
                    <a:pt x="560" y="1701"/>
                  </a:lnTo>
                  <a:lnTo>
                    <a:pt x="514" y="1644"/>
                  </a:lnTo>
                  <a:lnTo>
                    <a:pt x="434" y="1587"/>
                  </a:lnTo>
                  <a:lnTo>
                    <a:pt x="389" y="1598"/>
                  </a:lnTo>
                  <a:lnTo>
                    <a:pt x="400" y="1758"/>
                  </a:lnTo>
                  <a:lnTo>
                    <a:pt x="377" y="1838"/>
                  </a:lnTo>
                  <a:lnTo>
                    <a:pt x="263" y="1998"/>
                  </a:lnTo>
                  <a:lnTo>
                    <a:pt x="275" y="2055"/>
                  </a:lnTo>
                  <a:lnTo>
                    <a:pt x="275" y="2055"/>
                  </a:lnTo>
                  <a:lnTo>
                    <a:pt x="286" y="2078"/>
                  </a:lnTo>
                  <a:lnTo>
                    <a:pt x="218" y="2135"/>
                  </a:lnTo>
                  <a:lnTo>
                    <a:pt x="218" y="2100"/>
                  </a:lnTo>
                  <a:lnTo>
                    <a:pt x="138" y="2112"/>
                  </a:lnTo>
                  <a:lnTo>
                    <a:pt x="172" y="2180"/>
                  </a:lnTo>
                  <a:lnTo>
                    <a:pt x="263" y="2237"/>
                  </a:lnTo>
                  <a:lnTo>
                    <a:pt x="297" y="2249"/>
                  </a:lnTo>
                  <a:lnTo>
                    <a:pt x="343" y="2226"/>
                  </a:lnTo>
                  <a:lnTo>
                    <a:pt x="343" y="2294"/>
                  </a:lnTo>
                  <a:lnTo>
                    <a:pt x="389" y="2351"/>
                  </a:lnTo>
                  <a:lnTo>
                    <a:pt x="400" y="2409"/>
                  </a:lnTo>
                  <a:lnTo>
                    <a:pt x="446" y="2363"/>
                  </a:lnTo>
                  <a:lnTo>
                    <a:pt x="526" y="2340"/>
                  </a:lnTo>
                  <a:lnTo>
                    <a:pt x="560" y="2306"/>
                  </a:lnTo>
                  <a:lnTo>
                    <a:pt x="663" y="2249"/>
                  </a:lnTo>
                  <a:lnTo>
                    <a:pt x="663" y="2226"/>
                  </a:lnTo>
                  <a:lnTo>
                    <a:pt x="674" y="2135"/>
                  </a:lnTo>
                  <a:close/>
                  <a:moveTo>
                    <a:pt x="1644" y="1324"/>
                  </a:moveTo>
                  <a:lnTo>
                    <a:pt x="1598" y="1256"/>
                  </a:lnTo>
                  <a:lnTo>
                    <a:pt x="1587" y="1267"/>
                  </a:lnTo>
                  <a:lnTo>
                    <a:pt x="1576" y="1324"/>
                  </a:lnTo>
                  <a:lnTo>
                    <a:pt x="1530" y="1381"/>
                  </a:lnTo>
                  <a:lnTo>
                    <a:pt x="1598" y="1370"/>
                  </a:lnTo>
                  <a:lnTo>
                    <a:pt x="1655" y="1381"/>
                  </a:lnTo>
                  <a:lnTo>
                    <a:pt x="1747" y="1450"/>
                  </a:lnTo>
                  <a:lnTo>
                    <a:pt x="1849" y="1484"/>
                  </a:lnTo>
                  <a:lnTo>
                    <a:pt x="1884" y="1564"/>
                  </a:lnTo>
                  <a:lnTo>
                    <a:pt x="1975" y="1655"/>
                  </a:lnTo>
                  <a:lnTo>
                    <a:pt x="1975" y="1735"/>
                  </a:lnTo>
                  <a:lnTo>
                    <a:pt x="1918" y="1827"/>
                  </a:lnTo>
                  <a:lnTo>
                    <a:pt x="1895" y="1929"/>
                  </a:lnTo>
                  <a:lnTo>
                    <a:pt x="1815" y="1941"/>
                  </a:lnTo>
                  <a:lnTo>
                    <a:pt x="1827" y="1952"/>
                  </a:lnTo>
                  <a:lnTo>
                    <a:pt x="1872" y="1998"/>
                  </a:lnTo>
                  <a:lnTo>
                    <a:pt x="1884" y="2055"/>
                  </a:lnTo>
                  <a:lnTo>
                    <a:pt x="1918" y="2078"/>
                  </a:lnTo>
                  <a:lnTo>
                    <a:pt x="1918" y="1986"/>
                  </a:lnTo>
                  <a:lnTo>
                    <a:pt x="1952" y="1872"/>
                  </a:lnTo>
                  <a:lnTo>
                    <a:pt x="2009" y="1678"/>
                  </a:lnTo>
                  <a:lnTo>
                    <a:pt x="1998" y="1644"/>
                  </a:lnTo>
                  <a:lnTo>
                    <a:pt x="1952" y="1598"/>
                  </a:lnTo>
                  <a:lnTo>
                    <a:pt x="1861" y="1473"/>
                  </a:lnTo>
                  <a:lnTo>
                    <a:pt x="1758" y="1427"/>
                  </a:lnTo>
                  <a:close/>
                  <a:moveTo>
                    <a:pt x="389" y="195"/>
                  </a:moveTo>
                  <a:lnTo>
                    <a:pt x="320" y="138"/>
                  </a:lnTo>
                  <a:lnTo>
                    <a:pt x="286" y="195"/>
                  </a:lnTo>
                  <a:lnTo>
                    <a:pt x="286" y="217"/>
                  </a:lnTo>
                  <a:lnTo>
                    <a:pt x="275" y="252"/>
                  </a:lnTo>
                  <a:lnTo>
                    <a:pt x="206" y="309"/>
                  </a:lnTo>
                  <a:lnTo>
                    <a:pt x="126" y="332"/>
                  </a:lnTo>
                  <a:lnTo>
                    <a:pt x="35" y="240"/>
                  </a:lnTo>
                  <a:lnTo>
                    <a:pt x="1" y="229"/>
                  </a:lnTo>
                  <a:lnTo>
                    <a:pt x="115" y="389"/>
                  </a:lnTo>
                  <a:lnTo>
                    <a:pt x="160" y="400"/>
                  </a:lnTo>
                  <a:lnTo>
                    <a:pt x="218" y="400"/>
                  </a:lnTo>
                  <a:lnTo>
                    <a:pt x="343" y="354"/>
                  </a:lnTo>
                  <a:lnTo>
                    <a:pt x="571" y="286"/>
                  </a:lnTo>
                  <a:lnTo>
                    <a:pt x="811" y="252"/>
                  </a:lnTo>
                  <a:lnTo>
                    <a:pt x="834" y="229"/>
                  </a:lnTo>
                  <a:lnTo>
                    <a:pt x="811" y="183"/>
                  </a:lnTo>
                  <a:lnTo>
                    <a:pt x="697" y="217"/>
                  </a:lnTo>
                  <a:lnTo>
                    <a:pt x="560" y="195"/>
                  </a:lnTo>
                  <a:lnTo>
                    <a:pt x="526" y="229"/>
                  </a:lnTo>
                  <a:lnTo>
                    <a:pt x="469" y="229"/>
                  </a:lnTo>
                  <a:close/>
                  <a:moveTo>
                    <a:pt x="1256" y="936"/>
                  </a:moveTo>
                  <a:lnTo>
                    <a:pt x="1290" y="902"/>
                  </a:lnTo>
                  <a:lnTo>
                    <a:pt x="1347" y="640"/>
                  </a:lnTo>
                  <a:lnTo>
                    <a:pt x="1461" y="560"/>
                  </a:lnTo>
                  <a:lnTo>
                    <a:pt x="1473" y="389"/>
                  </a:lnTo>
                  <a:lnTo>
                    <a:pt x="1404" y="309"/>
                  </a:lnTo>
                  <a:lnTo>
                    <a:pt x="1347" y="286"/>
                  </a:lnTo>
                  <a:lnTo>
                    <a:pt x="1325" y="252"/>
                  </a:lnTo>
                  <a:lnTo>
                    <a:pt x="1347" y="229"/>
                  </a:lnTo>
                  <a:lnTo>
                    <a:pt x="1313" y="217"/>
                  </a:lnTo>
                  <a:lnTo>
                    <a:pt x="1279" y="183"/>
                  </a:lnTo>
                  <a:lnTo>
                    <a:pt x="1222" y="103"/>
                  </a:lnTo>
                  <a:lnTo>
                    <a:pt x="1165" y="46"/>
                  </a:lnTo>
                  <a:lnTo>
                    <a:pt x="1062" y="23"/>
                  </a:lnTo>
                  <a:lnTo>
                    <a:pt x="971" y="12"/>
                  </a:lnTo>
                  <a:lnTo>
                    <a:pt x="914" y="1"/>
                  </a:lnTo>
                  <a:lnTo>
                    <a:pt x="845" y="35"/>
                  </a:lnTo>
                  <a:lnTo>
                    <a:pt x="959" y="35"/>
                  </a:lnTo>
                  <a:lnTo>
                    <a:pt x="1176" y="80"/>
                  </a:lnTo>
                  <a:lnTo>
                    <a:pt x="1279" y="297"/>
                  </a:lnTo>
                  <a:lnTo>
                    <a:pt x="1347" y="354"/>
                  </a:lnTo>
                  <a:lnTo>
                    <a:pt x="1359" y="411"/>
                  </a:lnTo>
                  <a:lnTo>
                    <a:pt x="1325" y="468"/>
                  </a:lnTo>
                  <a:lnTo>
                    <a:pt x="1325" y="526"/>
                  </a:lnTo>
                  <a:lnTo>
                    <a:pt x="1290" y="594"/>
                  </a:lnTo>
                  <a:lnTo>
                    <a:pt x="1279" y="708"/>
                  </a:lnTo>
                  <a:lnTo>
                    <a:pt x="1233" y="765"/>
                  </a:lnTo>
                  <a:lnTo>
                    <a:pt x="1131" y="834"/>
                  </a:lnTo>
                  <a:lnTo>
                    <a:pt x="1188" y="868"/>
                  </a:lnTo>
                  <a:lnTo>
                    <a:pt x="1233" y="94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9072;p37">
              <a:extLst>
                <a:ext uri="{FF2B5EF4-FFF2-40B4-BE49-F238E27FC236}">
                  <a16:creationId xmlns:a16="http://schemas.microsoft.com/office/drawing/2014/main" xmlns="" id="{A493B34A-593B-4F98-B132-4B594FB0C4AF}"/>
                </a:ext>
              </a:extLst>
            </p:cNvPr>
            <p:cNvSpPr/>
            <p:nvPr/>
          </p:nvSpPr>
          <p:spPr>
            <a:xfrm>
              <a:off x="2482900" y="2377725"/>
              <a:ext cx="4300" cy="2900"/>
            </a:xfrm>
            <a:custGeom>
              <a:avLst/>
              <a:gdLst/>
              <a:ahLst/>
              <a:cxnLst/>
              <a:rect l="l" t="t" r="r" b="b"/>
              <a:pathLst>
                <a:path w="172" h="116" extrusionOk="0">
                  <a:moveTo>
                    <a:pt x="114" y="81"/>
                  </a:moveTo>
                  <a:lnTo>
                    <a:pt x="171" y="1"/>
                  </a:lnTo>
                  <a:lnTo>
                    <a:pt x="149" y="1"/>
                  </a:lnTo>
                  <a:lnTo>
                    <a:pt x="80" y="69"/>
                  </a:lnTo>
                  <a:lnTo>
                    <a:pt x="0" y="92"/>
                  </a:lnTo>
                  <a:lnTo>
                    <a:pt x="12" y="115"/>
                  </a:lnTo>
                  <a:lnTo>
                    <a:pt x="23" y="1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9073;p37">
              <a:extLst>
                <a:ext uri="{FF2B5EF4-FFF2-40B4-BE49-F238E27FC236}">
                  <a16:creationId xmlns:a16="http://schemas.microsoft.com/office/drawing/2014/main" xmlns="" id="{96EFAD14-A490-4B07-AA1D-0A2ED2E6C55C}"/>
                </a:ext>
              </a:extLst>
            </p:cNvPr>
            <p:cNvSpPr/>
            <p:nvPr/>
          </p:nvSpPr>
          <p:spPr>
            <a:xfrm>
              <a:off x="2535100" y="2809975"/>
              <a:ext cx="4300" cy="6025"/>
            </a:xfrm>
            <a:custGeom>
              <a:avLst/>
              <a:gdLst/>
              <a:ahLst/>
              <a:cxnLst/>
              <a:rect l="l" t="t" r="r" b="b"/>
              <a:pathLst>
                <a:path w="172" h="241" extrusionOk="0">
                  <a:moveTo>
                    <a:pt x="115" y="206"/>
                  </a:moveTo>
                  <a:lnTo>
                    <a:pt x="172" y="149"/>
                  </a:lnTo>
                  <a:lnTo>
                    <a:pt x="138" y="114"/>
                  </a:lnTo>
                  <a:lnTo>
                    <a:pt x="46" y="0"/>
                  </a:lnTo>
                  <a:lnTo>
                    <a:pt x="1" y="12"/>
                  </a:lnTo>
                  <a:lnTo>
                    <a:pt x="1" y="149"/>
                  </a:lnTo>
                  <a:lnTo>
                    <a:pt x="23" y="194"/>
                  </a:lnTo>
                  <a:lnTo>
                    <a:pt x="92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9074;p37">
              <a:extLst>
                <a:ext uri="{FF2B5EF4-FFF2-40B4-BE49-F238E27FC236}">
                  <a16:creationId xmlns:a16="http://schemas.microsoft.com/office/drawing/2014/main" xmlns="" id="{863D2B90-0BF1-481D-BB9C-19B4203345C3}"/>
                </a:ext>
              </a:extLst>
            </p:cNvPr>
            <p:cNvSpPr/>
            <p:nvPr/>
          </p:nvSpPr>
          <p:spPr>
            <a:xfrm>
              <a:off x="4582175" y="3370025"/>
              <a:ext cx="25700" cy="22850"/>
            </a:xfrm>
            <a:custGeom>
              <a:avLst/>
              <a:gdLst/>
              <a:ahLst/>
              <a:cxnLst/>
              <a:rect l="l" t="t" r="r" b="b"/>
              <a:pathLst>
                <a:path w="1028" h="914" extrusionOk="0">
                  <a:moveTo>
                    <a:pt x="434" y="856"/>
                  </a:moveTo>
                  <a:lnTo>
                    <a:pt x="377" y="799"/>
                  </a:lnTo>
                  <a:lnTo>
                    <a:pt x="320" y="799"/>
                  </a:lnTo>
                  <a:lnTo>
                    <a:pt x="320" y="834"/>
                  </a:lnTo>
                  <a:lnTo>
                    <a:pt x="331" y="891"/>
                  </a:lnTo>
                  <a:lnTo>
                    <a:pt x="491" y="913"/>
                  </a:lnTo>
                  <a:close/>
                  <a:moveTo>
                    <a:pt x="993" y="651"/>
                  </a:moveTo>
                  <a:lnTo>
                    <a:pt x="970" y="651"/>
                  </a:lnTo>
                  <a:lnTo>
                    <a:pt x="947" y="662"/>
                  </a:lnTo>
                  <a:lnTo>
                    <a:pt x="936" y="685"/>
                  </a:lnTo>
                  <a:lnTo>
                    <a:pt x="913" y="731"/>
                  </a:lnTo>
                  <a:lnTo>
                    <a:pt x="879" y="731"/>
                  </a:lnTo>
                  <a:lnTo>
                    <a:pt x="845" y="731"/>
                  </a:lnTo>
                  <a:lnTo>
                    <a:pt x="788" y="731"/>
                  </a:lnTo>
                  <a:lnTo>
                    <a:pt x="902" y="799"/>
                  </a:lnTo>
                  <a:lnTo>
                    <a:pt x="970" y="879"/>
                  </a:lnTo>
                  <a:lnTo>
                    <a:pt x="1004" y="902"/>
                  </a:lnTo>
                  <a:lnTo>
                    <a:pt x="1016" y="879"/>
                  </a:lnTo>
                  <a:lnTo>
                    <a:pt x="1027" y="777"/>
                  </a:lnTo>
                  <a:close/>
                  <a:moveTo>
                    <a:pt x="194" y="491"/>
                  </a:moveTo>
                  <a:lnTo>
                    <a:pt x="217" y="446"/>
                  </a:lnTo>
                  <a:lnTo>
                    <a:pt x="194" y="343"/>
                  </a:lnTo>
                  <a:lnTo>
                    <a:pt x="137" y="229"/>
                  </a:lnTo>
                  <a:lnTo>
                    <a:pt x="148" y="35"/>
                  </a:lnTo>
                  <a:lnTo>
                    <a:pt x="114" y="0"/>
                  </a:lnTo>
                  <a:lnTo>
                    <a:pt x="69" y="0"/>
                  </a:lnTo>
                  <a:lnTo>
                    <a:pt x="57" y="23"/>
                  </a:lnTo>
                  <a:lnTo>
                    <a:pt x="46" y="58"/>
                  </a:lnTo>
                  <a:lnTo>
                    <a:pt x="0" y="343"/>
                  </a:lnTo>
                  <a:lnTo>
                    <a:pt x="57" y="434"/>
                  </a:lnTo>
                  <a:lnTo>
                    <a:pt x="103" y="446"/>
                  </a:lnTo>
                  <a:lnTo>
                    <a:pt x="171" y="50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9075;p37">
              <a:extLst>
                <a:ext uri="{FF2B5EF4-FFF2-40B4-BE49-F238E27FC236}">
                  <a16:creationId xmlns:a16="http://schemas.microsoft.com/office/drawing/2014/main" xmlns="" id="{6DA4A63F-E099-42E8-A28A-F7AB5D21EC0D}"/>
                </a:ext>
              </a:extLst>
            </p:cNvPr>
            <p:cNvSpPr/>
            <p:nvPr/>
          </p:nvSpPr>
          <p:spPr>
            <a:xfrm>
              <a:off x="3219825" y="2722100"/>
              <a:ext cx="52250" cy="53950"/>
            </a:xfrm>
            <a:custGeom>
              <a:avLst/>
              <a:gdLst/>
              <a:ahLst/>
              <a:cxnLst/>
              <a:rect l="l" t="t" r="r" b="b"/>
              <a:pathLst>
                <a:path w="2090" h="2158" extrusionOk="0">
                  <a:moveTo>
                    <a:pt x="765" y="2112"/>
                  </a:moveTo>
                  <a:lnTo>
                    <a:pt x="777" y="2055"/>
                  </a:lnTo>
                  <a:lnTo>
                    <a:pt x="743" y="1975"/>
                  </a:lnTo>
                  <a:lnTo>
                    <a:pt x="708" y="1952"/>
                  </a:lnTo>
                  <a:lnTo>
                    <a:pt x="617" y="2009"/>
                  </a:lnTo>
                  <a:lnTo>
                    <a:pt x="606" y="2055"/>
                  </a:lnTo>
                  <a:lnTo>
                    <a:pt x="617" y="2100"/>
                  </a:lnTo>
                  <a:lnTo>
                    <a:pt x="663" y="2146"/>
                  </a:lnTo>
                  <a:lnTo>
                    <a:pt x="697" y="2157"/>
                  </a:lnTo>
                  <a:close/>
                  <a:moveTo>
                    <a:pt x="1656" y="1872"/>
                  </a:moveTo>
                  <a:lnTo>
                    <a:pt x="1713" y="1838"/>
                  </a:lnTo>
                  <a:lnTo>
                    <a:pt x="1713" y="1746"/>
                  </a:lnTo>
                  <a:lnTo>
                    <a:pt x="1701" y="1701"/>
                  </a:lnTo>
                  <a:lnTo>
                    <a:pt x="1644" y="1701"/>
                  </a:lnTo>
                  <a:lnTo>
                    <a:pt x="1610" y="1758"/>
                  </a:lnTo>
                  <a:lnTo>
                    <a:pt x="1610" y="1769"/>
                  </a:lnTo>
                  <a:lnTo>
                    <a:pt x="1610" y="1826"/>
                  </a:lnTo>
                  <a:lnTo>
                    <a:pt x="1644" y="1872"/>
                  </a:lnTo>
                  <a:close/>
                  <a:moveTo>
                    <a:pt x="1462" y="1986"/>
                  </a:moveTo>
                  <a:lnTo>
                    <a:pt x="1393" y="1861"/>
                  </a:lnTo>
                  <a:lnTo>
                    <a:pt x="1348" y="1838"/>
                  </a:lnTo>
                  <a:lnTo>
                    <a:pt x="1256" y="1746"/>
                  </a:lnTo>
                  <a:lnTo>
                    <a:pt x="1256" y="1701"/>
                  </a:lnTo>
                  <a:lnTo>
                    <a:pt x="1222" y="1689"/>
                  </a:lnTo>
                  <a:lnTo>
                    <a:pt x="1222" y="1712"/>
                  </a:lnTo>
                  <a:lnTo>
                    <a:pt x="1222" y="1769"/>
                  </a:lnTo>
                  <a:lnTo>
                    <a:pt x="1188" y="1838"/>
                  </a:lnTo>
                  <a:lnTo>
                    <a:pt x="1188" y="1918"/>
                  </a:lnTo>
                  <a:lnTo>
                    <a:pt x="1245" y="2032"/>
                  </a:lnTo>
                  <a:lnTo>
                    <a:pt x="1302" y="2055"/>
                  </a:lnTo>
                  <a:lnTo>
                    <a:pt x="1405" y="2066"/>
                  </a:lnTo>
                  <a:close/>
                  <a:moveTo>
                    <a:pt x="1907" y="868"/>
                  </a:moveTo>
                  <a:lnTo>
                    <a:pt x="1907" y="948"/>
                  </a:lnTo>
                  <a:lnTo>
                    <a:pt x="1861" y="1039"/>
                  </a:lnTo>
                  <a:lnTo>
                    <a:pt x="1930" y="1085"/>
                  </a:lnTo>
                  <a:lnTo>
                    <a:pt x="1975" y="1096"/>
                  </a:lnTo>
                  <a:lnTo>
                    <a:pt x="2055" y="1039"/>
                  </a:lnTo>
                  <a:lnTo>
                    <a:pt x="2089" y="970"/>
                  </a:lnTo>
                  <a:lnTo>
                    <a:pt x="2078" y="925"/>
                  </a:lnTo>
                  <a:lnTo>
                    <a:pt x="2032" y="891"/>
                  </a:lnTo>
                  <a:lnTo>
                    <a:pt x="1987" y="868"/>
                  </a:lnTo>
                  <a:lnTo>
                    <a:pt x="1975" y="891"/>
                  </a:lnTo>
                  <a:close/>
                  <a:moveTo>
                    <a:pt x="994" y="514"/>
                  </a:moveTo>
                  <a:lnTo>
                    <a:pt x="845" y="503"/>
                  </a:lnTo>
                  <a:lnTo>
                    <a:pt x="765" y="468"/>
                  </a:lnTo>
                  <a:lnTo>
                    <a:pt x="743" y="468"/>
                  </a:lnTo>
                  <a:lnTo>
                    <a:pt x="743" y="514"/>
                  </a:lnTo>
                  <a:lnTo>
                    <a:pt x="800" y="628"/>
                  </a:lnTo>
                  <a:lnTo>
                    <a:pt x="834" y="560"/>
                  </a:lnTo>
                  <a:lnTo>
                    <a:pt x="857" y="548"/>
                  </a:lnTo>
                  <a:lnTo>
                    <a:pt x="971" y="571"/>
                  </a:lnTo>
                  <a:lnTo>
                    <a:pt x="1028" y="560"/>
                  </a:lnTo>
                  <a:lnTo>
                    <a:pt x="1017" y="548"/>
                  </a:lnTo>
                  <a:close/>
                  <a:moveTo>
                    <a:pt x="1941" y="491"/>
                  </a:moveTo>
                  <a:lnTo>
                    <a:pt x="1930" y="411"/>
                  </a:lnTo>
                  <a:lnTo>
                    <a:pt x="1930" y="320"/>
                  </a:lnTo>
                  <a:lnTo>
                    <a:pt x="1907" y="320"/>
                  </a:lnTo>
                  <a:lnTo>
                    <a:pt x="1861" y="343"/>
                  </a:lnTo>
                  <a:lnTo>
                    <a:pt x="1872" y="446"/>
                  </a:lnTo>
                  <a:lnTo>
                    <a:pt x="1884" y="457"/>
                  </a:lnTo>
                  <a:lnTo>
                    <a:pt x="1918" y="525"/>
                  </a:lnTo>
                  <a:close/>
                  <a:moveTo>
                    <a:pt x="366" y="343"/>
                  </a:moveTo>
                  <a:lnTo>
                    <a:pt x="366" y="320"/>
                  </a:lnTo>
                  <a:lnTo>
                    <a:pt x="320" y="240"/>
                  </a:lnTo>
                  <a:lnTo>
                    <a:pt x="275" y="263"/>
                  </a:lnTo>
                  <a:lnTo>
                    <a:pt x="218" y="286"/>
                  </a:lnTo>
                  <a:lnTo>
                    <a:pt x="206" y="331"/>
                  </a:lnTo>
                  <a:lnTo>
                    <a:pt x="263" y="354"/>
                  </a:lnTo>
                  <a:lnTo>
                    <a:pt x="286" y="354"/>
                  </a:lnTo>
                  <a:close/>
                  <a:moveTo>
                    <a:pt x="149" y="217"/>
                  </a:moveTo>
                  <a:lnTo>
                    <a:pt x="263" y="126"/>
                  </a:lnTo>
                  <a:lnTo>
                    <a:pt x="286" y="92"/>
                  </a:lnTo>
                  <a:lnTo>
                    <a:pt x="263" y="12"/>
                  </a:lnTo>
                  <a:lnTo>
                    <a:pt x="195" y="0"/>
                  </a:lnTo>
                  <a:lnTo>
                    <a:pt x="24" y="92"/>
                  </a:lnTo>
                  <a:lnTo>
                    <a:pt x="1" y="115"/>
                  </a:lnTo>
                  <a:lnTo>
                    <a:pt x="24" y="160"/>
                  </a:lnTo>
                  <a:lnTo>
                    <a:pt x="35" y="229"/>
                  </a:lnTo>
                  <a:lnTo>
                    <a:pt x="58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9076;p37">
              <a:extLst>
                <a:ext uri="{FF2B5EF4-FFF2-40B4-BE49-F238E27FC236}">
                  <a16:creationId xmlns:a16="http://schemas.microsoft.com/office/drawing/2014/main" xmlns="" id="{D19DF1CD-18AE-42E3-840C-2723AB317859}"/>
                </a:ext>
              </a:extLst>
            </p:cNvPr>
            <p:cNvSpPr/>
            <p:nvPr/>
          </p:nvSpPr>
          <p:spPr>
            <a:xfrm>
              <a:off x="2116850" y="2663600"/>
              <a:ext cx="33975" cy="11150"/>
            </a:xfrm>
            <a:custGeom>
              <a:avLst/>
              <a:gdLst/>
              <a:ahLst/>
              <a:cxnLst/>
              <a:rect l="l" t="t" r="r" b="b"/>
              <a:pathLst>
                <a:path w="1359" h="446" extrusionOk="0">
                  <a:moveTo>
                    <a:pt x="35" y="389"/>
                  </a:moveTo>
                  <a:lnTo>
                    <a:pt x="12" y="343"/>
                  </a:lnTo>
                  <a:lnTo>
                    <a:pt x="0" y="355"/>
                  </a:lnTo>
                  <a:lnTo>
                    <a:pt x="0" y="446"/>
                  </a:lnTo>
                  <a:lnTo>
                    <a:pt x="69" y="446"/>
                  </a:lnTo>
                  <a:lnTo>
                    <a:pt x="103" y="446"/>
                  </a:lnTo>
                  <a:lnTo>
                    <a:pt x="137" y="412"/>
                  </a:lnTo>
                  <a:lnTo>
                    <a:pt x="229" y="412"/>
                  </a:lnTo>
                  <a:lnTo>
                    <a:pt x="217" y="389"/>
                  </a:lnTo>
                  <a:lnTo>
                    <a:pt x="103" y="378"/>
                  </a:lnTo>
                  <a:lnTo>
                    <a:pt x="92" y="389"/>
                  </a:lnTo>
                  <a:lnTo>
                    <a:pt x="57" y="400"/>
                  </a:lnTo>
                  <a:close/>
                  <a:moveTo>
                    <a:pt x="1176" y="58"/>
                  </a:moveTo>
                  <a:lnTo>
                    <a:pt x="1176" y="58"/>
                  </a:lnTo>
                  <a:lnTo>
                    <a:pt x="1153" y="47"/>
                  </a:lnTo>
                  <a:lnTo>
                    <a:pt x="1142" y="47"/>
                  </a:lnTo>
                  <a:lnTo>
                    <a:pt x="1096" y="58"/>
                  </a:lnTo>
                  <a:lnTo>
                    <a:pt x="1084" y="58"/>
                  </a:lnTo>
                  <a:lnTo>
                    <a:pt x="1073" y="58"/>
                  </a:lnTo>
                  <a:lnTo>
                    <a:pt x="1050" y="69"/>
                  </a:lnTo>
                  <a:lnTo>
                    <a:pt x="1039" y="92"/>
                  </a:lnTo>
                  <a:lnTo>
                    <a:pt x="1073" y="92"/>
                  </a:lnTo>
                  <a:lnTo>
                    <a:pt x="1130" y="58"/>
                  </a:lnTo>
                  <a:lnTo>
                    <a:pt x="1153" y="58"/>
                  </a:lnTo>
                  <a:close/>
                  <a:moveTo>
                    <a:pt x="1278" y="47"/>
                  </a:moveTo>
                  <a:lnTo>
                    <a:pt x="1358" y="12"/>
                  </a:lnTo>
                  <a:lnTo>
                    <a:pt x="1358" y="12"/>
                  </a:lnTo>
                  <a:lnTo>
                    <a:pt x="1336" y="1"/>
                  </a:lnTo>
                  <a:lnTo>
                    <a:pt x="1324" y="1"/>
                  </a:lnTo>
                  <a:lnTo>
                    <a:pt x="1313" y="12"/>
                  </a:lnTo>
                  <a:lnTo>
                    <a:pt x="1301" y="12"/>
                  </a:lnTo>
                  <a:lnTo>
                    <a:pt x="1221" y="58"/>
                  </a:lnTo>
                  <a:lnTo>
                    <a:pt x="1256" y="5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9077;p37">
              <a:extLst>
                <a:ext uri="{FF2B5EF4-FFF2-40B4-BE49-F238E27FC236}">
                  <a16:creationId xmlns:a16="http://schemas.microsoft.com/office/drawing/2014/main" xmlns="" id="{D788A8AE-1E93-4D3C-9DA6-AAA862B11140}"/>
                </a:ext>
              </a:extLst>
            </p:cNvPr>
            <p:cNvSpPr/>
            <p:nvPr/>
          </p:nvSpPr>
          <p:spPr>
            <a:xfrm>
              <a:off x="2502300" y="2757475"/>
              <a:ext cx="4300" cy="9150"/>
            </a:xfrm>
            <a:custGeom>
              <a:avLst/>
              <a:gdLst/>
              <a:ahLst/>
              <a:cxnLst/>
              <a:rect l="l" t="t" r="r" b="b"/>
              <a:pathLst>
                <a:path w="172" h="366" extrusionOk="0">
                  <a:moveTo>
                    <a:pt x="126" y="343"/>
                  </a:moveTo>
                  <a:lnTo>
                    <a:pt x="171" y="240"/>
                  </a:lnTo>
                  <a:lnTo>
                    <a:pt x="160" y="103"/>
                  </a:lnTo>
                  <a:lnTo>
                    <a:pt x="126" y="46"/>
                  </a:lnTo>
                  <a:lnTo>
                    <a:pt x="12" y="1"/>
                  </a:lnTo>
                  <a:lnTo>
                    <a:pt x="12" y="23"/>
                  </a:lnTo>
                  <a:lnTo>
                    <a:pt x="0" y="103"/>
                  </a:lnTo>
                  <a:lnTo>
                    <a:pt x="46" y="217"/>
                  </a:lnTo>
                  <a:lnTo>
                    <a:pt x="57" y="36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9078;p37">
              <a:extLst>
                <a:ext uri="{FF2B5EF4-FFF2-40B4-BE49-F238E27FC236}">
                  <a16:creationId xmlns:a16="http://schemas.microsoft.com/office/drawing/2014/main" xmlns="" id="{BCA75DEC-9555-469A-9E42-847B1EE705DD}"/>
                </a:ext>
              </a:extLst>
            </p:cNvPr>
            <p:cNvSpPr/>
            <p:nvPr/>
          </p:nvSpPr>
          <p:spPr>
            <a:xfrm>
              <a:off x="2671775" y="4270150"/>
              <a:ext cx="55925" cy="22575"/>
            </a:xfrm>
            <a:custGeom>
              <a:avLst/>
              <a:gdLst/>
              <a:ahLst/>
              <a:cxnLst/>
              <a:rect l="l" t="t" r="r" b="b"/>
              <a:pathLst>
                <a:path w="2237" h="903" extrusionOk="0">
                  <a:moveTo>
                    <a:pt x="1130" y="834"/>
                  </a:moveTo>
                  <a:lnTo>
                    <a:pt x="1118" y="788"/>
                  </a:lnTo>
                  <a:lnTo>
                    <a:pt x="1061" y="766"/>
                  </a:lnTo>
                  <a:lnTo>
                    <a:pt x="1027" y="743"/>
                  </a:lnTo>
                  <a:lnTo>
                    <a:pt x="1039" y="777"/>
                  </a:lnTo>
                  <a:lnTo>
                    <a:pt x="1061" y="823"/>
                  </a:lnTo>
                  <a:lnTo>
                    <a:pt x="1073" y="845"/>
                  </a:lnTo>
                  <a:lnTo>
                    <a:pt x="1096" y="857"/>
                  </a:lnTo>
                  <a:close/>
                  <a:moveTo>
                    <a:pt x="1917" y="651"/>
                  </a:moveTo>
                  <a:lnTo>
                    <a:pt x="1894" y="629"/>
                  </a:lnTo>
                  <a:lnTo>
                    <a:pt x="1872" y="629"/>
                  </a:lnTo>
                  <a:lnTo>
                    <a:pt x="1849" y="663"/>
                  </a:lnTo>
                  <a:lnTo>
                    <a:pt x="1883" y="708"/>
                  </a:lnTo>
                  <a:lnTo>
                    <a:pt x="1940" y="720"/>
                  </a:lnTo>
                  <a:close/>
                  <a:moveTo>
                    <a:pt x="69" y="446"/>
                  </a:moveTo>
                  <a:lnTo>
                    <a:pt x="57" y="480"/>
                  </a:lnTo>
                  <a:lnTo>
                    <a:pt x="0" y="492"/>
                  </a:lnTo>
                  <a:lnTo>
                    <a:pt x="34" y="537"/>
                  </a:lnTo>
                  <a:lnTo>
                    <a:pt x="114" y="594"/>
                  </a:lnTo>
                  <a:lnTo>
                    <a:pt x="171" y="594"/>
                  </a:lnTo>
                  <a:lnTo>
                    <a:pt x="183" y="549"/>
                  </a:lnTo>
                  <a:lnTo>
                    <a:pt x="171" y="457"/>
                  </a:lnTo>
                  <a:lnTo>
                    <a:pt x="126" y="457"/>
                  </a:lnTo>
                  <a:close/>
                  <a:moveTo>
                    <a:pt x="468" y="161"/>
                  </a:moveTo>
                  <a:lnTo>
                    <a:pt x="342" y="115"/>
                  </a:lnTo>
                  <a:lnTo>
                    <a:pt x="285" y="81"/>
                  </a:lnTo>
                  <a:lnTo>
                    <a:pt x="240" y="81"/>
                  </a:lnTo>
                  <a:lnTo>
                    <a:pt x="297" y="138"/>
                  </a:lnTo>
                  <a:lnTo>
                    <a:pt x="320" y="161"/>
                  </a:lnTo>
                  <a:lnTo>
                    <a:pt x="331" y="195"/>
                  </a:lnTo>
                  <a:lnTo>
                    <a:pt x="411" y="229"/>
                  </a:lnTo>
                  <a:lnTo>
                    <a:pt x="502" y="275"/>
                  </a:lnTo>
                  <a:lnTo>
                    <a:pt x="559" y="320"/>
                  </a:lnTo>
                  <a:lnTo>
                    <a:pt x="548" y="332"/>
                  </a:lnTo>
                  <a:lnTo>
                    <a:pt x="434" y="377"/>
                  </a:lnTo>
                  <a:lnTo>
                    <a:pt x="388" y="377"/>
                  </a:lnTo>
                  <a:lnTo>
                    <a:pt x="354" y="389"/>
                  </a:lnTo>
                  <a:lnTo>
                    <a:pt x="411" y="423"/>
                  </a:lnTo>
                  <a:lnTo>
                    <a:pt x="502" y="400"/>
                  </a:lnTo>
                  <a:lnTo>
                    <a:pt x="525" y="389"/>
                  </a:lnTo>
                  <a:lnTo>
                    <a:pt x="559" y="389"/>
                  </a:lnTo>
                  <a:lnTo>
                    <a:pt x="605" y="400"/>
                  </a:lnTo>
                  <a:lnTo>
                    <a:pt x="605" y="435"/>
                  </a:lnTo>
                  <a:lnTo>
                    <a:pt x="582" y="457"/>
                  </a:lnTo>
                  <a:lnTo>
                    <a:pt x="559" y="492"/>
                  </a:lnTo>
                  <a:lnTo>
                    <a:pt x="502" y="537"/>
                  </a:lnTo>
                  <a:lnTo>
                    <a:pt x="411" y="594"/>
                  </a:lnTo>
                  <a:lnTo>
                    <a:pt x="297" y="594"/>
                  </a:lnTo>
                  <a:lnTo>
                    <a:pt x="205" y="686"/>
                  </a:lnTo>
                  <a:lnTo>
                    <a:pt x="331" y="766"/>
                  </a:lnTo>
                  <a:lnTo>
                    <a:pt x="434" y="800"/>
                  </a:lnTo>
                  <a:lnTo>
                    <a:pt x="559" y="800"/>
                  </a:lnTo>
                  <a:lnTo>
                    <a:pt x="559" y="788"/>
                  </a:lnTo>
                  <a:lnTo>
                    <a:pt x="582" y="777"/>
                  </a:lnTo>
                  <a:lnTo>
                    <a:pt x="628" y="777"/>
                  </a:lnTo>
                  <a:lnTo>
                    <a:pt x="639" y="766"/>
                  </a:lnTo>
                  <a:lnTo>
                    <a:pt x="673" y="708"/>
                  </a:lnTo>
                  <a:lnTo>
                    <a:pt x="673" y="617"/>
                  </a:lnTo>
                  <a:lnTo>
                    <a:pt x="696" y="617"/>
                  </a:lnTo>
                  <a:lnTo>
                    <a:pt x="742" y="629"/>
                  </a:lnTo>
                  <a:lnTo>
                    <a:pt x="845" y="617"/>
                  </a:lnTo>
                  <a:lnTo>
                    <a:pt x="890" y="606"/>
                  </a:lnTo>
                  <a:lnTo>
                    <a:pt x="970" y="480"/>
                  </a:lnTo>
                  <a:lnTo>
                    <a:pt x="1027" y="366"/>
                  </a:lnTo>
                  <a:lnTo>
                    <a:pt x="1061" y="309"/>
                  </a:lnTo>
                  <a:lnTo>
                    <a:pt x="1096" y="275"/>
                  </a:lnTo>
                  <a:lnTo>
                    <a:pt x="1118" y="252"/>
                  </a:lnTo>
                  <a:lnTo>
                    <a:pt x="1130" y="206"/>
                  </a:lnTo>
                  <a:lnTo>
                    <a:pt x="1176" y="172"/>
                  </a:lnTo>
                  <a:lnTo>
                    <a:pt x="1176" y="138"/>
                  </a:lnTo>
                  <a:lnTo>
                    <a:pt x="1118" y="104"/>
                  </a:lnTo>
                  <a:lnTo>
                    <a:pt x="1073" y="81"/>
                  </a:lnTo>
                  <a:lnTo>
                    <a:pt x="1027" y="115"/>
                  </a:lnTo>
                  <a:lnTo>
                    <a:pt x="1004" y="104"/>
                  </a:lnTo>
                  <a:lnTo>
                    <a:pt x="867" y="149"/>
                  </a:lnTo>
                  <a:lnTo>
                    <a:pt x="810" y="149"/>
                  </a:lnTo>
                  <a:lnTo>
                    <a:pt x="776" y="115"/>
                  </a:lnTo>
                  <a:lnTo>
                    <a:pt x="719" y="104"/>
                  </a:lnTo>
                  <a:lnTo>
                    <a:pt x="662" y="115"/>
                  </a:lnTo>
                  <a:lnTo>
                    <a:pt x="582" y="195"/>
                  </a:lnTo>
                  <a:close/>
                  <a:moveTo>
                    <a:pt x="571" y="104"/>
                  </a:moveTo>
                  <a:lnTo>
                    <a:pt x="582" y="58"/>
                  </a:lnTo>
                  <a:lnTo>
                    <a:pt x="571" y="35"/>
                  </a:lnTo>
                  <a:lnTo>
                    <a:pt x="502" y="1"/>
                  </a:lnTo>
                  <a:lnTo>
                    <a:pt x="434" y="1"/>
                  </a:lnTo>
                  <a:lnTo>
                    <a:pt x="457" y="81"/>
                  </a:lnTo>
                  <a:lnTo>
                    <a:pt x="491" y="104"/>
                  </a:lnTo>
                  <a:close/>
                  <a:moveTo>
                    <a:pt x="1415" y="1"/>
                  </a:moveTo>
                  <a:lnTo>
                    <a:pt x="1358" y="1"/>
                  </a:lnTo>
                  <a:lnTo>
                    <a:pt x="1415" y="81"/>
                  </a:lnTo>
                  <a:lnTo>
                    <a:pt x="1301" y="195"/>
                  </a:lnTo>
                  <a:lnTo>
                    <a:pt x="1324" y="275"/>
                  </a:lnTo>
                  <a:lnTo>
                    <a:pt x="1370" y="332"/>
                  </a:lnTo>
                  <a:lnTo>
                    <a:pt x="1381" y="366"/>
                  </a:lnTo>
                  <a:lnTo>
                    <a:pt x="1370" y="377"/>
                  </a:lnTo>
                  <a:lnTo>
                    <a:pt x="1312" y="389"/>
                  </a:lnTo>
                  <a:lnTo>
                    <a:pt x="1267" y="400"/>
                  </a:lnTo>
                  <a:lnTo>
                    <a:pt x="1244" y="446"/>
                  </a:lnTo>
                  <a:lnTo>
                    <a:pt x="1118" y="571"/>
                  </a:lnTo>
                  <a:lnTo>
                    <a:pt x="1141" y="606"/>
                  </a:lnTo>
                  <a:lnTo>
                    <a:pt x="1096" y="708"/>
                  </a:lnTo>
                  <a:lnTo>
                    <a:pt x="1130" y="743"/>
                  </a:lnTo>
                  <a:lnTo>
                    <a:pt x="1244" y="845"/>
                  </a:lnTo>
                  <a:lnTo>
                    <a:pt x="1358" y="902"/>
                  </a:lnTo>
                  <a:lnTo>
                    <a:pt x="1358" y="800"/>
                  </a:lnTo>
                  <a:lnTo>
                    <a:pt x="1415" y="788"/>
                  </a:lnTo>
                  <a:lnTo>
                    <a:pt x="1472" y="823"/>
                  </a:lnTo>
                  <a:lnTo>
                    <a:pt x="1529" y="788"/>
                  </a:lnTo>
                  <a:lnTo>
                    <a:pt x="1404" y="651"/>
                  </a:lnTo>
                  <a:lnTo>
                    <a:pt x="1438" y="651"/>
                  </a:lnTo>
                  <a:lnTo>
                    <a:pt x="1803" y="720"/>
                  </a:lnTo>
                  <a:lnTo>
                    <a:pt x="1780" y="663"/>
                  </a:lnTo>
                  <a:lnTo>
                    <a:pt x="1769" y="629"/>
                  </a:lnTo>
                  <a:lnTo>
                    <a:pt x="1723" y="571"/>
                  </a:lnTo>
                  <a:lnTo>
                    <a:pt x="1940" y="514"/>
                  </a:lnTo>
                  <a:lnTo>
                    <a:pt x="2009" y="480"/>
                  </a:lnTo>
                  <a:lnTo>
                    <a:pt x="2043" y="435"/>
                  </a:lnTo>
                  <a:lnTo>
                    <a:pt x="2123" y="423"/>
                  </a:lnTo>
                  <a:lnTo>
                    <a:pt x="2237" y="377"/>
                  </a:lnTo>
                  <a:lnTo>
                    <a:pt x="2225" y="366"/>
                  </a:lnTo>
                  <a:lnTo>
                    <a:pt x="2237" y="320"/>
                  </a:lnTo>
                  <a:lnTo>
                    <a:pt x="2180" y="286"/>
                  </a:lnTo>
                  <a:lnTo>
                    <a:pt x="2111" y="275"/>
                  </a:lnTo>
                  <a:lnTo>
                    <a:pt x="2123" y="229"/>
                  </a:lnTo>
                  <a:lnTo>
                    <a:pt x="2203" y="218"/>
                  </a:lnTo>
                  <a:lnTo>
                    <a:pt x="2088" y="115"/>
                  </a:lnTo>
                  <a:lnTo>
                    <a:pt x="2043" y="104"/>
                  </a:lnTo>
                  <a:lnTo>
                    <a:pt x="1894" y="115"/>
                  </a:lnTo>
                  <a:lnTo>
                    <a:pt x="1860" y="138"/>
                  </a:lnTo>
                  <a:lnTo>
                    <a:pt x="1860" y="161"/>
                  </a:lnTo>
                  <a:lnTo>
                    <a:pt x="1872" y="206"/>
                  </a:lnTo>
                  <a:lnTo>
                    <a:pt x="1917" y="252"/>
                  </a:lnTo>
                  <a:lnTo>
                    <a:pt x="1929" y="275"/>
                  </a:lnTo>
                  <a:lnTo>
                    <a:pt x="1894" y="263"/>
                  </a:lnTo>
                  <a:lnTo>
                    <a:pt x="1746" y="206"/>
                  </a:lnTo>
                  <a:lnTo>
                    <a:pt x="1712" y="195"/>
                  </a:lnTo>
                  <a:lnTo>
                    <a:pt x="1689" y="138"/>
                  </a:lnTo>
                  <a:lnTo>
                    <a:pt x="1712" y="115"/>
                  </a:lnTo>
                  <a:lnTo>
                    <a:pt x="1758" y="138"/>
                  </a:lnTo>
                  <a:lnTo>
                    <a:pt x="1769" y="92"/>
                  </a:lnTo>
                  <a:lnTo>
                    <a:pt x="1712" y="47"/>
                  </a:lnTo>
                  <a:lnTo>
                    <a:pt x="1655" y="35"/>
                  </a:lnTo>
                  <a:lnTo>
                    <a:pt x="1529" y="4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9079;p37">
              <a:extLst>
                <a:ext uri="{FF2B5EF4-FFF2-40B4-BE49-F238E27FC236}">
                  <a16:creationId xmlns:a16="http://schemas.microsoft.com/office/drawing/2014/main" xmlns="" id="{C78A3C56-49E2-4720-921D-B55E55022C7C}"/>
                </a:ext>
              </a:extLst>
            </p:cNvPr>
            <p:cNvSpPr/>
            <p:nvPr/>
          </p:nvSpPr>
          <p:spPr>
            <a:xfrm>
              <a:off x="3605000" y="1719250"/>
              <a:ext cx="16275" cy="19425"/>
            </a:xfrm>
            <a:custGeom>
              <a:avLst/>
              <a:gdLst/>
              <a:ahLst/>
              <a:cxnLst/>
              <a:rect l="l" t="t" r="r" b="b"/>
              <a:pathLst>
                <a:path w="651" h="777" extrusionOk="0">
                  <a:moveTo>
                    <a:pt x="423" y="754"/>
                  </a:moveTo>
                  <a:lnTo>
                    <a:pt x="423" y="720"/>
                  </a:lnTo>
                  <a:lnTo>
                    <a:pt x="400" y="674"/>
                  </a:lnTo>
                  <a:lnTo>
                    <a:pt x="400" y="640"/>
                  </a:lnTo>
                  <a:lnTo>
                    <a:pt x="388" y="640"/>
                  </a:lnTo>
                  <a:lnTo>
                    <a:pt x="320" y="628"/>
                  </a:lnTo>
                  <a:lnTo>
                    <a:pt x="308" y="605"/>
                  </a:lnTo>
                  <a:lnTo>
                    <a:pt x="286" y="605"/>
                  </a:lnTo>
                  <a:lnTo>
                    <a:pt x="286" y="628"/>
                  </a:lnTo>
                  <a:lnTo>
                    <a:pt x="308" y="685"/>
                  </a:lnTo>
                  <a:lnTo>
                    <a:pt x="377" y="742"/>
                  </a:lnTo>
                  <a:lnTo>
                    <a:pt x="411" y="777"/>
                  </a:lnTo>
                  <a:lnTo>
                    <a:pt x="434" y="777"/>
                  </a:lnTo>
                  <a:close/>
                  <a:moveTo>
                    <a:pt x="491" y="457"/>
                  </a:moveTo>
                  <a:lnTo>
                    <a:pt x="491" y="446"/>
                  </a:lnTo>
                  <a:lnTo>
                    <a:pt x="457" y="411"/>
                  </a:lnTo>
                  <a:lnTo>
                    <a:pt x="388" y="389"/>
                  </a:lnTo>
                  <a:lnTo>
                    <a:pt x="354" y="377"/>
                  </a:lnTo>
                  <a:lnTo>
                    <a:pt x="331" y="389"/>
                  </a:lnTo>
                  <a:lnTo>
                    <a:pt x="331" y="411"/>
                  </a:lnTo>
                  <a:lnTo>
                    <a:pt x="343" y="434"/>
                  </a:lnTo>
                  <a:lnTo>
                    <a:pt x="400" y="446"/>
                  </a:lnTo>
                  <a:lnTo>
                    <a:pt x="457" y="491"/>
                  </a:lnTo>
                  <a:lnTo>
                    <a:pt x="468" y="491"/>
                  </a:lnTo>
                  <a:close/>
                  <a:moveTo>
                    <a:pt x="149" y="183"/>
                  </a:moveTo>
                  <a:lnTo>
                    <a:pt x="114" y="172"/>
                  </a:lnTo>
                  <a:lnTo>
                    <a:pt x="46" y="183"/>
                  </a:lnTo>
                  <a:lnTo>
                    <a:pt x="0" y="183"/>
                  </a:lnTo>
                  <a:lnTo>
                    <a:pt x="23" y="229"/>
                  </a:lnTo>
                  <a:lnTo>
                    <a:pt x="103" y="263"/>
                  </a:lnTo>
                  <a:lnTo>
                    <a:pt x="149" y="263"/>
                  </a:lnTo>
                  <a:lnTo>
                    <a:pt x="194" y="263"/>
                  </a:lnTo>
                  <a:lnTo>
                    <a:pt x="217" y="240"/>
                  </a:lnTo>
                  <a:lnTo>
                    <a:pt x="206" y="217"/>
                  </a:lnTo>
                  <a:close/>
                  <a:moveTo>
                    <a:pt x="502" y="115"/>
                  </a:moveTo>
                  <a:lnTo>
                    <a:pt x="388" y="92"/>
                  </a:lnTo>
                  <a:lnTo>
                    <a:pt x="308" y="46"/>
                  </a:lnTo>
                  <a:lnTo>
                    <a:pt x="160" y="58"/>
                  </a:lnTo>
                  <a:lnTo>
                    <a:pt x="263" y="217"/>
                  </a:lnTo>
                  <a:lnTo>
                    <a:pt x="377" y="320"/>
                  </a:lnTo>
                  <a:lnTo>
                    <a:pt x="434" y="343"/>
                  </a:lnTo>
                  <a:lnTo>
                    <a:pt x="434" y="332"/>
                  </a:lnTo>
                  <a:lnTo>
                    <a:pt x="434" y="297"/>
                  </a:lnTo>
                  <a:lnTo>
                    <a:pt x="377" y="229"/>
                  </a:lnTo>
                  <a:lnTo>
                    <a:pt x="366" y="217"/>
                  </a:lnTo>
                  <a:lnTo>
                    <a:pt x="366" y="206"/>
                  </a:lnTo>
                  <a:lnTo>
                    <a:pt x="377" y="183"/>
                  </a:lnTo>
                  <a:lnTo>
                    <a:pt x="400" y="183"/>
                  </a:lnTo>
                  <a:lnTo>
                    <a:pt x="445" y="217"/>
                  </a:lnTo>
                  <a:lnTo>
                    <a:pt x="480" y="217"/>
                  </a:lnTo>
                  <a:close/>
                  <a:moveTo>
                    <a:pt x="651" y="92"/>
                  </a:moveTo>
                  <a:lnTo>
                    <a:pt x="605" y="58"/>
                  </a:lnTo>
                  <a:lnTo>
                    <a:pt x="548" y="1"/>
                  </a:lnTo>
                  <a:lnTo>
                    <a:pt x="548" y="69"/>
                  </a:lnTo>
                  <a:lnTo>
                    <a:pt x="548" y="115"/>
                  </a:lnTo>
                  <a:lnTo>
                    <a:pt x="548" y="126"/>
                  </a:lnTo>
                  <a:lnTo>
                    <a:pt x="560" y="126"/>
                  </a:lnTo>
                  <a:lnTo>
                    <a:pt x="605" y="14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9080;p37">
              <a:extLst>
                <a:ext uri="{FF2B5EF4-FFF2-40B4-BE49-F238E27FC236}">
                  <a16:creationId xmlns:a16="http://schemas.microsoft.com/office/drawing/2014/main" xmlns="" id="{6589709E-8DAA-40B6-AE91-BA7A8A0CEA5B}"/>
                </a:ext>
              </a:extLst>
            </p:cNvPr>
            <p:cNvSpPr/>
            <p:nvPr/>
          </p:nvSpPr>
          <p:spPr>
            <a:xfrm>
              <a:off x="2490875" y="2834500"/>
              <a:ext cx="4025" cy="5175"/>
            </a:xfrm>
            <a:custGeom>
              <a:avLst/>
              <a:gdLst/>
              <a:ahLst/>
              <a:cxnLst/>
              <a:rect l="l" t="t" r="r" b="b"/>
              <a:pathLst>
                <a:path w="161" h="207" extrusionOk="0">
                  <a:moveTo>
                    <a:pt x="58" y="195"/>
                  </a:moveTo>
                  <a:lnTo>
                    <a:pt x="138" y="172"/>
                  </a:lnTo>
                  <a:lnTo>
                    <a:pt x="160" y="12"/>
                  </a:lnTo>
                  <a:lnTo>
                    <a:pt x="115" y="1"/>
                  </a:lnTo>
                  <a:lnTo>
                    <a:pt x="81" y="46"/>
                  </a:lnTo>
                  <a:lnTo>
                    <a:pt x="35" y="115"/>
                  </a:lnTo>
                  <a:lnTo>
                    <a:pt x="35" y="172"/>
                  </a:lnTo>
                  <a:lnTo>
                    <a:pt x="1" y="20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9081;p37">
              <a:extLst>
                <a:ext uri="{FF2B5EF4-FFF2-40B4-BE49-F238E27FC236}">
                  <a16:creationId xmlns:a16="http://schemas.microsoft.com/office/drawing/2014/main" xmlns="" id="{7256203B-5B9B-41A1-A56B-A5DF9244A91B}"/>
                </a:ext>
              </a:extLst>
            </p:cNvPr>
            <p:cNvSpPr/>
            <p:nvPr/>
          </p:nvSpPr>
          <p:spPr>
            <a:xfrm>
              <a:off x="5953900" y="2600000"/>
              <a:ext cx="8875" cy="8850"/>
            </a:xfrm>
            <a:custGeom>
              <a:avLst/>
              <a:gdLst/>
              <a:ahLst/>
              <a:cxnLst/>
              <a:rect l="l" t="t" r="r" b="b"/>
              <a:pathLst>
                <a:path w="355" h="354" extrusionOk="0">
                  <a:moveTo>
                    <a:pt x="309" y="331"/>
                  </a:moveTo>
                  <a:lnTo>
                    <a:pt x="309" y="308"/>
                  </a:lnTo>
                  <a:lnTo>
                    <a:pt x="309" y="274"/>
                  </a:lnTo>
                  <a:lnTo>
                    <a:pt x="252" y="251"/>
                  </a:lnTo>
                  <a:lnTo>
                    <a:pt x="218" y="251"/>
                  </a:lnTo>
                  <a:lnTo>
                    <a:pt x="229" y="274"/>
                  </a:lnTo>
                  <a:lnTo>
                    <a:pt x="286" y="354"/>
                  </a:lnTo>
                  <a:close/>
                  <a:moveTo>
                    <a:pt x="126" y="331"/>
                  </a:moveTo>
                  <a:lnTo>
                    <a:pt x="115" y="262"/>
                  </a:lnTo>
                  <a:lnTo>
                    <a:pt x="138" y="217"/>
                  </a:lnTo>
                  <a:lnTo>
                    <a:pt x="12" y="262"/>
                  </a:lnTo>
                  <a:lnTo>
                    <a:pt x="1" y="308"/>
                  </a:lnTo>
                  <a:lnTo>
                    <a:pt x="1" y="320"/>
                  </a:lnTo>
                  <a:lnTo>
                    <a:pt x="24" y="331"/>
                  </a:lnTo>
                  <a:close/>
                  <a:moveTo>
                    <a:pt x="355" y="160"/>
                  </a:moveTo>
                  <a:lnTo>
                    <a:pt x="343" y="126"/>
                  </a:lnTo>
                  <a:lnTo>
                    <a:pt x="309" y="103"/>
                  </a:lnTo>
                  <a:lnTo>
                    <a:pt x="298" y="57"/>
                  </a:lnTo>
                  <a:lnTo>
                    <a:pt x="286" y="34"/>
                  </a:lnTo>
                  <a:lnTo>
                    <a:pt x="286" y="34"/>
                  </a:lnTo>
                  <a:lnTo>
                    <a:pt x="241" y="23"/>
                  </a:lnTo>
                  <a:lnTo>
                    <a:pt x="218" y="0"/>
                  </a:lnTo>
                  <a:lnTo>
                    <a:pt x="161" y="0"/>
                  </a:lnTo>
                  <a:lnTo>
                    <a:pt x="138" y="23"/>
                  </a:lnTo>
                  <a:lnTo>
                    <a:pt x="115" y="23"/>
                  </a:lnTo>
                  <a:lnTo>
                    <a:pt x="81" y="46"/>
                  </a:lnTo>
                  <a:lnTo>
                    <a:pt x="81" y="46"/>
                  </a:lnTo>
                  <a:lnTo>
                    <a:pt x="81" y="80"/>
                  </a:lnTo>
                  <a:lnTo>
                    <a:pt x="12" y="137"/>
                  </a:lnTo>
                  <a:lnTo>
                    <a:pt x="12" y="160"/>
                  </a:lnTo>
                  <a:lnTo>
                    <a:pt x="58" y="194"/>
                  </a:lnTo>
                  <a:lnTo>
                    <a:pt x="126" y="171"/>
                  </a:lnTo>
                  <a:lnTo>
                    <a:pt x="218" y="205"/>
                  </a:lnTo>
                  <a:lnTo>
                    <a:pt x="332" y="251"/>
                  </a:lnTo>
                  <a:lnTo>
                    <a:pt x="332" y="217"/>
                  </a:lnTo>
                  <a:lnTo>
                    <a:pt x="332" y="17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9082;p37">
              <a:extLst>
                <a:ext uri="{FF2B5EF4-FFF2-40B4-BE49-F238E27FC236}">
                  <a16:creationId xmlns:a16="http://schemas.microsoft.com/office/drawing/2014/main" xmlns="" id="{19D967E1-77FB-4CF4-AD7F-3D38558971DA}"/>
                </a:ext>
              </a:extLst>
            </p:cNvPr>
            <p:cNvSpPr/>
            <p:nvPr/>
          </p:nvSpPr>
          <p:spPr>
            <a:xfrm>
              <a:off x="2478900" y="2717250"/>
              <a:ext cx="5725" cy="7150"/>
            </a:xfrm>
            <a:custGeom>
              <a:avLst/>
              <a:gdLst/>
              <a:ahLst/>
              <a:cxnLst/>
              <a:rect l="l" t="t" r="r" b="b"/>
              <a:pathLst>
                <a:path w="229" h="286" extrusionOk="0">
                  <a:moveTo>
                    <a:pt x="229" y="251"/>
                  </a:moveTo>
                  <a:lnTo>
                    <a:pt x="229" y="206"/>
                  </a:lnTo>
                  <a:lnTo>
                    <a:pt x="194" y="183"/>
                  </a:lnTo>
                  <a:lnTo>
                    <a:pt x="160" y="183"/>
                  </a:lnTo>
                  <a:lnTo>
                    <a:pt x="160" y="251"/>
                  </a:lnTo>
                  <a:lnTo>
                    <a:pt x="183" y="286"/>
                  </a:lnTo>
                  <a:close/>
                  <a:moveTo>
                    <a:pt x="160" y="149"/>
                  </a:moveTo>
                  <a:lnTo>
                    <a:pt x="137" y="126"/>
                  </a:lnTo>
                  <a:lnTo>
                    <a:pt x="126" y="115"/>
                  </a:lnTo>
                  <a:lnTo>
                    <a:pt x="92" y="57"/>
                  </a:lnTo>
                  <a:lnTo>
                    <a:pt x="35" y="0"/>
                  </a:lnTo>
                  <a:lnTo>
                    <a:pt x="12" y="12"/>
                  </a:lnTo>
                  <a:lnTo>
                    <a:pt x="0" y="35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5" y="92"/>
                  </a:lnTo>
                  <a:lnTo>
                    <a:pt x="92" y="115"/>
                  </a:lnTo>
                  <a:lnTo>
                    <a:pt x="126" y="17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9083;p37">
              <a:extLst>
                <a:ext uri="{FF2B5EF4-FFF2-40B4-BE49-F238E27FC236}">
                  <a16:creationId xmlns:a16="http://schemas.microsoft.com/office/drawing/2014/main" xmlns="" id="{526F25AF-CB93-4CD5-83B8-194B88022513}"/>
                </a:ext>
              </a:extLst>
            </p:cNvPr>
            <p:cNvSpPr/>
            <p:nvPr/>
          </p:nvSpPr>
          <p:spPr>
            <a:xfrm>
              <a:off x="2507725" y="2792275"/>
              <a:ext cx="4000" cy="8600"/>
            </a:xfrm>
            <a:custGeom>
              <a:avLst/>
              <a:gdLst/>
              <a:ahLst/>
              <a:cxnLst/>
              <a:rect l="l" t="t" r="r" b="b"/>
              <a:pathLst>
                <a:path w="160" h="344" extrusionOk="0">
                  <a:moveTo>
                    <a:pt x="148" y="252"/>
                  </a:moveTo>
                  <a:lnTo>
                    <a:pt x="160" y="81"/>
                  </a:lnTo>
                  <a:lnTo>
                    <a:pt x="148" y="1"/>
                  </a:lnTo>
                  <a:lnTo>
                    <a:pt x="114" y="24"/>
                  </a:lnTo>
                  <a:lnTo>
                    <a:pt x="69" y="81"/>
                  </a:lnTo>
                  <a:lnTo>
                    <a:pt x="11" y="161"/>
                  </a:lnTo>
                  <a:lnTo>
                    <a:pt x="0" y="206"/>
                  </a:lnTo>
                  <a:lnTo>
                    <a:pt x="0" y="286"/>
                  </a:lnTo>
                  <a:lnTo>
                    <a:pt x="91" y="34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9084;p37">
              <a:extLst>
                <a:ext uri="{FF2B5EF4-FFF2-40B4-BE49-F238E27FC236}">
                  <a16:creationId xmlns:a16="http://schemas.microsoft.com/office/drawing/2014/main" xmlns="" id="{F3633F40-3825-480A-BDD0-E6E322F171AC}"/>
                </a:ext>
              </a:extLst>
            </p:cNvPr>
            <p:cNvSpPr/>
            <p:nvPr/>
          </p:nvSpPr>
          <p:spPr>
            <a:xfrm>
              <a:off x="3889450" y="2042500"/>
              <a:ext cx="2300" cy="4875"/>
            </a:xfrm>
            <a:custGeom>
              <a:avLst/>
              <a:gdLst/>
              <a:ahLst/>
              <a:cxnLst/>
              <a:rect l="l" t="t" r="r" b="b"/>
              <a:pathLst>
                <a:path w="92" h="195" extrusionOk="0">
                  <a:moveTo>
                    <a:pt x="80" y="195"/>
                  </a:moveTo>
                  <a:lnTo>
                    <a:pt x="80" y="172"/>
                  </a:lnTo>
                  <a:lnTo>
                    <a:pt x="92" y="138"/>
                  </a:lnTo>
                  <a:lnTo>
                    <a:pt x="80" y="126"/>
                  </a:lnTo>
                  <a:lnTo>
                    <a:pt x="69" y="92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35" y="35"/>
                  </a:lnTo>
                  <a:lnTo>
                    <a:pt x="35" y="12"/>
                  </a:lnTo>
                  <a:lnTo>
                    <a:pt x="23" y="1"/>
                  </a:lnTo>
                  <a:lnTo>
                    <a:pt x="0" y="81"/>
                  </a:lnTo>
                  <a:lnTo>
                    <a:pt x="0" y="149"/>
                  </a:lnTo>
                  <a:lnTo>
                    <a:pt x="12" y="183"/>
                  </a:lnTo>
                  <a:lnTo>
                    <a:pt x="23" y="18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9085;p37">
              <a:extLst>
                <a:ext uri="{FF2B5EF4-FFF2-40B4-BE49-F238E27FC236}">
                  <a16:creationId xmlns:a16="http://schemas.microsoft.com/office/drawing/2014/main" xmlns="" id="{0D4B1E23-2C90-45E4-9CFF-80EE28B56EF9}"/>
                </a:ext>
              </a:extLst>
            </p:cNvPr>
            <p:cNvSpPr/>
            <p:nvPr/>
          </p:nvSpPr>
          <p:spPr>
            <a:xfrm>
              <a:off x="5191300" y="3015675"/>
              <a:ext cx="2300" cy="23125"/>
            </a:xfrm>
            <a:custGeom>
              <a:avLst/>
              <a:gdLst/>
              <a:ahLst/>
              <a:cxnLst/>
              <a:rect l="l" t="t" r="r" b="b"/>
              <a:pathLst>
                <a:path w="92" h="925" extrusionOk="0">
                  <a:moveTo>
                    <a:pt x="34" y="925"/>
                  </a:moveTo>
                  <a:lnTo>
                    <a:pt x="46" y="914"/>
                  </a:lnTo>
                  <a:lnTo>
                    <a:pt x="46" y="879"/>
                  </a:lnTo>
                  <a:lnTo>
                    <a:pt x="34" y="868"/>
                  </a:lnTo>
                  <a:lnTo>
                    <a:pt x="23" y="868"/>
                  </a:lnTo>
                  <a:lnTo>
                    <a:pt x="0" y="902"/>
                  </a:lnTo>
                  <a:lnTo>
                    <a:pt x="0" y="914"/>
                  </a:lnTo>
                  <a:lnTo>
                    <a:pt x="0" y="925"/>
                  </a:lnTo>
                  <a:close/>
                  <a:moveTo>
                    <a:pt x="80" y="80"/>
                  </a:moveTo>
                  <a:lnTo>
                    <a:pt x="91" y="5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91" y="12"/>
                  </a:lnTo>
                  <a:lnTo>
                    <a:pt x="91" y="1"/>
                  </a:lnTo>
                  <a:lnTo>
                    <a:pt x="80" y="12"/>
                  </a:lnTo>
                  <a:lnTo>
                    <a:pt x="57" y="46"/>
                  </a:lnTo>
                  <a:lnTo>
                    <a:pt x="57" y="58"/>
                  </a:lnTo>
                  <a:lnTo>
                    <a:pt x="46" y="69"/>
                  </a:lnTo>
                  <a:lnTo>
                    <a:pt x="46" y="80"/>
                  </a:lnTo>
                  <a:lnTo>
                    <a:pt x="57" y="8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9086;p37">
              <a:extLst>
                <a:ext uri="{FF2B5EF4-FFF2-40B4-BE49-F238E27FC236}">
                  <a16:creationId xmlns:a16="http://schemas.microsoft.com/office/drawing/2014/main" xmlns="" id="{4785E784-F5B4-4800-A8CF-EFB77DCE9198}"/>
                </a:ext>
              </a:extLst>
            </p:cNvPr>
            <p:cNvSpPr/>
            <p:nvPr/>
          </p:nvSpPr>
          <p:spPr>
            <a:xfrm>
              <a:off x="3988150" y="2293000"/>
              <a:ext cx="7450" cy="6300"/>
            </a:xfrm>
            <a:custGeom>
              <a:avLst/>
              <a:gdLst/>
              <a:ahLst/>
              <a:cxnLst/>
              <a:rect l="l" t="t" r="r" b="b"/>
              <a:pathLst>
                <a:path w="298" h="252" extrusionOk="0">
                  <a:moveTo>
                    <a:pt x="298" y="217"/>
                  </a:moveTo>
                  <a:lnTo>
                    <a:pt x="263" y="195"/>
                  </a:lnTo>
                  <a:lnTo>
                    <a:pt x="195" y="115"/>
                  </a:lnTo>
                  <a:lnTo>
                    <a:pt x="126" y="103"/>
                  </a:lnTo>
                  <a:lnTo>
                    <a:pt x="138" y="195"/>
                  </a:lnTo>
                  <a:lnTo>
                    <a:pt x="195" y="252"/>
                  </a:lnTo>
                  <a:lnTo>
                    <a:pt x="263" y="252"/>
                  </a:lnTo>
                  <a:close/>
                  <a:moveTo>
                    <a:pt x="92" y="46"/>
                  </a:moveTo>
                  <a:lnTo>
                    <a:pt x="92" y="46"/>
                  </a:lnTo>
                  <a:lnTo>
                    <a:pt x="92" y="23"/>
                  </a:lnTo>
                  <a:lnTo>
                    <a:pt x="58" y="1"/>
                  </a:lnTo>
                  <a:lnTo>
                    <a:pt x="1" y="23"/>
                  </a:lnTo>
                  <a:lnTo>
                    <a:pt x="12" y="35"/>
                  </a:lnTo>
                  <a:lnTo>
                    <a:pt x="58" y="5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9087;p37">
              <a:extLst>
                <a:ext uri="{FF2B5EF4-FFF2-40B4-BE49-F238E27FC236}">
                  <a16:creationId xmlns:a16="http://schemas.microsoft.com/office/drawing/2014/main" xmlns="" id="{06BB8B0A-EC5E-4325-8C34-DA21A8E4D196}"/>
                </a:ext>
              </a:extLst>
            </p:cNvPr>
            <p:cNvSpPr/>
            <p:nvPr/>
          </p:nvSpPr>
          <p:spPr>
            <a:xfrm>
              <a:off x="2489750" y="2730650"/>
              <a:ext cx="1450" cy="2875"/>
            </a:xfrm>
            <a:custGeom>
              <a:avLst/>
              <a:gdLst/>
              <a:ahLst/>
              <a:cxnLst/>
              <a:rect l="l" t="t" r="r" b="b"/>
              <a:pathLst>
                <a:path w="58" h="115" extrusionOk="0">
                  <a:moveTo>
                    <a:pt x="57" y="69"/>
                  </a:moveTo>
                  <a:lnTo>
                    <a:pt x="46" y="1"/>
                  </a:lnTo>
                  <a:lnTo>
                    <a:pt x="34" y="1"/>
                  </a:lnTo>
                  <a:lnTo>
                    <a:pt x="0" y="58"/>
                  </a:lnTo>
                  <a:lnTo>
                    <a:pt x="0" y="104"/>
                  </a:lnTo>
                  <a:lnTo>
                    <a:pt x="46" y="1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9088;p37">
              <a:extLst>
                <a:ext uri="{FF2B5EF4-FFF2-40B4-BE49-F238E27FC236}">
                  <a16:creationId xmlns:a16="http://schemas.microsoft.com/office/drawing/2014/main" xmlns="" id="{0345051F-B1AB-4062-9117-444AF4F5102E}"/>
                </a:ext>
              </a:extLst>
            </p:cNvPr>
            <p:cNvSpPr/>
            <p:nvPr/>
          </p:nvSpPr>
          <p:spPr>
            <a:xfrm>
              <a:off x="4848925" y="3565450"/>
              <a:ext cx="9725" cy="12300"/>
            </a:xfrm>
            <a:custGeom>
              <a:avLst/>
              <a:gdLst/>
              <a:ahLst/>
              <a:cxnLst/>
              <a:rect l="l" t="t" r="r" b="b"/>
              <a:pathLst>
                <a:path w="389" h="492" extrusionOk="0">
                  <a:moveTo>
                    <a:pt x="263" y="457"/>
                  </a:moveTo>
                  <a:lnTo>
                    <a:pt x="309" y="423"/>
                  </a:lnTo>
                  <a:lnTo>
                    <a:pt x="331" y="366"/>
                  </a:lnTo>
                  <a:lnTo>
                    <a:pt x="377" y="320"/>
                  </a:lnTo>
                  <a:lnTo>
                    <a:pt x="389" y="218"/>
                  </a:lnTo>
                  <a:lnTo>
                    <a:pt x="354" y="104"/>
                  </a:lnTo>
                  <a:lnTo>
                    <a:pt x="297" y="1"/>
                  </a:lnTo>
                  <a:lnTo>
                    <a:pt x="229" y="24"/>
                  </a:lnTo>
                  <a:lnTo>
                    <a:pt x="183" y="81"/>
                  </a:lnTo>
                  <a:lnTo>
                    <a:pt x="160" y="149"/>
                  </a:lnTo>
                  <a:lnTo>
                    <a:pt x="92" y="195"/>
                  </a:lnTo>
                  <a:lnTo>
                    <a:pt x="69" y="229"/>
                  </a:lnTo>
                  <a:lnTo>
                    <a:pt x="46" y="332"/>
                  </a:lnTo>
                  <a:lnTo>
                    <a:pt x="35" y="389"/>
                  </a:lnTo>
                  <a:lnTo>
                    <a:pt x="1" y="400"/>
                  </a:lnTo>
                  <a:lnTo>
                    <a:pt x="1" y="434"/>
                  </a:lnTo>
                  <a:lnTo>
                    <a:pt x="46" y="480"/>
                  </a:lnTo>
                  <a:lnTo>
                    <a:pt x="160" y="492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9089;p37">
              <a:extLst>
                <a:ext uri="{FF2B5EF4-FFF2-40B4-BE49-F238E27FC236}">
                  <a16:creationId xmlns:a16="http://schemas.microsoft.com/office/drawing/2014/main" xmlns="" id="{A5D60ED4-6173-486F-9F3A-9A4F26328E04}"/>
                </a:ext>
              </a:extLst>
            </p:cNvPr>
            <p:cNvSpPr/>
            <p:nvPr/>
          </p:nvSpPr>
          <p:spPr>
            <a:xfrm>
              <a:off x="6873450" y="3546050"/>
              <a:ext cx="149525" cy="80200"/>
            </a:xfrm>
            <a:custGeom>
              <a:avLst/>
              <a:gdLst/>
              <a:ahLst/>
              <a:cxnLst/>
              <a:rect l="l" t="t" r="r" b="b"/>
              <a:pathLst>
                <a:path w="5981" h="3208" extrusionOk="0">
                  <a:moveTo>
                    <a:pt x="5239" y="3173"/>
                  </a:moveTo>
                  <a:lnTo>
                    <a:pt x="5239" y="3139"/>
                  </a:lnTo>
                  <a:lnTo>
                    <a:pt x="5182" y="3105"/>
                  </a:lnTo>
                  <a:lnTo>
                    <a:pt x="5159" y="3173"/>
                  </a:lnTo>
                  <a:lnTo>
                    <a:pt x="5159" y="3196"/>
                  </a:lnTo>
                  <a:lnTo>
                    <a:pt x="5182" y="3208"/>
                  </a:lnTo>
                  <a:lnTo>
                    <a:pt x="5216" y="3208"/>
                  </a:lnTo>
                  <a:close/>
                  <a:moveTo>
                    <a:pt x="5901" y="2089"/>
                  </a:moveTo>
                  <a:lnTo>
                    <a:pt x="5889" y="2078"/>
                  </a:lnTo>
                  <a:lnTo>
                    <a:pt x="5889" y="2032"/>
                  </a:lnTo>
                  <a:lnTo>
                    <a:pt x="5901" y="2009"/>
                  </a:lnTo>
                  <a:lnTo>
                    <a:pt x="5844" y="2032"/>
                  </a:lnTo>
                  <a:lnTo>
                    <a:pt x="5752" y="2066"/>
                  </a:lnTo>
                  <a:lnTo>
                    <a:pt x="5764" y="2181"/>
                  </a:lnTo>
                  <a:lnTo>
                    <a:pt x="5752" y="2238"/>
                  </a:lnTo>
                  <a:lnTo>
                    <a:pt x="5798" y="2249"/>
                  </a:lnTo>
                  <a:lnTo>
                    <a:pt x="5809" y="2295"/>
                  </a:lnTo>
                  <a:lnTo>
                    <a:pt x="5844" y="2295"/>
                  </a:lnTo>
                  <a:lnTo>
                    <a:pt x="5935" y="2260"/>
                  </a:lnTo>
                  <a:lnTo>
                    <a:pt x="5980" y="2101"/>
                  </a:lnTo>
                  <a:lnTo>
                    <a:pt x="5923" y="2101"/>
                  </a:lnTo>
                  <a:close/>
                  <a:moveTo>
                    <a:pt x="5467" y="1850"/>
                  </a:moveTo>
                  <a:lnTo>
                    <a:pt x="5513" y="1781"/>
                  </a:lnTo>
                  <a:lnTo>
                    <a:pt x="5524" y="1747"/>
                  </a:lnTo>
                  <a:lnTo>
                    <a:pt x="5501" y="1644"/>
                  </a:lnTo>
                  <a:lnTo>
                    <a:pt x="5456" y="1610"/>
                  </a:lnTo>
                  <a:lnTo>
                    <a:pt x="5501" y="1462"/>
                  </a:lnTo>
                  <a:lnTo>
                    <a:pt x="5478" y="1439"/>
                  </a:lnTo>
                  <a:lnTo>
                    <a:pt x="5421" y="1404"/>
                  </a:lnTo>
                  <a:lnTo>
                    <a:pt x="5296" y="1450"/>
                  </a:lnTo>
                  <a:lnTo>
                    <a:pt x="5284" y="1473"/>
                  </a:lnTo>
                  <a:lnTo>
                    <a:pt x="5353" y="1496"/>
                  </a:lnTo>
                  <a:lnTo>
                    <a:pt x="5387" y="1519"/>
                  </a:lnTo>
                  <a:lnTo>
                    <a:pt x="5307" y="1621"/>
                  </a:lnTo>
                  <a:lnTo>
                    <a:pt x="5239" y="1633"/>
                  </a:lnTo>
                  <a:lnTo>
                    <a:pt x="5250" y="1713"/>
                  </a:lnTo>
                  <a:lnTo>
                    <a:pt x="5284" y="1770"/>
                  </a:lnTo>
                  <a:lnTo>
                    <a:pt x="5387" y="1792"/>
                  </a:lnTo>
                  <a:lnTo>
                    <a:pt x="5421" y="1850"/>
                  </a:lnTo>
                  <a:close/>
                  <a:moveTo>
                    <a:pt x="4908" y="1439"/>
                  </a:moveTo>
                  <a:lnTo>
                    <a:pt x="4953" y="1393"/>
                  </a:lnTo>
                  <a:lnTo>
                    <a:pt x="4999" y="1336"/>
                  </a:lnTo>
                  <a:lnTo>
                    <a:pt x="4988" y="1325"/>
                  </a:lnTo>
                  <a:lnTo>
                    <a:pt x="4988" y="1279"/>
                  </a:lnTo>
                  <a:lnTo>
                    <a:pt x="5010" y="1222"/>
                  </a:lnTo>
                  <a:lnTo>
                    <a:pt x="5056" y="1210"/>
                  </a:lnTo>
                  <a:lnTo>
                    <a:pt x="5022" y="1176"/>
                  </a:lnTo>
                  <a:lnTo>
                    <a:pt x="4999" y="1165"/>
                  </a:lnTo>
                  <a:lnTo>
                    <a:pt x="4999" y="1210"/>
                  </a:lnTo>
                  <a:lnTo>
                    <a:pt x="4953" y="1313"/>
                  </a:lnTo>
                  <a:lnTo>
                    <a:pt x="4942" y="1347"/>
                  </a:lnTo>
                  <a:lnTo>
                    <a:pt x="4873" y="1439"/>
                  </a:lnTo>
                  <a:close/>
                  <a:moveTo>
                    <a:pt x="3162" y="1028"/>
                  </a:moveTo>
                  <a:lnTo>
                    <a:pt x="3070" y="925"/>
                  </a:lnTo>
                  <a:lnTo>
                    <a:pt x="3059" y="948"/>
                  </a:lnTo>
                  <a:lnTo>
                    <a:pt x="3048" y="1005"/>
                  </a:lnTo>
                  <a:lnTo>
                    <a:pt x="3048" y="1051"/>
                  </a:lnTo>
                  <a:lnTo>
                    <a:pt x="3093" y="1085"/>
                  </a:lnTo>
                  <a:lnTo>
                    <a:pt x="3105" y="1108"/>
                  </a:lnTo>
                  <a:lnTo>
                    <a:pt x="3093" y="1176"/>
                  </a:lnTo>
                  <a:lnTo>
                    <a:pt x="3093" y="1233"/>
                  </a:lnTo>
                  <a:lnTo>
                    <a:pt x="3173" y="1370"/>
                  </a:lnTo>
                  <a:lnTo>
                    <a:pt x="3184" y="1462"/>
                  </a:lnTo>
                  <a:lnTo>
                    <a:pt x="3230" y="1553"/>
                  </a:lnTo>
                  <a:lnTo>
                    <a:pt x="3299" y="1621"/>
                  </a:lnTo>
                  <a:lnTo>
                    <a:pt x="3356" y="1690"/>
                  </a:lnTo>
                  <a:lnTo>
                    <a:pt x="3470" y="1895"/>
                  </a:lnTo>
                  <a:lnTo>
                    <a:pt x="3504" y="1964"/>
                  </a:lnTo>
                  <a:lnTo>
                    <a:pt x="3561" y="2009"/>
                  </a:lnTo>
                  <a:lnTo>
                    <a:pt x="3698" y="2181"/>
                  </a:lnTo>
                  <a:lnTo>
                    <a:pt x="3755" y="2238"/>
                  </a:lnTo>
                  <a:lnTo>
                    <a:pt x="3812" y="2260"/>
                  </a:lnTo>
                  <a:lnTo>
                    <a:pt x="3949" y="2363"/>
                  </a:lnTo>
                  <a:lnTo>
                    <a:pt x="4029" y="2409"/>
                  </a:lnTo>
                  <a:lnTo>
                    <a:pt x="4075" y="2477"/>
                  </a:lnTo>
                  <a:lnTo>
                    <a:pt x="4155" y="2523"/>
                  </a:lnTo>
                  <a:lnTo>
                    <a:pt x="4269" y="2580"/>
                  </a:lnTo>
                  <a:lnTo>
                    <a:pt x="4291" y="2603"/>
                  </a:lnTo>
                  <a:lnTo>
                    <a:pt x="4291" y="2648"/>
                  </a:lnTo>
                  <a:lnTo>
                    <a:pt x="4303" y="2694"/>
                  </a:lnTo>
                  <a:lnTo>
                    <a:pt x="4371" y="2751"/>
                  </a:lnTo>
                  <a:lnTo>
                    <a:pt x="4451" y="2785"/>
                  </a:lnTo>
                  <a:lnTo>
                    <a:pt x="4474" y="2820"/>
                  </a:lnTo>
                  <a:lnTo>
                    <a:pt x="4485" y="2854"/>
                  </a:lnTo>
                  <a:lnTo>
                    <a:pt x="4531" y="2831"/>
                  </a:lnTo>
                  <a:lnTo>
                    <a:pt x="4565" y="2854"/>
                  </a:lnTo>
                  <a:lnTo>
                    <a:pt x="4702" y="2945"/>
                  </a:lnTo>
                  <a:lnTo>
                    <a:pt x="4759" y="2934"/>
                  </a:lnTo>
                  <a:lnTo>
                    <a:pt x="4794" y="2934"/>
                  </a:lnTo>
                  <a:lnTo>
                    <a:pt x="4873" y="2911"/>
                  </a:lnTo>
                  <a:lnTo>
                    <a:pt x="4908" y="2854"/>
                  </a:lnTo>
                  <a:lnTo>
                    <a:pt x="4896" y="2694"/>
                  </a:lnTo>
                  <a:lnTo>
                    <a:pt x="4828" y="2626"/>
                  </a:lnTo>
                  <a:lnTo>
                    <a:pt x="4725" y="2569"/>
                  </a:lnTo>
                  <a:lnTo>
                    <a:pt x="4668" y="2489"/>
                  </a:lnTo>
                  <a:lnTo>
                    <a:pt x="4611" y="2420"/>
                  </a:lnTo>
                  <a:lnTo>
                    <a:pt x="4497" y="2283"/>
                  </a:lnTo>
                  <a:lnTo>
                    <a:pt x="4337" y="2135"/>
                  </a:lnTo>
                  <a:lnTo>
                    <a:pt x="4269" y="2101"/>
                  </a:lnTo>
                  <a:lnTo>
                    <a:pt x="4223" y="2055"/>
                  </a:lnTo>
                  <a:lnTo>
                    <a:pt x="4189" y="2032"/>
                  </a:lnTo>
                  <a:lnTo>
                    <a:pt x="4155" y="1998"/>
                  </a:lnTo>
                  <a:lnTo>
                    <a:pt x="4086" y="1952"/>
                  </a:lnTo>
                  <a:lnTo>
                    <a:pt x="4040" y="1861"/>
                  </a:lnTo>
                  <a:lnTo>
                    <a:pt x="3961" y="1781"/>
                  </a:lnTo>
                  <a:lnTo>
                    <a:pt x="3938" y="1735"/>
                  </a:lnTo>
                  <a:lnTo>
                    <a:pt x="3961" y="1690"/>
                  </a:lnTo>
                  <a:lnTo>
                    <a:pt x="3938" y="1656"/>
                  </a:lnTo>
                  <a:lnTo>
                    <a:pt x="3881" y="1610"/>
                  </a:lnTo>
                  <a:lnTo>
                    <a:pt x="3858" y="1541"/>
                  </a:lnTo>
                  <a:lnTo>
                    <a:pt x="3824" y="1496"/>
                  </a:lnTo>
                  <a:lnTo>
                    <a:pt x="3767" y="1462"/>
                  </a:lnTo>
                  <a:lnTo>
                    <a:pt x="3675" y="1404"/>
                  </a:lnTo>
                  <a:lnTo>
                    <a:pt x="3447" y="1142"/>
                  </a:lnTo>
                  <a:lnTo>
                    <a:pt x="3344" y="1051"/>
                  </a:lnTo>
                  <a:lnTo>
                    <a:pt x="3242" y="1085"/>
                  </a:lnTo>
                  <a:close/>
                  <a:moveTo>
                    <a:pt x="23" y="172"/>
                  </a:moveTo>
                  <a:lnTo>
                    <a:pt x="46" y="115"/>
                  </a:lnTo>
                  <a:lnTo>
                    <a:pt x="58" y="1"/>
                  </a:lnTo>
                  <a:lnTo>
                    <a:pt x="35" y="58"/>
                  </a:lnTo>
                  <a:lnTo>
                    <a:pt x="0" y="19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9090;p37">
              <a:extLst>
                <a:ext uri="{FF2B5EF4-FFF2-40B4-BE49-F238E27FC236}">
                  <a16:creationId xmlns:a16="http://schemas.microsoft.com/office/drawing/2014/main" xmlns="" id="{69CB4C74-7A9D-4C75-97EE-2000190B3E4D}"/>
                </a:ext>
              </a:extLst>
            </p:cNvPr>
            <p:cNvSpPr/>
            <p:nvPr/>
          </p:nvSpPr>
          <p:spPr>
            <a:xfrm>
              <a:off x="7066600" y="3123225"/>
              <a:ext cx="1175" cy="1450"/>
            </a:xfrm>
            <a:custGeom>
              <a:avLst/>
              <a:gdLst/>
              <a:ahLst/>
              <a:cxnLst/>
              <a:rect l="l" t="t" r="r" b="b"/>
              <a:pathLst>
                <a:path w="47" h="58" extrusionOk="0">
                  <a:moveTo>
                    <a:pt x="46" y="35"/>
                  </a:moveTo>
                  <a:lnTo>
                    <a:pt x="46" y="1"/>
                  </a:lnTo>
                  <a:lnTo>
                    <a:pt x="23" y="1"/>
                  </a:lnTo>
                  <a:lnTo>
                    <a:pt x="12" y="1"/>
                  </a:lnTo>
                  <a:lnTo>
                    <a:pt x="1" y="35"/>
                  </a:lnTo>
                  <a:lnTo>
                    <a:pt x="12" y="47"/>
                  </a:lnTo>
                  <a:lnTo>
                    <a:pt x="23" y="5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9091;p37">
              <a:extLst>
                <a:ext uri="{FF2B5EF4-FFF2-40B4-BE49-F238E27FC236}">
                  <a16:creationId xmlns:a16="http://schemas.microsoft.com/office/drawing/2014/main" xmlns="" id="{4A707809-2C0C-4E61-9419-0FC9EE0BB50E}"/>
                </a:ext>
              </a:extLst>
            </p:cNvPr>
            <p:cNvSpPr/>
            <p:nvPr/>
          </p:nvSpPr>
          <p:spPr>
            <a:xfrm>
              <a:off x="1214425" y="3663900"/>
              <a:ext cx="1750" cy="2300"/>
            </a:xfrm>
            <a:custGeom>
              <a:avLst/>
              <a:gdLst/>
              <a:ahLst/>
              <a:cxnLst/>
              <a:rect l="l" t="t" r="r" b="b"/>
              <a:pathLst>
                <a:path w="70" h="92" extrusionOk="0">
                  <a:moveTo>
                    <a:pt x="69" y="80"/>
                  </a:moveTo>
                  <a:lnTo>
                    <a:pt x="69" y="46"/>
                  </a:lnTo>
                  <a:lnTo>
                    <a:pt x="46" y="11"/>
                  </a:lnTo>
                  <a:lnTo>
                    <a:pt x="23" y="0"/>
                  </a:lnTo>
                  <a:lnTo>
                    <a:pt x="1" y="11"/>
                  </a:lnTo>
                  <a:lnTo>
                    <a:pt x="23" y="46"/>
                  </a:lnTo>
                  <a:lnTo>
                    <a:pt x="46" y="80"/>
                  </a:lnTo>
                  <a:lnTo>
                    <a:pt x="69" y="9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9092;p37">
              <a:extLst>
                <a:ext uri="{FF2B5EF4-FFF2-40B4-BE49-F238E27FC236}">
                  <a16:creationId xmlns:a16="http://schemas.microsoft.com/office/drawing/2014/main" xmlns="" id="{6B3FE2BD-610C-4A23-9BCE-CFB09971E49E}"/>
                </a:ext>
              </a:extLst>
            </p:cNvPr>
            <p:cNvSpPr/>
            <p:nvPr/>
          </p:nvSpPr>
          <p:spPr>
            <a:xfrm>
              <a:off x="2379600" y="2691850"/>
              <a:ext cx="52250" cy="13150"/>
            </a:xfrm>
            <a:custGeom>
              <a:avLst/>
              <a:gdLst/>
              <a:ahLst/>
              <a:cxnLst/>
              <a:rect l="l" t="t" r="r" b="b"/>
              <a:pathLst>
                <a:path w="2090" h="526" extrusionOk="0">
                  <a:moveTo>
                    <a:pt x="47" y="423"/>
                  </a:moveTo>
                  <a:lnTo>
                    <a:pt x="47" y="412"/>
                  </a:lnTo>
                  <a:lnTo>
                    <a:pt x="47" y="412"/>
                  </a:lnTo>
                  <a:lnTo>
                    <a:pt x="58" y="412"/>
                  </a:lnTo>
                  <a:lnTo>
                    <a:pt x="58" y="400"/>
                  </a:lnTo>
                  <a:lnTo>
                    <a:pt x="81" y="377"/>
                  </a:lnTo>
                  <a:lnTo>
                    <a:pt x="81" y="377"/>
                  </a:lnTo>
                  <a:lnTo>
                    <a:pt x="81" y="366"/>
                  </a:lnTo>
                  <a:lnTo>
                    <a:pt x="58" y="366"/>
                  </a:lnTo>
                  <a:lnTo>
                    <a:pt x="58" y="366"/>
                  </a:lnTo>
                  <a:lnTo>
                    <a:pt x="24" y="366"/>
                  </a:lnTo>
                  <a:lnTo>
                    <a:pt x="1" y="366"/>
                  </a:lnTo>
                  <a:lnTo>
                    <a:pt x="1" y="377"/>
                  </a:lnTo>
                  <a:lnTo>
                    <a:pt x="1" y="400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23"/>
                  </a:lnTo>
                  <a:lnTo>
                    <a:pt x="47" y="423"/>
                  </a:lnTo>
                  <a:close/>
                  <a:moveTo>
                    <a:pt x="1987" y="389"/>
                  </a:moveTo>
                  <a:lnTo>
                    <a:pt x="2089" y="355"/>
                  </a:lnTo>
                  <a:lnTo>
                    <a:pt x="2089" y="343"/>
                  </a:lnTo>
                  <a:lnTo>
                    <a:pt x="2032" y="332"/>
                  </a:lnTo>
                  <a:lnTo>
                    <a:pt x="1941" y="332"/>
                  </a:lnTo>
                  <a:lnTo>
                    <a:pt x="1873" y="355"/>
                  </a:lnTo>
                  <a:lnTo>
                    <a:pt x="1884" y="377"/>
                  </a:lnTo>
                  <a:lnTo>
                    <a:pt x="1918" y="377"/>
                  </a:lnTo>
                  <a:close/>
                  <a:moveTo>
                    <a:pt x="1462" y="69"/>
                  </a:moveTo>
                  <a:lnTo>
                    <a:pt x="1439" y="46"/>
                  </a:lnTo>
                  <a:lnTo>
                    <a:pt x="1416" y="46"/>
                  </a:lnTo>
                  <a:lnTo>
                    <a:pt x="914" y="24"/>
                  </a:lnTo>
                  <a:lnTo>
                    <a:pt x="731" y="1"/>
                  </a:lnTo>
                  <a:lnTo>
                    <a:pt x="686" y="12"/>
                  </a:lnTo>
                  <a:lnTo>
                    <a:pt x="651" y="24"/>
                  </a:lnTo>
                  <a:lnTo>
                    <a:pt x="629" y="81"/>
                  </a:lnTo>
                  <a:lnTo>
                    <a:pt x="606" y="115"/>
                  </a:lnTo>
                  <a:lnTo>
                    <a:pt x="560" y="138"/>
                  </a:lnTo>
                  <a:lnTo>
                    <a:pt x="572" y="183"/>
                  </a:lnTo>
                  <a:lnTo>
                    <a:pt x="594" y="218"/>
                  </a:lnTo>
                  <a:lnTo>
                    <a:pt x="617" y="275"/>
                  </a:lnTo>
                  <a:lnTo>
                    <a:pt x="606" y="343"/>
                  </a:lnTo>
                  <a:lnTo>
                    <a:pt x="572" y="480"/>
                  </a:lnTo>
                  <a:lnTo>
                    <a:pt x="617" y="514"/>
                  </a:lnTo>
                  <a:lnTo>
                    <a:pt x="720" y="491"/>
                  </a:lnTo>
                  <a:lnTo>
                    <a:pt x="754" y="514"/>
                  </a:lnTo>
                  <a:lnTo>
                    <a:pt x="800" y="526"/>
                  </a:lnTo>
                  <a:lnTo>
                    <a:pt x="857" y="514"/>
                  </a:lnTo>
                  <a:lnTo>
                    <a:pt x="914" y="480"/>
                  </a:lnTo>
                  <a:lnTo>
                    <a:pt x="1039" y="503"/>
                  </a:lnTo>
                  <a:lnTo>
                    <a:pt x="1119" y="480"/>
                  </a:lnTo>
                  <a:lnTo>
                    <a:pt x="1199" y="526"/>
                  </a:lnTo>
                  <a:lnTo>
                    <a:pt x="1256" y="514"/>
                  </a:lnTo>
                  <a:lnTo>
                    <a:pt x="1291" y="526"/>
                  </a:lnTo>
                  <a:lnTo>
                    <a:pt x="1325" y="526"/>
                  </a:lnTo>
                  <a:lnTo>
                    <a:pt x="1416" y="526"/>
                  </a:lnTo>
                  <a:lnTo>
                    <a:pt x="1542" y="503"/>
                  </a:lnTo>
                  <a:lnTo>
                    <a:pt x="1656" y="423"/>
                  </a:lnTo>
                  <a:lnTo>
                    <a:pt x="1701" y="355"/>
                  </a:lnTo>
                  <a:lnTo>
                    <a:pt x="1758" y="309"/>
                  </a:lnTo>
                  <a:lnTo>
                    <a:pt x="1838" y="252"/>
                  </a:lnTo>
                  <a:lnTo>
                    <a:pt x="1838" y="126"/>
                  </a:lnTo>
                  <a:lnTo>
                    <a:pt x="1747" y="115"/>
                  </a:lnTo>
                  <a:lnTo>
                    <a:pt x="1656" y="69"/>
                  </a:lnTo>
                  <a:lnTo>
                    <a:pt x="1496" y="58"/>
                  </a:lnTo>
                  <a:lnTo>
                    <a:pt x="1485" y="58"/>
                  </a:lnTo>
                  <a:lnTo>
                    <a:pt x="1496" y="81"/>
                  </a:lnTo>
                  <a:lnTo>
                    <a:pt x="1485" y="8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9093;p37">
              <a:extLst>
                <a:ext uri="{FF2B5EF4-FFF2-40B4-BE49-F238E27FC236}">
                  <a16:creationId xmlns:a16="http://schemas.microsoft.com/office/drawing/2014/main" xmlns="" id="{0154C41E-0C45-4A25-831F-BD3601CF28DC}"/>
                </a:ext>
              </a:extLst>
            </p:cNvPr>
            <p:cNvSpPr/>
            <p:nvPr/>
          </p:nvSpPr>
          <p:spPr>
            <a:xfrm>
              <a:off x="721700" y="3311250"/>
              <a:ext cx="309875" cy="274775"/>
            </a:xfrm>
            <a:custGeom>
              <a:avLst/>
              <a:gdLst/>
              <a:ahLst/>
              <a:cxnLst/>
              <a:rect l="l" t="t" r="r" b="b"/>
              <a:pathLst>
                <a:path w="12395" h="10991" extrusionOk="0">
                  <a:moveTo>
                    <a:pt x="11071" y="10968"/>
                  </a:moveTo>
                  <a:lnTo>
                    <a:pt x="11059" y="10933"/>
                  </a:lnTo>
                  <a:lnTo>
                    <a:pt x="11025" y="10888"/>
                  </a:lnTo>
                  <a:lnTo>
                    <a:pt x="11013" y="10899"/>
                  </a:lnTo>
                  <a:lnTo>
                    <a:pt x="11025" y="10911"/>
                  </a:lnTo>
                  <a:lnTo>
                    <a:pt x="11059" y="10956"/>
                  </a:lnTo>
                  <a:lnTo>
                    <a:pt x="11059" y="10990"/>
                  </a:lnTo>
                  <a:close/>
                  <a:moveTo>
                    <a:pt x="12394" y="8879"/>
                  </a:moveTo>
                  <a:lnTo>
                    <a:pt x="12371" y="8845"/>
                  </a:lnTo>
                  <a:lnTo>
                    <a:pt x="12314" y="8811"/>
                  </a:lnTo>
                  <a:lnTo>
                    <a:pt x="12280" y="8799"/>
                  </a:lnTo>
                  <a:lnTo>
                    <a:pt x="12257" y="8788"/>
                  </a:lnTo>
                  <a:lnTo>
                    <a:pt x="12246" y="8799"/>
                  </a:lnTo>
                  <a:lnTo>
                    <a:pt x="12257" y="8811"/>
                  </a:lnTo>
                  <a:lnTo>
                    <a:pt x="12269" y="8811"/>
                  </a:lnTo>
                  <a:lnTo>
                    <a:pt x="12314" y="8845"/>
                  </a:lnTo>
                  <a:lnTo>
                    <a:pt x="12360" y="8856"/>
                  </a:lnTo>
                  <a:lnTo>
                    <a:pt x="12383" y="8879"/>
                  </a:lnTo>
                  <a:lnTo>
                    <a:pt x="12383" y="8891"/>
                  </a:lnTo>
                  <a:close/>
                  <a:moveTo>
                    <a:pt x="8902" y="8719"/>
                  </a:moveTo>
                  <a:lnTo>
                    <a:pt x="8822" y="8674"/>
                  </a:lnTo>
                  <a:lnTo>
                    <a:pt x="8834" y="8708"/>
                  </a:lnTo>
                  <a:lnTo>
                    <a:pt x="8891" y="8731"/>
                  </a:lnTo>
                  <a:lnTo>
                    <a:pt x="8914" y="8742"/>
                  </a:lnTo>
                  <a:close/>
                  <a:moveTo>
                    <a:pt x="11824" y="8685"/>
                  </a:moveTo>
                  <a:lnTo>
                    <a:pt x="11767" y="8617"/>
                  </a:lnTo>
                  <a:lnTo>
                    <a:pt x="11732" y="8617"/>
                  </a:lnTo>
                  <a:lnTo>
                    <a:pt x="11824" y="8697"/>
                  </a:lnTo>
                  <a:close/>
                  <a:moveTo>
                    <a:pt x="8742" y="8548"/>
                  </a:moveTo>
                  <a:lnTo>
                    <a:pt x="8685" y="8491"/>
                  </a:lnTo>
                  <a:lnTo>
                    <a:pt x="8663" y="8446"/>
                  </a:lnTo>
                  <a:lnTo>
                    <a:pt x="8617" y="8434"/>
                  </a:lnTo>
                  <a:lnTo>
                    <a:pt x="8628" y="8446"/>
                  </a:lnTo>
                  <a:lnTo>
                    <a:pt x="8685" y="8503"/>
                  </a:lnTo>
                  <a:lnTo>
                    <a:pt x="8731" y="8560"/>
                  </a:lnTo>
                  <a:lnTo>
                    <a:pt x="8765" y="8571"/>
                  </a:lnTo>
                  <a:close/>
                  <a:moveTo>
                    <a:pt x="8708" y="8240"/>
                  </a:moveTo>
                  <a:lnTo>
                    <a:pt x="8685" y="8229"/>
                  </a:lnTo>
                  <a:lnTo>
                    <a:pt x="8685" y="8229"/>
                  </a:lnTo>
                  <a:lnTo>
                    <a:pt x="8685" y="8183"/>
                  </a:lnTo>
                  <a:lnTo>
                    <a:pt x="8720" y="8149"/>
                  </a:lnTo>
                  <a:lnTo>
                    <a:pt x="8799" y="8092"/>
                  </a:lnTo>
                  <a:lnTo>
                    <a:pt x="8799" y="8069"/>
                  </a:lnTo>
                  <a:lnTo>
                    <a:pt x="8799" y="8069"/>
                  </a:lnTo>
                  <a:lnTo>
                    <a:pt x="8777" y="8092"/>
                  </a:lnTo>
                  <a:lnTo>
                    <a:pt x="8720" y="8115"/>
                  </a:lnTo>
                  <a:lnTo>
                    <a:pt x="8685" y="8149"/>
                  </a:lnTo>
                  <a:lnTo>
                    <a:pt x="8674" y="8172"/>
                  </a:lnTo>
                  <a:lnTo>
                    <a:pt x="8663" y="8217"/>
                  </a:lnTo>
                  <a:lnTo>
                    <a:pt x="8674" y="8252"/>
                  </a:lnTo>
                  <a:lnTo>
                    <a:pt x="8685" y="8263"/>
                  </a:lnTo>
                  <a:lnTo>
                    <a:pt x="8720" y="8263"/>
                  </a:lnTo>
                  <a:close/>
                  <a:moveTo>
                    <a:pt x="1941" y="8092"/>
                  </a:moveTo>
                  <a:lnTo>
                    <a:pt x="1918" y="8001"/>
                  </a:lnTo>
                  <a:lnTo>
                    <a:pt x="1872" y="7932"/>
                  </a:lnTo>
                  <a:lnTo>
                    <a:pt x="1758" y="7921"/>
                  </a:lnTo>
                  <a:lnTo>
                    <a:pt x="1678" y="7943"/>
                  </a:lnTo>
                  <a:lnTo>
                    <a:pt x="1667" y="7978"/>
                  </a:lnTo>
                  <a:lnTo>
                    <a:pt x="1678" y="8035"/>
                  </a:lnTo>
                  <a:lnTo>
                    <a:pt x="1758" y="8126"/>
                  </a:lnTo>
                  <a:lnTo>
                    <a:pt x="1827" y="8149"/>
                  </a:lnTo>
                  <a:lnTo>
                    <a:pt x="1941" y="8126"/>
                  </a:lnTo>
                  <a:lnTo>
                    <a:pt x="1998" y="8217"/>
                  </a:lnTo>
                  <a:lnTo>
                    <a:pt x="2021" y="8229"/>
                  </a:lnTo>
                  <a:lnTo>
                    <a:pt x="2078" y="8252"/>
                  </a:lnTo>
                  <a:lnTo>
                    <a:pt x="2101" y="8206"/>
                  </a:lnTo>
                  <a:lnTo>
                    <a:pt x="2066" y="8137"/>
                  </a:lnTo>
                  <a:close/>
                  <a:moveTo>
                    <a:pt x="1530" y="7955"/>
                  </a:moveTo>
                  <a:lnTo>
                    <a:pt x="1541" y="7898"/>
                  </a:lnTo>
                  <a:lnTo>
                    <a:pt x="1507" y="7886"/>
                  </a:lnTo>
                  <a:lnTo>
                    <a:pt x="1439" y="7886"/>
                  </a:lnTo>
                  <a:lnTo>
                    <a:pt x="1439" y="7921"/>
                  </a:lnTo>
                  <a:lnTo>
                    <a:pt x="1450" y="7943"/>
                  </a:lnTo>
                  <a:lnTo>
                    <a:pt x="1473" y="7966"/>
                  </a:lnTo>
                  <a:lnTo>
                    <a:pt x="1507" y="7989"/>
                  </a:lnTo>
                  <a:close/>
                  <a:moveTo>
                    <a:pt x="149" y="7350"/>
                  </a:moveTo>
                  <a:lnTo>
                    <a:pt x="172" y="7350"/>
                  </a:lnTo>
                  <a:lnTo>
                    <a:pt x="115" y="7259"/>
                  </a:lnTo>
                  <a:lnTo>
                    <a:pt x="69" y="7236"/>
                  </a:lnTo>
                  <a:lnTo>
                    <a:pt x="69" y="7247"/>
                  </a:lnTo>
                  <a:lnTo>
                    <a:pt x="69" y="7350"/>
                  </a:lnTo>
                  <a:lnTo>
                    <a:pt x="115" y="7361"/>
                  </a:lnTo>
                  <a:close/>
                  <a:moveTo>
                    <a:pt x="6403" y="7122"/>
                  </a:moveTo>
                  <a:lnTo>
                    <a:pt x="6380" y="7122"/>
                  </a:lnTo>
                  <a:lnTo>
                    <a:pt x="6334" y="7122"/>
                  </a:lnTo>
                  <a:lnTo>
                    <a:pt x="6323" y="7122"/>
                  </a:lnTo>
                  <a:lnTo>
                    <a:pt x="6392" y="7133"/>
                  </a:lnTo>
                  <a:lnTo>
                    <a:pt x="6449" y="7167"/>
                  </a:lnTo>
                  <a:close/>
                  <a:moveTo>
                    <a:pt x="6312" y="7133"/>
                  </a:moveTo>
                  <a:lnTo>
                    <a:pt x="6266" y="7122"/>
                  </a:lnTo>
                  <a:lnTo>
                    <a:pt x="6220" y="7088"/>
                  </a:lnTo>
                  <a:lnTo>
                    <a:pt x="6175" y="7088"/>
                  </a:lnTo>
                  <a:lnTo>
                    <a:pt x="6277" y="7133"/>
                  </a:lnTo>
                  <a:close/>
                  <a:moveTo>
                    <a:pt x="58" y="7145"/>
                  </a:moveTo>
                  <a:lnTo>
                    <a:pt x="69" y="7122"/>
                  </a:lnTo>
                  <a:lnTo>
                    <a:pt x="58" y="7099"/>
                  </a:lnTo>
                  <a:lnTo>
                    <a:pt x="1" y="7076"/>
                  </a:lnTo>
                  <a:lnTo>
                    <a:pt x="12" y="7122"/>
                  </a:lnTo>
                  <a:lnTo>
                    <a:pt x="12" y="7145"/>
                  </a:lnTo>
                  <a:lnTo>
                    <a:pt x="46" y="7156"/>
                  </a:lnTo>
                  <a:close/>
                  <a:moveTo>
                    <a:pt x="4737" y="6859"/>
                  </a:moveTo>
                  <a:lnTo>
                    <a:pt x="4691" y="6802"/>
                  </a:lnTo>
                  <a:lnTo>
                    <a:pt x="4668" y="6768"/>
                  </a:lnTo>
                  <a:lnTo>
                    <a:pt x="4634" y="6711"/>
                  </a:lnTo>
                  <a:lnTo>
                    <a:pt x="4577" y="6631"/>
                  </a:lnTo>
                  <a:lnTo>
                    <a:pt x="4600" y="6677"/>
                  </a:lnTo>
                  <a:lnTo>
                    <a:pt x="4611" y="6711"/>
                  </a:lnTo>
                  <a:lnTo>
                    <a:pt x="4634" y="6734"/>
                  </a:lnTo>
                  <a:lnTo>
                    <a:pt x="4668" y="6791"/>
                  </a:lnTo>
                  <a:lnTo>
                    <a:pt x="4680" y="6825"/>
                  </a:lnTo>
                  <a:lnTo>
                    <a:pt x="4725" y="6882"/>
                  </a:lnTo>
                  <a:lnTo>
                    <a:pt x="4737" y="6882"/>
                  </a:lnTo>
                  <a:close/>
                  <a:moveTo>
                    <a:pt x="7053" y="6642"/>
                  </a:moveTo>
                  <a:lnTo>
                    <a:pt x="7065" y="6574"/>
                  </a:lnTo>
                  <a:lnTo>
                    <a:pt x="7031" y="6574"/>
                  </a:lnTo>
                  <a:lnTo>
                    <a:pt x="7031" y="6642"/>
                  </a:lnTo>
                  <a:close/>
                  <a:moveTo>
                    <a:pt x="4999" y="6414"/>
                  </a:moveTo>
                  <a:lnTo>
                    <a:pt x="4908" y="6334"/>
                  </a:lnTo>
                  <a:lnTo>
                    <a:pt x="4897" y="6334"/>
                  </a:lnTo>
                  <a:lnTo>
                    <a:pt x="4908" y="6357"/>
                  </a:lnTo>
                  <a:lnTo>
                    <a:pt x="4976" y="6437"/>
                  </a:lnTo>
                  <a:lnTo>
                    <a:pt x="4999" y="6460"/>
                  </a:lnTo>
                  <a:close/>
                  <a:moveTo>
                    <a:pt x="9393" y="1587"/>
                  </a:moveTo>
                  <a:lnTo>
                    <a:pt x="9404" y="1553"/>
                  </a:lnTo>
                  <a:lnTo>
                    <a:pt x="9404" y="1530"/>
                  </a:lnTo>
                  <a:lnTo>
                    <a:pt x="9393" y="1507"/>
                  </a:lnTo>
                  <a:lnTo>
                    <a:pt x="9347" y="1496"/>
                  </a:lnTo>
                  <a:lnTo>
                    <a:pt x="9359" y="1598"/>
                  </a:lnTo>
                  <a:close/>
                  <a:moveTo>
                    <a:pt x="9005" y="1050"/>
                  </a:moveTo>
                  <a:lnTo>
                    <a:pt x="8993" y="1028"/>
                  </a:lnTo>
                  <a:lnTo>
                    <a:pt x="8959" y="1028"/>
                  </a:lnTo>
                  <a:lnTo>
                    <a:pt x="8948" y="1039"/>
                  </a:lnTo>
                  <a:lnTo>
                    <a:pt x="8948" y="1108"/>
                  </a:lnTo>
                  <a:close/>
                  <a:moveTo>
                    <a:pt x="9016" y="822"/>
                  </a:moveTo>
                  <a:lnTo>
                    <a:pt x="8902" y="902"/>
                  </a:lnTo>
                  <a:lnTo>
                    <a:pt x="8936" y="959"/>
                  </a:lnTo>
                  <a:lnTo>
                    <a:pt x="8993" y="971"/>
                  </a:lnTo>
                  <a:lnTo>
                    <a:pt x="9016" y="936"/>
                  </a:lnTo>
                  <a:lnTo>
                    <a:pt x="9130" y="925"/>
                  </a:lnTo>
                  <a:lnTo>
                    <a:pt x="9176" y="868"/>
                  </a:lnTo>
                  <a:lnTo>
                    <a:pt x="9130" y="879"/>
                  </a:lnTo>
                  <a:close/>
                  <a:moveTo>
                    <a:pt x="8149" y="583"/>
                  </a:moveTo>
                  <a:lnTo>
                    <a:pt x="8172" y="514"/>
                  </a:lnTo>
                  <a:lnTo>
                    <a:pt x="8149" y="503"/>
                  </a:lnTo>
                  <a:lnTo>
                    <a:pt x="8092" y="526"/>
                  </a:lnTo>
                  <a:lnTo>
                    <a:pt x="8092" y="560"/>
                  </a:lnTo>
                  <a:lnTo>
                    <a:pt x="8138" y="617"/>
                  </a:lnTo>
                  <a:close/>
                  <a:moveTo>
                    <a:pt x="8514" y="138"/>
                  </a:moveTo>
                  <a:lnTo>
                    <a:pt x="8560" y="126"/>
                  </a:lnTo>
                  <a:lnTo>
                    <a:pt x="8560" y="115"/>
                  </a:lnTo>
                  <a:lnTo>
                    <a:pt x="8537" y="80"/>
                  </a:lnTo>
                  <a:lnTo>
                    <a:pt x="8491" y="69"/>
                  </a:lnTo>
                  <a:lnTo>
                    <a:pt x="8480" y="80"/>
                  </a:lnTo>
                  <a:lnTo>
                    <a:pt x="8457" y="115"/>
                  </a:lnTo>
                  <a:lnTo>
                    <a:pt x="8480" y="160"/>
                  </a:lnTo>
                  <a:close/>
                  <a:moveTo>
                    <a:pt x="8103" y="126"/>
                  </a:moveTo>
                  <a:lnTo>
                    <a:pt x="8115" y="80"/>
                  </a:lnTo>
                  <a:lnTo>
                    <a:pt x="8115" y="58"/>
                  </a:lnTo>
                  <a:lnTo>
                    <a:pt x="8103" y="23"/>
                  </a:lnTo>
                  <a:lnTo>
                    <a:pt x="7978" y="1"/>
                  </a:lnTo>
                  <a:lnTo>
                    <a:pt x="7966" y="12"/>
                  </a:lnTo>
                  <a:lnTo>
                    <a:pt x="7966" y="69"/>
                  </a:lnTo>
                  <a:lnTo>
                    <a:pt x="7989" y="138"/>
                  </a:lnTo>
                  <a:lnTo>
                    <a:pt x="8035" y="13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9094;p37">
              <a:extLst>
                <a:ext uri="{FF2B5EF4-FFF2-40B4-BE49-F238E27FC236}">
                  <a16:creationId xmlns:a16="http://schemas.microsoft.com/office/drawing/2014/main" xmlns="" id="{D2DE1407-33EB-41AD-9E58-FB4C881CE6EA}"/>
                </a:ext>
              </a:extLst>
            </p:cNvPr>
            <p:cNvSpPr/>
            <p:nvPr/>
          </p:nvSpPr>
          <p:spPr>
            <a:xfrm>
              <a:off x="5798700" y="3079300"/>
              <a:ext cx="6875" cy="4025"/>
            </a:xfrm>
            <a:custGeom>
              <a:avLst/>
              <a:gdLst/>
              <a:ahLst/>
              <a:cxnLst/>
              <a:rect l="l" t="t" r="r" b="b"/>
              <a:pathLst>
                <a:path w="275" h="161" extrusionOk="0">
                  <a:moveTo>
                    <a:pt x="263" y="103"/>
                  </a:moveTo>
                  <a:lnTo>
                    <a:pt x="275" y="80"/>
                  </a:lnTo>
                  <a:lnTo>
                    <a:pt x="240" y="46"/>
                  </a:lnTo>
                  <a:lnTo>
                    <a:pt x="206" y="35"/>
                  </a:lnTo>
                  <a:lnTo>
                    <a:pt x="126" y="0"/>
                  </a:lnTo>
                  <a:lnTo>
                    <a:pt x="46" y="23"/>
                  </a:lnTo>
                  <a:lnTo>
                    <a:pt x="1" y="103"/>
                  </a:lnTo>
                  <a:lnTo>
                    <a:pt x="126" y="16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9095;p37">
              <a:extLst>
                <a:ext uri="{FF2B5EF4-FFF2-40B4-BE49-F238E27FC236}">
                  <a16:creationId xmlns:a16="http://schemas.microsoft.com/office/drawing/2014/main" xmlns="" id="{00FE03B5-0358-4475-BA07-DC83C0E47936}"/>
                </a:ext>
              </a:extLst>
            </p:cNvPr>
            <p:cNvSpPr/>
            <p:nvPr/>
          </p:nvSpPr>
          <p:spPr>
            <a:xfrm>
              <a:off x="6833800" y="3262175"/>
              <a:ext cx="212850" cy="118425"/>
            </a:xfrm>
            <a:custGeom>
              <a:avLst/>
              <a:gdLst/>
              <a:ahLst/>
              <a:cxnLst/>
              <a:rect l="l" t="t" r="r" b="b"/>
              <a:pathLst>
                <a:path w="8514" h="4737" extrusionOk="0">
                  <a:moveTo>
                    <a:pt x="8514" y="4588"/>
                  </a:moveTo>
                  <a:lnTo>
                    <a:pt x="8479" y="4554"/>
                  </a:lnTo>
                  <a:lnTo>
                    <a:pt x="8468" y="4497"/>
                  </a:lnTo>
                  <a:lnTo>
                    <a:pt x="8422" y="4497"/>
                  </a:lnTo>
                  <a:lnTo>
                    <a:pt x="8388" y="4520"/>
                  </a:lnTo>
                  <a:lnTo>
                    <a:pt x="8411" y="4600"/>
                  </a:lnTo>
                  <a:lnTo>
                    <a:pt x="8445" y="4600"/>
                  </a:lnTo>
                  <a:close/>
                  <a:moveTo>
                    <a:pt x="3435" y="4702"/>
                  </a:moveTo>
                  <a:lnTo>
                    <a:pt x="3424" y="4668"/>
                  </a:lnTo>
                  <a:lnTo>
                    <a:pt x="3344" y="4611"/>
                  </a:lnTo>
                  <a:lnTo>
                    <a:pt x="3081" y="4429"/>
                  </a:lnTo>
                  <a:lnTo>
                    <a:pt x="3024" y="4417"/>
                  </a:lnTo>
                  <a:lnTo>
                    <a:pt x="3002" y="4429"/>
                  </a:lnTo>
                  <a:lnTo>
                    <a:pt x="2990" y="4474"/>
                  </a:lnTo>
                  <a:lnTo>
                    <a:pt x="3002" y="4497"/>
                  </a:lnTo>
                  <a:lnTo>
                    <a:pt x="3081" y="4520"/>
                  </a:lnTo>
                  <a:lnTo>
                    <a:pt x="3081" y="4531"/>
                  </a:lnTo>
                  <a:lnTo>
                    <a:pt x="3116" y="4566"/>
                  </a:lnTo>
                  <a:lnTo>
                    <a:pt x="3218" y="4588"/>
                  </a:lnTo>
                  <a:lnTo>
                    <a:pt x="3275" y="4634"/>
                  </a:lnTo>
                  <a:lnTo>
                    <a:pt x="3287" y="4702"/>
                  </a:lnTo>
                  <a:lnTo>
                    <a:pt x="3333" y="4714"/>
                  </a:lnTo>
                  <a:lnTo>
                    <a:pt x="3378" y="4737"/>
                  </a:lnTo>
                  <a:close/>
                  <a:moveTo>
                    <a:pt x="8000" y="3755"/>
                  </a:moveTo>
                  <a:lnTo>
                    <a:pt x="8000" y="3744"/>
                  </a:lnTo>
                  <a:lnTo>
                    <a:pt x="8023" y="3698"/>
                  </a:lnTo>
                  <a:lnTo>
                    <a:pt x="8000" y="3687"/>
                  </a:lnTo>
                  <a:lnTo>
                    <a:pt x="7932" y="3675"/>
                  </a:lnTo>
                  <a:lnTo>
                    <a:pt x="7829" y="3687"/>
                  </a:lnTo>
                  <a:lnTo>
                    <a:pt x="7783" y="3721"/>
                  </a:lnTo>
                  <a:lnTo>
                    <a:pt x="7760" y="3755"/>
                  </a:lnTo>
                  <a:lnTo>
                    <a:pt x="7726" y="3755"/>
                  </a:lnTo>
                  <a:lnTo>
                    <a:pt x="7726" y="3790"/>
                  </a:lnTo>
                  <a:lnTo>
                    <a:pt x="7738" y="3847"/>
                  </a:lnTo>
                  <a:lnTo>
                    <a:pt x="7772" y="3835"/>
                  </a:lnTo>
                  <a:lnTo>
                    <a:pt x="7795" y="3847"/>
                  </a:lnTo>
                  <a:lnTo>
                    <a:pt x="7875" y="3778"/>
                  </a:lnTo>
                  <a:lnTo>
                    <a:pt x="7909" y="3778"/>
                  </a:lnTo>
                  <a:lnTo>
                    <a:pt x="7920" y="3778"/>
                  </a:lnTo>
                  <a:close/>
                  <a:moveTo>
                    <a:pt x="4519" y="3436"/>
                  </a:moveTo>
                  <a:lnTo>
                    <a:pt x="4508" y="3402"/>
                  </a:lnTo>
                  <a:lnTo>
                    <a:pt x="4474" y="3390"/>
                  </a:lnTo>
                  <a:lnTo>
                    <a:pt x="4348" y="3287"/>
                  </a:lnTo>
                  <a:lnTo>
                    <a:pt x="4280" y="3265"/>
                  </a:lnTo>
                  <a:lnTo>
                    <a:pt x="4200" y="3265"/>
                  </a:lnTo>
                  <a:lnTo>
                    <a:pt x="4188" y="3333"/>
                  </a:lnTo>
                  <a:lnTo>
                    <a:pt x="4188" y="3379"/>
                  </a:lnTo>
                  <a:lnTo>
                    <a:pt x="4280" y="3379"/>
                  </a:lnTo>
                  <a:lnTo>
                    <a:pt x="4337" y="3402"/>
                  </a:lnTo>
                  <a:lnTo>
                    <a:pt x="4337" y="3493"/>
                  </a:lnTo>
                  <a:lnTo>
                    <a:pt x="4360" y="3516"/>
                  </a:lnTo>
                  <a:lnTo>
                    <a:pt x="4360" y="3584"/>
                  </a:lnTo>
                  <a:lnTo>
                    <a:pt x="4531" y="3721"/>
                  </a:lnTo>
                  <a:lnTo>
                    <a:pt x="4634" y="3778"/>
                  </a:lnTo>
                  <a:lnTo>
                    <a:pt x="4736" y="3790"/>
                  </a:lnTo>
                  <a:lnTo>
                    <a:pt x="4793" y="3812"/>
                  </a:lnTo>
                  <a:lnTo>
                    <a:pt x="4862" y="3801"/>
                  </a:lnTo>
                  <a:lnTo>
                    <a:pt x="4930" y="3835"/>
                  </a:lnTo>
                  <a:lnTo>
                    <a:pt x="4987" y="3812"/>
                  </a:lnTo>
                  <a:lnTo>
                    <a:pt x="4930" y="3778"/>
                  </a:lnTo>
                  <a:lnTo>
                    <a:pt x="4930" y="3721"/>
                  </a:lnTo>
                  <a:lnTo>
                    <a:pt x="4862" y="3538"/>
                  </a:lnTo>
                  <a:lnTo>
                    <a:pt x="4816" y="3493"/>
                  </a:lnTo>
                  <a:lnTo>
                    <a:pt x="4748" y="3504"/>
                  </a:lnTo>
                  <a:lnTo>
                    <a:pt x="4679" y="3481"/>
                  </a:lnTo>
                  <a:lnTo>
                    <a:pt x="4622" y="3481"/>
                  </a:lnTo>
                  <a:close/>
                  <a:moveTo>
                    <a:pt x="4462" y="2740"/>
                  </a:moveTo>
                  <a:lnTo>
                    <a:pt x="4371" y="2500"/>
                  </a:lnTo>
                  <a:lnTo>
                    <a:pt x="4348" y="2489"/>
                  </a:lnTo>
                  <a:lnTo>
                    <a:pt x="4360" y="2580"/>
                  </a:lnTo>
                  <a:lnTo>
                    <a:pt x="4371" y="2637"/>
                  </a:lnTo>
                  <a:lnTo>
                    <a:pt x="4360" y="2705"/>
                  </a:lnTo>
                  <a:lnTo>
                    <a:pt x="4348" y="2785"/>
                  </a:lnTo>
                  <a:lnTo>
                    <a:pt x="4371" y="2819"/>
                  </a:lnTo>
                  <a:lnTo>
                    <a:pt x="4405" y="2785"/>
                  </a:lnTo>
                  <a:lnTo>
                    <a:pt x="4462" y="2865"/>
                  </a:lnTo>
                  <a:lnTo>
                    <a:pt x="4462" y="2831"/>
                  </a:lnTo>
                  <a:close/>
                  <a:moveTo>
                    <a:pt x="3059" y="2420"/>
                  </a:moveTo>
                  <a:lnTo>
                    <a:pt x="3024" y="2409"/>
                  </a:lnTo>
                  <a:lnTo>
                    <a:pt x="2956" y="2443"/>
                  </a:lnTo>
                  <a:lnTo>
                    <a:pt x="2945" y="2489"/>
                  </a:lnTo>
                  <a:lnTo>
                    <a:pt x="2933" y="2591"/>
                  </a:lnTo>
                  <a:lnTo>
                    <a:pt x="2933" y="2648"/>
                  </a:lnTo>
                  <a:lnTo>
                    <a:pt x="2979" y="2751"/>
                  </a:lnTo>
                  <a:lnTo>
                    <a:pt x="3024" y="2819"/>
                  </a:lnTo>
                  <a:lnTo>
                    <a:pt x="3059" y="2865"/>
                  </a:lnTo>
                  <a:lnTo>
                    <a:pt x="3093" y="2888"/>
                  </a:lnTo>
                  <a:lnTo>
                    <a:pt x="3218" y="2899"/>
                  </a:lnTo>
                  <a:lnTo>
                    <a:pt x="3458" y="2922"/>
                  </a:lnTo>
                  <a:lnTo>
                    <a:pt x="3595" y="2979"/>
                  </a:lnTo>
                  <a:lnTo>
                    <a:pt x="3721" y="3002"/>
                  </a:lnTo>
                  <a:lnTo>
                    <a:pt x="3778" y="2991"/>
                  </a:lnTo>
                  <a:lnTo>
                    <a:pt x="3846" y="2956"/>
                  </a:lnTo>
                  <a:lnTo>
                    <a:pt x="3858" y="2945"/>
                  </a:lnTo>
                  <a:lnTo>
                    <a:pt x="3846" y="2865"/>
                  </a:lnTo>
                  <a:lnTo>
                    <a:pt x="3823" y="2819"/>
                  </a:lnTo>
                  <a:lnTo>
                    <a:pt x="3766" y="2785"/>
                  </a:lnTo>
                  <a:lnTo>
                    <a:pt x="3732" y="2705"/>
                  </a:lnTo>
                  <a:lnTo>
                    <a:pt x="3664" y="2648"/>
                  </a:lnTo>
                  <a:lnTo>
                    <a:pt x="3538" y="2546"/>
                  </a:lnTo>
                  <a:lnTo>
                    <a:pt x="3310" y="2546"/>
                  </a:lnTo>
                  <a:lnTo>
                    <a:pt x="3218" y="2557"/>
                  </a:lnTo>
                  <a:close/>
                  <a:moveTo>
                    <a:pt x="3435" y="2169"/>
                  </a:moveTo>
                  <a:lnTo>
                    <a:pt x="3355" y="2192"/>
                  </a:lnTo>
                  <a:lnTo>
                    <a:pt x="3355" y="2237"/>
                  </a:lnTo>
                  <a:lnTo>
                    <a:pt x="3424" y="2249"/>
                  </a:lnTo>
                  <a:lnTo>
                    <a:pt x="3481" y="2283"/>
                  </a:lnTo>
                  <a:lnTo>
                    <a:pt x="3492" y="2317"/>
                  </a:lnTo>
                  <a:lnTo>
                    <a:pt x="3492" y="2317"/>
                  </a:lnTo>
                  <a:lnTo>
                    <a:pt x="3515" y="2306"/>
                  </a:lnTo>
                  <a:lnTo>
                    <a:pt x="3572" y="2340"/>
                  </a:lnTo>
                  <a:lnTo>
                    <a:pt x="3606" y="2295"/>
                  </a:lnTo>
                  <a:lnTo>
                    <a:pt x="3549" y="2226"/>
                  </a:lnTo>
                  <a:lnTo>
                    <a:pt x="3492" y="2180"/>
                  </a:lnTo>
                  <a:lnTo>
                    <a:pt x="3481" y="2180"/>
                  </a:lnTo>
                  <a:close/>
                  <a:moveTo>
                    <a:pt x="2636" y="2272"/>
                  </a:moveTo>
                  <a:lnTo>
                    <a:pt x="2671" y="2249"/>
                  </a:lnTo>
                  <a:lnTo>
                    <a:pt x="2671" y="2192"/>
                  </a:lnTo>
                  <a:lnTo>
                    <a:pt x="2636" y="2192"/>
                  </a:lnTo>
                  <a:lnTo>
                    <a:pt x="2625" y="2158"/>
                  </a:lnTo>
                  <a:lnTo>
                    <a:pt x="2591" y="2158"/>
                  </a:lnTo>
                  <a:lnTo>
                    <a:pt x="2545" y="2192"/>
                  </a:lnTo>
                  <a:lnTo>
                    <a:pt x="2522" y="2237"/>
                  </a:lnTo>
                  <a:lnTo>
                    <a:pt x="2534" y="2260"/>
                  </a:lnTo>
                  <a:lnTo>
                    <a:pt x="2591" y="2260"/>
                  </a:lnTo>
                  <a:lnTo>
                    <a:pt x="2625" y="2272"/>
                  </a:lnTo>
                  <a:close/>
                  <a:moveTo>
                    <a:pt x="1438" y="1952"/>
                  </a:moveTo>
                  <a:lnTo>
                    <a:pt x="1427" y="1918"/>
                  </a:lnTo>
                  <a:lnTo>
                    <a:pt x="1381" y="1895"/>
                  </a:lnTo>
                  <a:lnTo>
                    <a:pt x="1347" y="1895"/>
                  </a:lnTo>
                  <a:lnTo>
                    <a:pt x="1278" y="1907"/>
                  </a:lnTo>
                  <a:lnTo>
                    <a:pt x="1290" y="1918"/>
                  </a:lnTo>
                  <a:lnTo>
                    <a:pt x="1381" y="1964"/>
                  </a:lnTo>
                  <a:lnTo>
                    <a:pt x="1415" y="1975"/>
                  </a:lnTo>
                  <a:close/>
                  <a:moveTo>
                    <a:pt x="1872" y="2009"/>
                  </a:moveTo>
                  <a:lnTo>
                    <a:pt x="1917" y="1975"/>
                  </a:lnTo>
                  <a:lnTo>
                    <a:pt x="1906" y="1952"/>
                  </a:lnTo>
                  <a:lnTo>
                    <a:pt x="1895" y="1872"/>
                  </a:lnTo>
                  <a:lnTo>
                    <a:pt x="1838" y="1975"/>
                  </a:lnTo>
                  <a:lnTo>
                    <a:pt x="1849" y="2009"/>
                  </a:lnTo>
                  <a:close/>
                  <a:moveTo>
                    <a:pt x="1803" y="1884"/>
                  </a:moveTo>
                  <a:lnTo>
                    <a:pt x="1803" y="1849"/>
                  </a:lnTo>
                  <a:lnTo>
                    <a:pt x="1803" y="1815"/>
                  </a:lnTo>
                  <a:lnTo>
                    <a:pt x="1780" y="1804"/>
                  </a:lnTo>
                  <a:lnTo>
                    <a:pt x="1838" y="1758"/>
                  </a:lnTo>
                  <a:lnTo>
                    <a:pt x="1815" y="1747"/>
                  </a:lnTo>
                  <a:lnTo>
                    <a:pt x="1735" y="1724"/>
                  </a:lnTo>
                  <a:lnTo>
                    <a:pt x="1712" y="1747"/>
                  </a:lnTo>
                  <a:lnTo>
                    <a:pt x="1678" y="1758"/>
                  </a:lnTo>
                  <a:lnTo>
                    <a:pt x="1666" y="1781"/>
                  </a:lnTo>
                  <a:lnTo>
                    <a:pt x="1655" y="1792"/>
                  </a:lnTo>
                  <a:lnTo>
                    <a:pt x="1632" y="1861"/>
                  </a:lnTo>
                  <a:lnTo>
                    <a:pt x="1666" y="1918"/>
                  </a:lnTo>
                  <a:lnTo>
                    <a:pt x="1723" y="1952"/>
                  </a:lnTo>
                  <a:close/>
                  <a:moveTo>
                    <a:pt x="1233" y="1907"/>
                  </a:moveTo>
                  <a:lnTo>
                    <a:pt x="1187" y="1849"/>
                  </a:lnTo>
                  <a:lnTo>
                    <a:pt x="1210" y="1781"/>
                  </a:lnTo>
                  <a:lnTo>
                    <a:pt x="1233" y="1770"/>
                  </a:lnTo>
                  <a:lnTo>
                    <a:pt x="1267" y="1690"/>
                  </a:lnTo>
                  <a:lnTo>
                    <a:pt x="1244" y="1633"/>
                  </a:lnTo>
                  <a:lnTo>
                    <a:pt x="1221" y="1655"/>
                  </a:lnTo>
                  <a:lnTo>
                    <a:pt x="1119" y="1735"/>
                  </a:lnTo>
                  <a:lnTo>
                    <a:pt x="1107" y="1781"/>
                  </a:lnTo>
                  <a:lnTo>
                    <a:pt x="1187" y="1895"/>
                  </a:lnTo>
                  <a:lnTo>
                    <a:pt x="1233" y="1918"/>
                  </a:lnTo>
                  <a:close/>
                  <a:moveTo>
                    <a:pt x="3093" y="1724"/>
                  </a:moveTo>
                  <a:lnTo>
                    <a:pt x="3059" y="1667"/>
                  </a:lnTo>
                  <a:lnTo>
                    <a:pt x="3059" y="1633"/>
                  </a:lnTo>
                  <a:lnTo>
                    <a:pt x="3013" y="1610"/>
                  </a:lnTo>
                  <a:lnTo>
                    <a:pt x="2990" y="1621"/>
                  </a:lnTo>
                  <a:lnTo>
                    <a:pt x="2979" y="1667"/>
                  </a:lnTo>
                  <a:lnTo>
                    <a:pt x="2990" y="1690"/>
                  </a:lnTo>
                  <a:lnTo>
                    <a:pt x="3047" y="1735"/>
                  </a:lnTo>
                  <a:close/>
                  <a:moveTo>
                    <a:pt x="3949" y="1553"/>
                  </a:moveTo>
                  <a:lnTo>
                    <a:pt x="3915" y="1553"/>
                  </a:lnTo>
                  <a:lnTo>
                    <a:pt x="3903" y="1564"/>
                  </a:lnTo>
                  <a:lnTo>
                    <a:pt x="3869" y="1564"/>
                  </a:lnTo>
                  <a:lnTo>
                    <a:pt x="3835" y="1564"/>
                  </a:lnTo>
                  <a:lnTo>
                    <a:pt x="3812" y="1598"/>
                  </a:lnTo>
                  <a:lnTo>
                    <a:pt x="3903" y="1747"/>
                  </a:lnTo>
                  <a:lnTo>
                    <a:pt x="3858" y="1827"/>
                  </a:lnTo>
                  <a:lnTo>
                    <a:pt x="3915" y="2135"/>
                  </a:lnTo>
                  <a:lnTo>
                    <a:pt x="3972" y="2306"/>
                  </a:lnTo>
                  <a:lnTo>
                    <a:pt x="4086" y="2420"/>
                  </a:lnTo>
                  <a:lnTo>
                    <a:pt x="4086" y="2454"/>
                  </a:lnTo>
                  <a:lnTo>
                    <a:pt x="4200" y="2523"/>
                  </a:lnTo>
                  <a:lnTo>
                    <a:pt x="4291" y="2705"/>
                  </a:lnTo>
                  <a:lnTo>
                    <a:pt x="4314" y="2717"/>
                  </a:lnTo>
                  <a:lnTo>
                    <a:pt x="4325" y="2694"/>
                  </a:lnTo>
                  <a:lnTo>
                    <a:pt x="4325" y="2603"/>
                  </a:lnTo>
                  <a:lnTo>
                    <a:pt x="4257" y="2454"/>
                  </a:lnTo>
                  <a:lnTo>
                    <a:pt x="4268" y="2340"/>
                  </a:lnTo>
                  <a:lnTo>
                    <a:pt x="4246" y="2295"/>
                  </a:lnTo>
                  <a:lnTo>
                    <a:pt x="4246" y="2249"/>
                  </a:lnTo>
                  <a:lnTo>
                    <a:pt x="4211" y="2135"/>
                  </a:lnTo>
                  <a:lnTo>
                    <a:pt x="4131" y="2032"/>
                  </a:lnTo>
                  <a:lnTo>
                    <a:pt x="4086" y="2021"/>
                  </a:lnTo>
                  <a:lnTo>
                    <a:pt x="4063" y="1975"/>
                  </a:lnTo>
                  <a:lnTo>
                    <a:pt x="4086" y="1895"/>
                  </a:lnTo>
                  <a:lnTo>
                    <a:pt x="4120" y="1861"/>
                  </a:lnTo>
                  <a:lnTo>
                    <a:pt x="4131" y="1827"/>
                  </a:lnTo>
                  <a:close/>
                  <a:moveTo>
                    <a:pt x="1575" y="1484"/>
                  </a:moveTo>
                  <a:lnTo>
                    <a:pt x="1495" y="1450"/>
                  </a:lnTo>
                  <a:lnTo>
                    <a:pt x="1461" y="1404"/>
                  </a:lnTo>
                  <a:lnTo>
                    <a:pt x="1461" y="1267"/>
                  </a:lnTo>
                  <a:lnTo>
                    <a:pt x="1381" y="1222"/>
                  </a:lnTo>
                  <a:lnTo>
                    <a:pt x="1335" y="1256"/>
                  </a:lnTo>
                  <a:lnTo>
                    <a:pt x="1256" y="1347"/>
                  </a:lnTo>
                  <a:lnTo>
                    <a:pt x="1221" y="1404"/>
                  </a:lnTo>
                  <a:lnTo>
                    <a:pt x="1153" y="1450"/>
                  </a:lnTo>
                  <a:lnTo>
                    <a:pt x="1141" y="1496"/>
                  </a:lnTo>
                  <a:lnTo>
                    <a:pt x="1141" y="1553"/>
                  </a:lnTo>
                  <a:lnTo>
                    <a:pt x="1198" y="1564"/>
                  </a:lnTo>
                  <a:lnTo>
                    <a:pt x="1233" y="1507"/>
                  </a:lnTo>
                  <a:lnTo>
                    <a:pt x="1370" y="1496"/>
                  </a:lnTo>
                  <a:lnTo>
                    <a:pt x="1404" y="1507"/>
                  </a:lnTo>
                  <a:lnTo>
                    <a:pt x="1404" y="1564"/>
                  </a:lnTo>
                  <a:lnTo>
                    <a:pt x="1427" y="1667"/>
                  </a:lnTo>
                  <a:lnTo>
                    <a:pt x="1461" y="1713"/>
                  </a:lnTo>
                  <a:lnTo>
                    <a:pt x="1541" y="1735"/>
                  </a:lnTo>
                  <a:lnTo>
                    <a:pt x="1598" y="1827"/>
                  </a:lnTo>
                  <a:lnTo>
                    <a:pt x="1609" y="1781"/>
                  </a:lnTo>
                  <a:lnTo>
                    <a:pt x="1632" y="1781"/>
                  </a:lnTo>
                  <a:lnTo>
                    <a:pt x="1666" y="1724"/>
                  </a:lnTo>
                  <a:lnTo>
                    <a:pt x="1621" y="1553"/>
                  </a:lnTo>
                  <a:close/>
                  <a:moveTo>
                    <a:pt x="651" y="1427"/>
                  </a:moveTo>
                  <a:lnTo>
                    <a:pt x="662" y="1347"/>
                  </a:lnTo>
                  <a:lnTo>
                    <a:pt x="651" y="1222"/>
                  </a:lnTo>
                  <a:lnTo>
                    <a:pt x="616" y="1233"/>
                  </a:lnTo>
                  <a:lnTo>
                    <a:pt x="616" y="1267"/>
                  </a:lnTo>
                  <a:lnTo>
                    <a:pt x="605" y="1324"/>
                  </a:lnTo>
                  <a:lnTo>
                    <a:pt x="639" y="1439"/>
                  </a:lnTo>
                  <a:close/>
                  <a:moveTo>
                    <a:pt x="1107" y="1370"/>
                  </a:moveTo>
                  <a:lnTo>
                    <a:pt x="1141" y="1336"/>
                  </a:lnTo>
                  <a:lnTo>
                    <a:pt x="1141" y="1279"/>
                  </a:lnTo>
                  <a:lnTo>
                    <a:pt x="1141" y="1210"/>
                  </a:lnTo>
                  <a:lnTo>
                    <a:pt x="1107" y="1153"/>
                  </a:lnTo>
                  <a:lnTo>
                    <a:pt x="1073" y="1119"/>
                  </a:lnTo>
                  <a:lnTo>
                    <a:pt x="1004" y="1142"/>
                  </a:lnTo>
                  <a:lnTo>
                    <a:pt x="947" y="1210"/>
                  </a:lnTo>
                  <a:lnTo>
                    <a:pt x="947" y="1279"/>
                  </a:lnTo>
                  <a:lnTo>
                    <a:pt x="1004" y="1370"/>
                  </a:lnTo>
                  <a:lnTo>
                    <a:pt x="1096" y="1370"/>
                  </a:lnTo>
                  <a:close/>
                  <a:moveTo>
                    <a:pt x="742" y="1199"/>
                  </a:moveTo>
                  <a:lnTo>
                    <a:pt x="765" y="1153"/>
                  </a:lnTo>
                  <a:lnTo>
                    <a:pt x="833" y="1051"/>
                  </a:lnTo>
                  <a:lnTo>
                    <a:pt x="856" y="1005"/>
                  </a:lnTo>
                  <a:lnTo>
                    <a:pt x="776" y="982"/>
                  </a:lnTo>
                  <a:lnTo>
                    <a:pt x="719" y="914"/>
                  </a:lnTo>
                  <a:lnTo>
                    <a:pt x="662" y="879"/>
                  </a:lnTo>
                  <a:lnTo>
                    <a:pt x="616" y="936"/>
                  </a:lnTo>
                  <a:lnTo>
                    <a:pt x="616" y="994"/>
                  </a:lnTo>
                  <a:lnTo>
                    <a:pt x="696" y="1073"/>
                  </a:lnTo>
                  <a:lnTo>
                    <a:pt x="674" y="1130"/>
                  </a:lnTo>
                  <a:lnTo>
                    <a:pt x="708" y="1153"/>
                  </a:lnTo>
                  <a:lnTo>
                    <a:pt x="719" y="1210"/>
                  </a:lnTo>
                  <a:close/>
                  <a:moveTo>
                    <a:pt x="3230" y="1747"/>
                  </a:moveTo>
                  <a:lnTo>
                    <a:pt x="3218" y="1678"/>
                  </a:lnTo>
                  <a:lnTo>
                    <a:pt x="3173" y="1621"/>
                  </a:lnTo>
                  <a:lnTo>
                    <a:pt x="3230" y="1553"/>
                  </a:lnTo>
                  <a:lnTo>
                    <a:pt x="2922" y="1279"/>
                  </a:lnTo>
                  <a:lnTo>
                    <a:pt x="2876" y="1256"/>
                  </a:lnTo>
                  <a:lnTo>
                    <a:pt x="2819" y="1233"/>
                  </a:lnTo>
                  <a:lnTo>
                    <a:pt x="2751" y="1176"/>
                  </a:lnTo>
                  <a:lnTo>
                    <a:pt x="2682" y="1165"/>
                  </a:lnTo>
                  <a:lnTo>
                    <a:pt x="2602" y="1108"/>
                  </a:lnTo>
                  <a:lnTo>
                    <a:pt x="2579" y="1062"/>
                  </a:lnTo>
                  <a:lnTo>
                    <a:pt x="2488" y="1005"/>
                  </a:lnTo>
                  <a:lnTo>
                    <a:pt x="2408" y="891"/>
                  </a:lnTo>
                  <a:lnTo>
                    <a:pt x="2191" y="857"/>
                  </a:lnTo>
                  <a:lnTo>
                    <a:pt x="2203" y="879"/>
                  </a:lnTo>
                  <a:lnTo>
                    <a:pt x="2260" y="936"/>
                  </a:lnTo>
                  <a:lnTo>
                    <a:pt x="2283" y="1039"/>
                  </a:lnTo>
                  <a:lnTo>
                    <a:pt x="2351" y="1096"/>
                  </a:lnTo>
                  <a:lnTo>
                    <a:pt x="2420" y="1176"/>
                  </a:lnTo>
                  <a:lnTo>
                    <a:pt x="2454" y="1199"/>
                  </a:lnTo>
                  <a:lnTo>
                    <a:pt x="2477" y="1222"/>
                  </a:lnTo>
                  <a:lnTo>
                    <a:pt x="2534" y="1290"/>
                  </a:lnTo>
                  <a:lnTo>
                    <a:pt x="2648" y="1347"/>
                  </a:lnTo>
                  <a:lnTo>
                    <a:pt x="2762" y="1439"/>
                  </a:lnTo>
                  <a:lnTo>
                    <a:pt x="2808" y="1450"/>
                  </a:lnTo>
                  <a:lnTo>
                    <a:pt x="2853" y="1496"/>
                  </a:lnTo>
                  <a:lnTo>
                    <a:pt x="3059" y="1598"/>
                  </a:lnTo>
                  <a:lnTo>
                    <a:pt x="3139" y="1690"/>
                  </a:lnTo>
                  <a:lnTo>
                    <a:pt x="3230" y="1770"/>
                  </a:lnTo>
                  <a:close/>
                  <a:moveTo>
                    <a:pt x="126" y="434"/>
                  </a:moveTo>
                  <a:lnTo>
                    <a:pt x="149" y="400"/>
                  </a:lnTo>
                  <a:lnTo>
                    <a:pt x="57" y="320"/>
                  </a:lnTo>
                  <a:lnTo>
                    <a:pt x="23" y="366"/>
                  </a:lnTo>
                  <a:lnTo>
                    <a:pt x="0" y="434"/>
                  </a:lnTo>
                  <a:lnTo>
                    <a:pt x="57" y="469"/>
                  </a:lnTo>
                  <a:close/>
                  <a:moveTo>
                    <a:pt x="1427" y="651"/>
                  </a:moveTo>
                  <a:lnTo>
                    <a:pt x="1404" y="640"/>
                  </a:lnTo>
                  <a:lnTo>
                    <a:pt x="1370" y="640"/>
                  </a:lnTo>
                  <a:lnTo>
                    <a:pt x="1313" y="606"/>
                  </a:lnTo>
                  <a:lnTo>
                    <a:pt x="1210" y="491"/>
                  </a:lnTo>
                  <a:lnTo>
                    <a:pt x="1176" y="457"/>
                  </a:lnTo>
                  <a:lnTo>
                    <a:pt x="1153" y="309"/>
                  </a:lnTo>
                  <a:lnTo>
                    <a:pt x="1096" y="252"/>
                  </a:lnTo>
                  <a:lnTo>
                    <a:pt x="890" y="138"/>
                  </a:lnTo>
                  <a:lnTo>
                    <a:pt x="776" y="23"/>
                  </a:lnTo>
                  <a:lnTo>
                    <a:pt x="674" y="1"/>
                  </a:lnTo>
                  <a:lnTo>
                    <a:pt x="651" y="23"/>
                  </a:lnTo>
                  <a:lnTo>
                    <a:pt x="651" y="92"/>
                  </a:lnTo>
                  <a:lnTo>
                    <a:pt x="674" y="138"/>
                  </a:lnTo>
                  <a:lnTo>
                    <a:pt x="822" y="263"/>
                  </a:lnTo>
                  <a:lnTo>
                    <a:pt x="982" y="514"/>
                  </a:lnTo>
                  <a:lnTo>
                    <a:pt x="1119" y="651"/>
                  </a:lnTo>
                  <a:lnTo>
                    <a:pt x="1233" y="663"/>
                  </a:lnTo>
                  <a:lnTo>
                    <a:pt x="1290" y="663"/>
                  </a:lnTo>
                  <a:lnTo>
                    <a:pt x="1290" y="685"/>
                  </a:lnTo>
                  <a:lnTo>
                    <a:pt x="1301" y="708"/>
                  </a:lnTo>
                  <a:lnTo>
                    <a:pt x="1381" y="742"/>
                  </a:lnTo>
                  <a:lnTo>
                    <a:pt x="1450" y="68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9096;p37">
              <a:extLst>
                <a:ext uri="{FF2B5EF4-FFF2-40B4-BE49-F238E27FC236}">
                  <a16:creationId xmlns:a16="http://schemas.microsoft.com/office/drawing/2014/main" xmlns="" id="{CCA9737F-8A21-41DF-8641-4890C98728EE}"/>
                </a:ext>
              </a:extLst>
            </p:cNvPr>
            <p:cNvSpPr/>
            <p:nvPr/>
          </p:nvSpPr>
          <p:spPr>
            <a:xfrm>
              <a:off x="3851225" y="3073600"/>
              <a:ext cx="19700" cy="37675"/>
            </a:xfrm>
            <a:custGeom>
              <a:avLst/>
              <a:gdLst/>
              <a:ahLst/>
              <a:cxnLst/>
              <a:rect l="l" t="t" r="r" b="b"/>
              <a:pathLst>
                <a:path w="788" h="1507" extrusionOk="0">
                  <a:moveTo>
                    <a:pt x="137" y="1438"/>
                  </a:moveTo>
                  <a:lnTo>
                    <a:pt x="217" y="1324"/>
                  </a:lnTo>
                  <a:lnTo>
                    <a:pt x="217" y="1244"/>
                  </a:lnTo>
                  <a:lnTo>
                    <a:pt x="171" y="1176"/>
                  </a:lnTo>
                  <a:lnTo>
                    <a:pt x="114" y="1176"/>
                  </a:lnTo>
                  <a:lnTo>
                    <a:pt x="46" y="1233"/>
                  </a:lnTo>
                  <a:lnTo>
                    <a:pt x="0" y="1290"/>
                  </a:lnTo>
                  <a:lnTo>
                    <a:pt x="0" y="1335"/>
                  </a:lnTo>
                  <a:lnTo>
                    <a:pt x="11" y="1438"/>
                  </a:lnTo>
                  <a:lnTo>
                    <a:pt x="23" y="1472"/>
                  </a:lnTo>
                  <a:lnTo>
                    <a:pt x="69" y="1507"/>
                  </a:lnTo>
                  <a:close/>
                  <a:moveTo>
                    <a:pt x="753" y="114"/>
                  </a:moveTo>
                  <a:lnTo>
                    <a:pt x="788" y="57"/>
                  </a:lnTo>
                  <a:lnTo>
                    <a:pt x="788" y="34"/>
                  </a:lnTo>
                  <a:lnTo>
                    <a:pt x="765" y="23"/>
                  </a:lnTo>
                  <a:lnTo>
                    <a:pt x="753" y="0"/>
                  </a:lnTo>
                  <a:lnTo>
                    <a:pt x="730" y="23"/>
                  </a:lnTo>
                  <a:lnTo>
                    <a:pt x="685" y="92"/>
                  </a:lnTo>
                  <a:lnTo>
                    <a:pt x="696" y="114"/>
                  </a:lnTo>
                  <a:lnTo>
                    <a:pt x="730" y="14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9097;p37">
              <a:extLst>
                <a:ext uri="{FF2B5EF4-FFF2-40B4-BE49-F238E27FC236}">
                  <a16:creationId xmlns:a16="http://schemas.microsoft.com/office/drawing/2014/main" xmlns="" id="{252C8C5E-D435-4ED9-A7C9-50F514F79591}"/>
                </a:ext>
              </a:extLst>
            </p:cNvPr>
            <p:cNvSpPr/>
            <p:nvPr/>
          </p:nvSpPr>
          <p:spPr>
            <a:xfrm>
              <a:off x="2474625" y="2702125"/>
              <a:ext cx="2025" cy="1175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0" y="1"/>
                  </a:moveTo>
                  <a:lnTo>
                    <a:pt x="0" y="1"/>
                  </a:lnTo>
                  <a:lnTo>
                    <a:pt x="23" y="35"/>
                  </a:lnTo>
                  <a:lnTo>
                    <a:pt x="69" y="46"/>
                  </a:lnTo>
                  <a:lnTo>
                    <a:pt x="80" y="35"/>
                  </a:lnTo>
                  <a:lnTo>
                    <a:pt x="80" y="1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9098;p37">
              <a:extLst>
                <a:ext uri="{FF2B5EF4-FFF2-40B4-BE49-F238E27FC236}">
                  <a16:creationId xmlns:a16="http://schemas.microsoft.com/office/drawing/2014/main" xmlns="" id="{FBA4E4EA-25B9-4303-8DAF-719429A0BA30}"/>
                </a:ext>
              </a:extLst>
            </p:cNvPr>
            <p:cNvSpPr/>
            <p:nvPr/>
          </p:nvSpPr>
          <p:spPr>
            <a:xfrm>
              <a:off x="4830100" y="3215675"/>
              <a:ext cx="3150" cy="5150"/>
            </a:xfrm>
            <a:custGeom>
              <a:avLst/>
              <a:gdLst/>
              <a:ahLst/>
              <a:cxnLst/>
              <a:rect l="l" t="t" r="r" b="b"/>
              <a:pathLst>
                <a:path w="126" h="206" extrusionOk="0">
                  <a:moveTo>
                    <a:pt x="126" y="115"/>
                  </a:moveTo>
                  <a:lnTo>
                    <a:pt x="57" y="0"/>
                  </a:lnTo>
                  <a:lnTo>
                    <a:pt x="0" y="46"/>
                  </a:lnTo>
                  <a:lnTo>
                    <a:pt x="35" y="80"/>
                  </a:lnTo>
                  <a:lnTo>
                    <a:pt x="69" y="115"/>
                  </a:lnTo>
                  <a:lnTo>
                    <a:pt x="80" y="172"/>
                  </a:lnTo>
                  <a:lnTo>
                    <a:pt x="126" y="206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9099;p37">
              <a:extLst>
                <a:ext uri="{FF2B5EF4-FFF2-40B4-BE49-F238E27FC236}">
                  <a16:creationId xmlns:a16="http://schemas.microsoft.com/office/drawing/2014/main" xmlns="" id="{456D721D-1846-47C6-85BF-DE3706F31EE0}"/>
                </a:ext>
              </a:extLst>
            </p:cNvPr>
            <p:cNvSpPr/>
            <p:nvPr/>
          </p:nvSpPr>
          <p:spPr>
            <a:xfrm>
              <a:off x="2301725" y="2613975"/>
              <a:ext cx="13725" cy="4875"/>
            </a:xfrm>
            <a:custGeom>
              <a:avLst/>
              <a:gdLst/>
              <a:ahLst/>
              <a:cxnLst/>
              <a:rect l="l" t="t" r="r" b="b"/>
              <a:pathLst>
                <a:path w="549" h="195" extrusionOk="0">
                  <a:moveTo>
                    <a:pt x="12" y="92"/>
                  </a:moveTo>
                  <a:lnTo>
                    <a:pt x="0" y="149"/>
                  </a:lnTo>
                  <a:lnTo>
                    <a:pt x="0" y="171"/>
                  </a:lnTo>
                  <a:lnTo>
                    <a:pt x="23" y="194"/>
                  </a:lnTo>
                  <a:lnTo>
                    <a:pt x="115" y="171"/>
                  </a:lnTo>
                  <a:lnTo>
                    <a:pt x="126" y="160"/>
                  </a:lnTo>
                  <a:lnTo>
                    <a:pt x="149" y="149"/>
                  </a:lnTo>
                  <a:lnTo>
                    <a:pt x="149" y="126"/>
                  </a:lnTo>
                  <a:lnTo>
                    <a:pt x="92" y="149"/>
                  </a:lnTo>
                  <a:close/>
                  <a:moveTo>
                    <a:pt x="525" y="171"/>
                  </a:moveTo>
                  <a:lnTo>
                    <a:pt x="548" y="149"/>
                  </a:lnTo>
                  <a:lnTo>
                    <a:pt x="525" y="114"/>
                  </a:lnTo>
                  <a:lnTo>
                    <a:pt x="423" y="92"/>
                  </a:lnTo>
                  <a:lnTo>
                    <a:pt x="400" y="103"/>
                  </a:lnTo>
                  <a:lnTo>
                    <a:pt x="400" y="149"/>
                  </a:lnTo>
                  <a:lnTo>
                    <a:pt x="480" y="149"/>
                  </a:lnTo>
                  <a:lnTo>
                    <a:pt x="525" y="194"/>
                  </a:lnTo>
                  <a:close/>
                  <a:moveTo>
                    <a:pt x="366" y="103"/>
                  </a:moveTo>
                  <a:lnTo>
                    <a:pt x="354" y="92"/>
                  </a:lnTo>
                  <a:lnTo>
                    <a:pt x="343" y="0"/>
                  </a:lnTo>
                  <a:lnTo>
                    <a:pt x="263" y="0"/>
                  </a:lnTo>
                  <a:lnTo>
                    <a:pt x="263" y="34"/>
                  </a:lnTo>
                  <a:lnTo>
                    <a:pt x="286" y="57"/>
                  </a:lnTo>
                  <a:lnTo>
                    <a:pt x="297" y="57"/>
                  </a:lnTo>
                  <a:lnTo>
                    <a:pt x="309" y="92"/>
                  </a:lnTo>
                  <a:lnTo>
                    <a:pt x="354" y="11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9100;p37">
              <a:extLst>
                <a:ext uri="{FF2B5EF4-FFF2-40B4-BE49-F238E27FC236}">
                  <a16:creationId xmlns:a16="http://schemas.microsoft.com/office/drawing/2014/main" xmlns="" id="{A5FDED64-10E2-49A0-98DE-978226A9D9C8}"/>
                </a:ext>
              </a:extLst>
            </p:cNvPr>
            <p:cNvSpPr/>
            <p:nvPr/>
          </p:nvSpPr>
          <p:spPr>
            <a:xfrm>
              <a:off x="275475" y="3533500"/>
              <a:ext cx="13725" cy="65375"/>
            </a:xfrm>
            <a:custGeom>
              <a:avLst/>
              <a:gdLst/>
              <a:ahLst/>
              <a:cxnLst/>
              <a:rect l="l" t="t" r="r" b="b"/>
              <a:pathLst>
                <a:path w="549" h="2615" extrusionOk="0">
                  <a:moveTo>
                    <a:pt x="400" y="2477"/>
                  </a:moveTo>
                  <a:lnTo>
                    <a:pt x="400" y="2477"/>
                  </a:lnTo>
                  <a:lnTo>
                    <a:pt x="378" y="2523"/>
                  </a:lnTo>
                  <a:lnTo>
                    <a:pt x="378" y="2557"/>
                  </a:lnTo>
                  <a:lnTo>
                    <a:pt x="435" y="2614"/>
                  </a:lnTo>
                  <a:close/>
                  <a:moveTo>
                    <a:pt x="172" y="2352"/>
                  </a:moveTo>
                  <a:lnTo>
                    <a:pt x="149" y="2352"/>
                  </a:lnTo>
                  <a:lnTo>
                    <a:pt x="172" y="2340"/>
                  </a:lnTo>
                  <a:lnTo>
                    <a:pt x="115" y="2306"/>
                  </a:lnTo>
                  <a:lnTo>
                    <a:pt x="58" y="2306"/>
                  </a:lnTo>
                  <a:lnTo>
                    <a:pt x="35" y="2294"/>
                  </a:lnTo>
                  <a:lnTo>
                    <a:pt x="35" y="2272"/>
                  </a:lnTo>
                  <a:lnTo>
                    <a:pt x="1" y="2306"/>
                  </a:lnTo>
                  <a:lnTo>
                    <a:pt x="35" y="2352"/>
                  </a:lnTo>
                  <a:lnTo>
                    <a:pt x="161" y="2409"/>
                  </a:lnTo>
                  <a:lnTo>
                    <a:pt x="206" y="2431"/>
                  </a:lnTo>
                  <a:lnTo>
                    <a:pt x="229" y="2352"/>
                  </a:lnTo>
                  <a:lnTo>
                    <a:pt x="229" y="2317"/>
                  </a:lnTo>
                  <a:lnTo>
                    <a:pt x="195" y="2340"/>
                  </a:lnTo>
                  <a:lnTo>
                    <a:pt x="195" y="2352"/>
                  </a:lnTo>
                  <a:close/>
                  <a:moveTo>
                    <a:pt x="537" y="69"/>
                  </a:moveTo>
                  <a:lnTo>
                    <a:pt x="549" y="46"/>
                  </a:lnTo>
                  <a:lnTo>
                    <a:pt x="549" y="12"/>
                  </a:lnTo>
                  <a:lnTo>
                    <a:pt x="503" y="1"/>
                  </a:lnTo>
                  <a:lnTo>
                    <a:pt x="492" y="1"/>
                  </a:lnTo>
                  <a:lnTo>
                    <a:pt x="446" y="69"/>
                  </a:lnTo>
                  <a:lnTo>
                    <a:pt x="457" y="81"/>
                  </a:lnTo>
                  <a:lnTo>
                    <a:pt x="503" y="115"/>
                  </a:lnTo>
                  <a:lnTo>
                    <a:pt x="515" y="11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9101;p37">
              <a:extLst>
                <a:ext uri="{FF2B5EF4-FFF2-40B4-BE49-F238E27FC236}">
                  <a16:creationId xmlns:a16="http://schemas.microsoft.com/office/drawing/2014/main" xmlns="" id="{F459C0C7-191A-4B28-9F4C-A0B3BCAF7677}"/>
                </a:ext>
              </a:extLst>
            </p:cNvPr>
            <p:cNvSpPr/>
            <p:nvPr/>
          </p:nvSpPr>
          <p:spPr>
            <a:xfrm>
              <a:off x="2486325" y="2855050"/>
              <a:ext cx="28825" cy="28550"/>
            </a:xfrm>
            <a:custGeom>
              <a:avLst/>
              <a:gdLst/>
              <a:ahLst/>
              <a:cxnLst/>
              <a:rect l="l" t="t" r="r" b="b"/>
              <a:pathLst>
                <a:path w="1153" h="1142" extrusionOk="0">
                  <a:moveTo>
                    <a:pt x="719" y="1085"/>
                  </a:moveTo>
                  <a:lnTo>
                    <a:pt x="730" y="1062"/>
                  </a:lnTo>
                  <a:lnTo>
                    <a:pt x="730" y="971"/>
                  </a:lnTo>
                  <a:lnTo>
                    <a:pt x="753" y="913"/>
                  </a:lnTo>
                  <a:lnTo>
                    <a:pt x="730" y="856"/>
                  </a:lnTo>
                  <a:lnTo>
                    <a:pt x="719" y="777"/>
                  </a:lnTo>
                  <a:lnTo>
                    <a:pt x="730" y="708"/>
                  </a:lnTo>
                  <a:lnTo>
                    <a:pt x="730" y="605"/>
                  </a:lnTo>
                  <a:lnTo>
                    <a:pt x="753" y="560"/>
                  </a:lnTo>
                  <a:lnTo>
                    <a:pt x="833" y="446"/>
                  </a:lnTo>
                  <a:lnTo>
                    <a:pt x="696" y="446"/>
                  </a:lnTo>
                  <a:lnTo>
                    <a:pt x="616" y="480"/>
                  </a:lnTo>
                  <a:lnTo>
                    <a:pt x="457" y="491"/>
                  </a:lnTo>
                  <a:lnTo>
                    <a:pt x="388" y="514"/>
                  </a:lnTo>
                  <a:lnTo>
                    <a:pt x="285" y="537"/>
                  </a:lnTo>
                  <a:lnTo>
                    <a:pt x="228" y="560"/>
                  </a:lnTo>
                  <a:lnTo>
                    <a:pt x="240" y="571"/>
                  </a:lnTo>
                  <a:lnTo>
                    <a:pt x="320" y="605"/>
                  </a:lnTo>
                  <a:lnTo>
                    <a:pt x="342" y="628"/>
                  </a:lnTo>
                  <a:lnTo>
                    <a:pt x="354" y="662"/>
                  </a:lnTo>
                  <a:lnTo>
                    <a:pt x="377" y="719"/>
                  </a:lnTo>
                  <a:lnTo>
                    <a:pt x="331" y="959"/>
                  </a:lnTo>
                  <a:lnTo>
                    <a:pt x="320" y="971"/>
                  </a:lnTo>
                  <a:lnTo>
                    <a:pt x="228" y="993"/>
                  </a:lnTo>
                  <a:lnTo>
                    <a:pt x="206" y="1028"/>
                  </a:lnTo>
                  <a:lnTo>
                    <a:pt x="0" y="1142"/>
                  </a:lnTo>
                  <a:lnTo>
                    <a:pt x="114" y="1130"/>
                  </a:lnTo>
                  <a:lnTo>
                    <a:pt x="240" y="1142"/>
                  </a:lnTo>
                  <a:lnTo>
                    <a:pt x="582" y="1130"/>
                  </a:lnTo>
                  <a:close/>
                  <a:moveTo>
                    <a:pt x="970" y="137"/>
                  </a:moveTo>
                  <a:lnTo>
                    <a:pt x="1141" y="58"/>
                  </a:lnTo>
                  <a:lnTo>
                    <a:pt x="1153" y="1"/>
                  </a:lnTo>
                  <a:lnTo>
                    <a:pt x="1130" y="1"/>
                  </a:lnTo>
                  <a:lnTo>
                    <a:pt x="1016" y="46"/>
                  </a:lnTo>
                  <a:lnTo>
                    <a:pt x="925" y="115"/>
                  </a:lnTo>
                  <a:lnTo>
                    <a:pt x="925" y="149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9102;p37">
              <a:extLst>
                <a:ext uri="{FF2B5EF4-FFF2-40B4-BE49-F238E27FC236}">
                  <a16:creationId xmlns:a16="http://schemas.microsoft.com/office/drawing/2014/main" xmlns="" id="{566DD632-5A9E-42E1-9DF0-EEECCCC1690F}"/>
                </a:ext>
              </a:extLst>
            </p:cNvPr>
            <p:cNvSpPr/>
            <p:nvPr/>
          </p:nvSpPr>
          <p:spPr>
            <a:xfrm>
              <a:off x="2500575" y="2809125"/>
              <a:ext cx="5450" cy="15125"/>
            </a:xfrm>
            <a:custGeom>
              <a:avLst/>
              <a:gdLst/>
              <a:ahLst/>
              <a:cxnLst/>
              <a:rect l="l" t="t" r="r" b="b"/>
              <a:pathLst>
                <a:path w="218" h="605" extrusionOk="0">
                  <a:moveTo>
                    <a:pt x="12" y="605"/>
                  </a:moveTo>
                  <a:lnTo>
                    <a:pt x="12" y="605"/>
                  </a:lnTo>
                  <a:lnTo>
                    <a:pt x="12" y="582"/>
                  </a:lnTo>
                  <a:lnTo>
                    <a:pt x="35" y="582"/>
                  </a:lnTo>
                  <a:lnTo>
                    <a:pt x="35" y="571"/>
                  </a:lnTo>
                  <a:lnTo>
                    <a:pt x="35" y="571"/>
                  </a:lnTo>
                  <a:lnTo>
                    <a:pt x="35" y="559"/>
                  </a:lnTo>
                  <a:lnTo>
                    <a:pt x="12" y="559"/>
                  </a:lnTo>
                  <a:lnTo>
                    <a:pt x="12" y="571"/>
                  </a:lnTo>
                  <a:lnTo>
                    <a:pt x="12" y="571"/>
                  </a:lnTo>
                  <a:lnTo>
                    <a:pt x="12" y="582"/>
                  </a:lnTo>
                  <a:lnTo>
                    <a:pt x="1" y="582"/>
                  </a:lnTo>
                  <a:lnTo>
                    <a:pt x="1" y="605"/>
                  </a:lnTo>
                  <a:lnTo>
                    <a:pt x="1" y="605"/>
                  </a:lnTo>
                  <a:lnTo>
                    <a:pt x="1" y="605"/>
                  </a:lnTo>
                  <a:close/>
                  <a:moveTo>
                    <a:pt x="115" y="331"/>
                  </a:moveTo>
                  <a:lnTo>
                    <a:pt x="126" y="297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26" y="274"/>
                  </a:lnTo>
                  <a:lnTo>
                    <a:pt x="126" y="274"/>
                  </a:lnTo>
                  <a:lnTo>
                    <a:pt x="126" y="285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20"/>
                  </a:lnTo>
                  <a:lnTo>
                    <a:pt x="103" y="320"/>
                  </a:lnTo>
                  <a:lnTo>
                    <a:pt x="103" y="331"/>
                  </a:lnTo>
                  <a:lnTo>
                    <a:pt x="92" y="331"/>
                  </a:lnTo>
                  <a:lnTo>
                    <a:pt x="69" y="331"/>
                  </a:lnTo>
                  <a:lnTo>
                    <a:pt x="69" y="331"/>
                  </a:lnTo>
                  <a:lnTo>
                    <a:pt x="92" y="331"/>
                  </a:lnTo>
                  <a:lnTo>
                    <a:pt x="92" y="331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close/>
                  <a:moveTo>
                    <a:pt x="160" y="171"/>
                  </a:moveTo>
                  <a:lnTo>
                    <a:pt x="195" y="148"/>
                  </a:lnTo>
                  <a:lnTo>
                    <a:pt x="218" y="57"/>
                  </a:lnTo>
                  <a:lnTo>
                    <a:pt x="195" y="0"/>
                  </a:lnTo>
                  <a:lnTo>
                    <a:pt x="172" y="0"/>
                  </a:lnTo>
                  <a:lnTo>
                    <a:pt x="126" y="12"/>
                  </a:lnTo>
                  <a:lnTo>
                    <a:pt x="103" y="57"/>
                  </a:lnTo>
                  <a:lnTo>
                    <a:pt x="81" y="126"/>
                  </a:lnTo>
                  <a:lnTo>
                    <a:pt x="138" y="183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9103;p37">
              <a:extLst>
                <a:ext uri="{FF2B5EF4-FFF2-40B4-BE49-F238E27FC236}">
                  <a16:creationId xmlns:a16="http://schemas.microsoft.com/office/drawing/2014/main" xmlns="" id="{1BE94EFA-618E-4725-8586-9F8E60B773EB}"/>
                </a:ext>
              </a:extLst>
            </p:cNvPr>
            <p:cNvSpPr/>
            <p:nvPr/>
          </p:nvSpPr>
          <p:spPr>
            <a:xfrm>
              <a:off x="2444375" y="2686725"/>
              <a:ext cx="8875" cy="8000"/>
            </a:xfrm>
            <a:custGeom>
              <a:avLst/>
              <a:gdLst/>
              <a:ahLst/>
              <a:cxnLst/>
              <a:rect l="l" t="t" r="r" b="b"/>
              <a:pathLst>
                <a:path w="355" h="320" extrusionOk="0">
                  <a:moveTo>
                    <a:pt x="80" y="320"/>
                  </a:moveTo>
                  <a:lnTo>
                    <a:pt x="126" y="286"/>
                  </a:lnTo>
                  <a:lnTo>
                    <a:pt x="92" y="274"/>
                  </a:lnTo>
                  <a:lnTo>
                    <a:pt x="35" y="274"/>
                  </a:lnTo>
                  <a:lnTo>
                    <a:pt x="1" y="308"/>
                  </a:lnTo>
                  <a:lnTo>
                    <a:pt x="12" y="320"/>
                  </a:lnTo>
                  <a:close/>
                  <a:moveTo>
                    <a:pt x="240" y="263"/>
                  </a:moveTo>
                  <a:lnTo>
                    <a:pt x="297" y="206"/>
                  </a:lnTo>
                  <a:lnTo>
                    <a:pt x="229" y="217"/>
                  </a:lnTo>
                  <a:lnTo>
                    <a:pt x="195" y="251"/>
                  </a:lnTo>
                  <a:lnTo>
                    <a:pt x="206" y="263"/>
                  </a:lnTo>
                  <a:lnTo>
                    <a:pt x="229" y="263"/>
                  </a:lnTo>
                  <a:close/>
                  <a:moveTo>
                    <a:pt x="354" y="0"/>
                  </a:moveTo>
                  <a:lnTo>
                    <a:pt x="320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63" y="23"/>
                  </a:lnTo>
                  <a:lnTo>
                    <a:pt x="309" y="23"/>
                  </a:lnTo>
                  <a:lnTo>
                    <a:pt x="354" y="35"/>
                  </a:lnTo>
                  <a:lnTo>
                    <a:pt x="354" y="3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9104;p37">
              <a:extLst>
                <a:ext uri="{FF2B5EF4-FFF2-40B4-BE49-F238E27FC236}">
                  <a16:creationId xmlns:a16="http://schemas.microsoft.com/office/drawing/2014/main" xmlns="" id="{EDB7173A-9F4B-4C57-91CC-72410872E65F}"/>
                </a:ext>
              </a:extLst>
            </p:cNvPr>
            <p:cNvSpPr/>
            <p:nvPr/>
          </p:nvSpPr>
          <p:spPr>
            <a:xfrm>
              <a:off x="2437825" y="2695000"/>
              <a:ext cx="7425" cy="15425"/>
            </a:xfrm>
            <a:custGeom>
              <a:avLst/>
              <a:gdLst/>
              <a:ahLst/>
              <a:cxnLst/>
              <a:rect l="l" t="t" r="r" b="b"/>
              <a:pathLst>
                <a:path w="297" h="617" extrusionOk="0">
                  <a:moveTo>
                    <a:pt x="160" y="525"/>
                  </a:moveTo>
                  <a:lnTo>
                    <a:pt x="57" y="559"/>
                  </a:lnTo>
                  <a:lnTo>
                    <a:pt x="46" y="617"/>
                  </a:lnTo>
                  <a:lnTo>
                    <a:pt x="194" y="617"/>
                  </a:lnTo>
                  <a:lnTo>
                    <a:pt x="297" y="571"/>
                  </a:lnTo>
                  <a:lnTo>
                    <a:pt x="217" y="571"/>
                  </a:lnTo>
                  <a:close/>
                  <a:moveTo>
                    <a:pt x="285" y="35"/>
                  </a:moveTo>
                  <a:lnTo>
                    <a:pt x="217" y="12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228" y="57"/>
                  </a:lnTo>
                  <a:close/>
                  <a:moveTo>
                    <a:pt x="126" y="46"/>
                  </a:moveTo>
                  <a:lnTo>
                    <a:pt x="103" y="12"/>
                  </a:lnTo>
                  <a:lnTo>
                    <a:pt x="57" y="0"/>
                  </a:lnTo>
                  <a:lnTo>
                    <a:pt x="0" y="12"/>
                  </a:lnTo>
                  <a:lnTo>
                    <a:pt x="69" y="5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9105;p37">
              <a:extLst>
                <a:ext uri="{FF2B5EF4-FFF2-40B4-BE49-F238E27FC236}">
                  <a16:creationId xmlns:a16="http://schemas.microsoft.com/office/drawing/2014/main" xmlns="" id="{8AC45354-0AA2-45F4-9A89-A2FD2271F435}"/>
                </a:ext>
              </a:extLst>
            </p:cNvPr>
            <p:cNvSpPr/>
            <p:nvPr/>
          </p:nvSpPr>
          <p:spPr>
            <a:xfrm>
              <a:off x="4331675" y="2302700"/>
              <a:ext cx="40825" cy="24850"/>
            </a:xfrm>
            <a:custGeom>
              <a:avLst/>
              <a:gdLst/>
              <a:ahLst/>
              <a:cxnLst/>
              <a:rect l="l" t="t" r="r" b="b"/>
              <a:pathLst>
                <a:path w="1633" h="994" extrusionOk="0">
                  <a:moveTo>
                    <a:pt x="297" y="457"/>
                  </a:moveTo>
                  <a:lnTo>
                    <a:pt x="251" y="446"/>
                  </a:lnTo>
                  <a:lnTo>
                    <a:pt x="183" y="468"/>
                  </a:lnTo>
                  <a:lnTo>
                    <a:pt x="126" y="525"/>
                  </a:lnTo>
                  <a:lnTo>
                    <a:pt x="69" y="571"/>
                  </a:lnTo>
                  <a:lnTo>
                    <a:pt x="0" y="525"/>
                  </a:lnTo>
                  <a:lnTo>
                    <a:pt x="23" y="651"/>
                  </a:lnTo>
                  <a:lnTo>
                    <a:pt x="103" y="811"/>
                  </a:lnTo>
                  <a:lnTo>
                    <a:pt x="137" y="856"/>
                  </a:lnTo>
                  <a:lnTo>
                    <a:pt x="183" y="879"/>
                  </a:lnTo>
                  <a:lnTo>
                    <a:pt x="331" y="925"/>
                  </a:lnTo>
                  <a:lnTo>
                    <a:pt x="377" y="925"/>
                  </a:lnTo>
                  <a:lnTo>
                    <a:pt x="468" y="925"/>
                  </a:lnTo>
                  <a:lnTo>
                    <a:pt x="491" y="936"/>
                  </a:lnTo>
                  <a:lnTo>
                    <a:pt x="525" y="993"/>
                  </a:lnTo>
                  <a:lnTo>
                    <a:pt x="582" y="993"/>
                  </a:lnTo>
                  <a:lnTo>
                    <a:pt x="582" y="982"/>
                  </a:lnTo>
                  <a:lnTo>
                    <a:pt x="582" y="936"/>
                  </a:lnTo>
                  <a:lnTo>
                    <a:pt x="605" y="914"/>
                  </a:lnTo>
                  <a:lnTo>
                    <a:pt x="651" y="879"/>
                  </a:lnTo>
                  <a:lnTo>
                    <a:pt x="696" y="879"/>
                  </a:lnTo>
                  <a:lnTo>
                    <a:pt x="776" y="868"/>
                  </a:lnTo>
                  <a:lnTo>
                    <a:pt x="868" y="845"/>
                  </a:lnTo>
                  <a:lnTo>
                    <a:pt x="936" y="788"/>
                  </a:lnTo>
                  <a:lnTo>
                    <a:pt x="1062" y="640"/>
                  </a:lnTo>
                  <a:lnTo>
                    <a:pt x="1107" y="640"/>
                  </a:lnTo>
                  <a:lnTo>
                    <a:pt x="1153" y="640"/>
                  </a:lnTo>
                  <a:lnTo>
                    <a:pt x="1233" y="640"/>
                  </a:lnTo>
                  <a:lnTo>
                    <a:pt x="1324" y="628"/>
                  </a:lnTo>
                  <a:lnTo>
                    <a:pt x="1290" y="571"/>
                  </a:lnTo>
                  <a:lnTo>
                    <a:pt x="1278" y="560"/>
                  </a:lnTo>
                  <a:lnTo>
                    <a:pt x="1221" y="480"/>
                  </a:lnTo>
                  <a:lnTo>
                    <a:pt x="1187" y="423"/>
                  </a:lnTo>
                  <a:lnTo>
                    <a:pt x="1210" y="343"/>
                  </a:lnTo>
                  <a:lnTo>
                    <a:pt x="1564" y="69"/>
                  </a:lnTo>
                  <a:lnTo>
                    <a:pt x="1632" y="1"/>
                  </a:lnTo>
                  <a:lnTo>
                    <a:pt x="1518" y="23"/>
                  </a:lnTo>
                  <a:lnTo>
                    <a:pt x="1438" y="80"/>
                  </a:lnTo>
                  <a:lnTo>
                    <a:pt x="1381" y="115"/>
                  </a:lnTo>
                  <a:lnTo>
                    <a:pt x="1278" y="172"/>
                  </a:lnTo>
                  <a:lnTo>
                    <a:pt x="947" y="286"/>
                  </a:lnTo>
                  <a:lnTo>
                    <a:pt x="833" y="297"/>
                  </a:lnTo>
                  <a:lnTo>
                    <a:pt x="719" y="297"/>
                  </a:lnTo>
                  <a:lnTo>
                    <a:pt x="582" y="286"/>
                  </a:lnTo>
                  <a:lnTo>
                    <a:pt x="445" y="252"/>
                  </a:lnTo>
                  <a:lnTo>
                    <a:pt x="445" y="354"/>
                  </a:lnTo>
                  <a:lnTo>
                    <a:pt x="422" y="446"/>
                  </a:lnTo>
                  <a:lnTo>
                    <a:pt x="331" y="46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9106;p37">
              <a:extLst>
                <a:ext uri="{FF2B5EF4-FFF2-40B4-BE49-F238E27FC236}">
                  <a16:creationId xmlns:a16="http://schemas.microsoft.com/office/drawing/2014/main" xmlns="" id="{7AEABC18-DC13-4BB4-95FE-AA77774A80AB}"/>
                </a:ext>
              </a:extLst>
            </p:cNvPr>
            <p:cNvSpPr/>
            <p:nvPr/>
          </p:nvSpPr>
          <p:spPr>
            <a:xfrm>
              <a:off x="4806425" y="3585425"/>
              <a:ext cx="12000" cy="11450"/>
            </a:xfrm>
            <a:custGeom>
              <a:avLst/>
              <a:gdLst/>
              <a:ahLst/>
              <a:cxnLst/>
              <a:rect l="l" t="t" r="r" b="b"/>
              <a:pathLst>
                <a:path w="480" h="458" extrusionOk="0">
                  <a:moveTo>
                    <a:pt x="434" y="434"/>
                  </a:moveTo>
                  <a:lnTo>
                    <a:pt x="468" y="377"/>
                  </a:lnTo>
                  <a:lnTo>
                    <a:pt x="479" y="263"/>
                  </a:lnTo>
                  <a:lnTo>
                    <a:pt x="422" y="149"/>
                  </a:lnTo>
                  <a:lnTo>
                    <a:pt x="365" y="46"/>
                  </a:lnTo>
                  <a:lnTo>
                    <a:pt x="308" y="23"/>
                  </a:lnTo>
                  <a:lnTo>
                    <a:pt x="194" y="1"/>
                  </a:lnTo>
                  <a:lnTo>
                    <a:pt x="91" y="46"/>
                  </a:lnTo>
                  <a:lnTo>
                    <a:pt x="34" y="138"/>
                  </a:lnTo>
                  <a:lnTo>
                    <a:pt x="0" y="172"/>
                  </a:lnTo>
                  <a:lnTo>
                    <a:pt x="57" y="332"/>
                  </a:lnTo>
                  <a:lnTo>
                    <a:pt x="91" y="377"/>
                  </a:lnTo>
                  <a:lnTo>
                    <a:pt x="251" y="457"/>
                  </a:lnTo>
                  <a:lnTo>
                    <a:pt x="320" y="457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9107;p37">
              <a:extLst>
                <a:ext uri="{FF2B5EF4-FFF2-40B4-BE49-F238E27FC236}">
                  <a16:creationId xmlns:a16="http://schemas.microsoft.com/office/drawing/2014/main" xmlns="" id="{96B83F4C-5F2D-46B2-9712-A71B628AFF5B}"/>
                </a:ext>
              </a:extLst>
            </p:cNvPr>
            <p:cNvSpPr/>
            <p:nvPr/>
          </p:nvSpPr>
          <p:spPr>
            <a:xfrm>
              <a:off x="4617550" y="3399400"/>
              <a:ext cx="3725" cy="7450"/>
            </a:xfrm>
            <a:custGeom>
              <a:avLst/>
              <a:gdLst/>
              <a:ahLst/>
              <a:cxnLst/>
              <a:rect l="l" t="t" r="r" b="b"/>
              <a:pathLst>
                <a:path w="149" h="298" extrusionOk="0">
                  <a:moveTo>
                    <a:pt x="103" y="286"/>
                  </a:moveTo>
                  <a:lnTo>
                    <a:pt x="103" y="241"/>
                  </a:lnTo>
                  <a:lnTo>
                    <a:pt x="126" y="172"/>
                  </a:lnTo>
                  <a:lnTo>
                    <a:pt x="126" y="161"/>
                  </a:lnTo>
                  <a:lnTo>
                    <a:pt x="149" y="81"/>
                  </a:lnTo>
                  <a:lnTo>
                    <a:pt x="103" y="47"/>
                  </a:lnTo>
                  <a:lnTo>
                    <a:pt x="69" y="47"/>
                  </a:lnTo>
                  <a:lnTo>
                    <a:pt x="46" y="1"/>
                  </a:lnTo>
                  <a:lnTo>
                    <a:pt x="0" y="47"/>
                  </a:lnTo>
                  <a:lnTo>
                    <a:pt x="46" y="115"/>
                  </a:lnTo>
                  <a:lnTo>
                    <a:pt x="34" y="161"/>
                  </a:lnTo>
                  <a:lnTo>
                    <a:pt x="12" y="218"/>
                  </a:lnTo>
                  <a:lnTo>
                    <a:pt x="34" y="275"/>
                  </a:lnTo>
                  <a:lnTo>
                    <a:pt x="57" y="298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9108;p37">
              <a:extLst>
                <a:ext uri="{FF2B5EF4-FFF2-40B4-BE49-F238E27FC236}">
                  <a16:creationId xmlns:a16="http://schemas.microsoft.com/office/drawing/2014/main" xmlns="" id="{0FE25049-6CC5-46D3-A47D-5BA0591D80EC}"/>
                </a:ext>
              </a:extLst>
            </p:cNvPr>
            <p:cNvSpPr/>
            <p:nvPr/>
          </p:nvSpPr>
          <p:spPr>
            <a:xfrm>
              <a:off x="2506275" y="2774600"/>
              <a:ext cx="7175" cy="10300"/>
            </a:xfrm>
            <a:custGeom>
              <a:avLst/>
              <a:gdLst/>
              <a:ahLst/>
              <a:cxnLst/>
              <a:rect l="l" t="t" r="r" b="b"/>
              <a:pathLst>
                <a:path w="287" h="412" extrusionOk="0">
                  <a:moveTo>
                    <a:pt x="286" y="343"/>
                  </a:moveTo>
                  <a:lnTo>
                    <a:pt x="252" y="240"/>
                  </a:lnTo>
                  <a:lnTo>
                    <a:pt x="241" y="217"/>
                  </a:lnTo>
                  <a:lnTo>
                    <a:pt x="218" y="171"/>
                  </a:lnTo>
                  <a:lnTo>
                    <a:pt x="229" y="126"/>
                  </a:lnTo>
                  <a:lnTo>
                    <a:pt x="229" y="114"/>
                  </a:lnTo>
                  <a:lnTo>
                    <a:pt x="195" y="114"/>
                  </a:lnTo>
                  <a:lnTo>
                    <a:pt x="161" y="35"/>
                  </a:lnTo>
                  <a:lnTo>
                    <a:pt x="69" y="0"/>
                  </a:lnTo>
                  <a:lnTo>
                    <a:pt x="24" y="0"/>
                  </a:lnTo>
                  <a:lnTo>
                    <a:pt x="1" y="23"/>
                  </a:lnTo>
                  <a:lnTo>
                    <a:pt x="1" y="69"/>
                  </a:lnTo>
                  <a:lnTo>
                    <a:pt x="47" y="194"/>
                  </a:lnTo>
                  <a:lnTo>
                    <a:pt x="69" y="229"/>
                  </a:lnTo>
                  <a:lnTo>
                    <a:pt x="138" y="251"/>
                  </a:lnTo>
                  <a:lnTo>
                    <a:pt x="81" y="308"/>
                  </a:lnTo>
                  <a:lnTo>
                    <a:pt x="81" y="320"/>
                  </a:lnTo>
                  <a:lnTo>
                    <a:pt x="104" y="365"/>
                  </a:lnTo>
                  <a:lnTo>
                    <a:pt x="229" y="365"/>
                  </a:lnTo>
                  <a:lnTo>
                    <a:pt x="252" y="411"/>
                  </a:lnTo>
                  <a:lnTo>
                    <a:pt x="275" y="40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9109;p37">
              <a:extLst>
                <a:ext uri="{FF2B5EF4-FFF2-40B4-BE49-F238E27FC236}">
                  <a16:creationId xmlns:a16="http://schemas.microsoft.com/office/drawing/2014/main" xmlns="" id="{07F1D4C0-6CE8-4FF6-BBE6-B6C80BB7EFB6}"/>
                </a:ext>
              </a:extLst>
            </p:cNvPr>
            <p:cNvSpPr/>
            <p:nvPr/>
          </p:nvSpPr>
          <p:spPr>
            <a:xfrm>
              <a:off x="2497450" y="2737500"/>
              <a:ext cx="12000" cy="14300"/>
            </a:xfrm>
            <a:custGeom>
              <a:avLst/>
              <a:gdLst/>
              <a:ahLst/>
              <a:cxnLst/>
              <a:rect l="l" t="t" r="r" b="b"/>
              <a:pathLst>
                <a:path w="480" h="572" extrusionOk="0">
                  <a:moveTo>
                    <a:pt x="411" y="571"/>
                  </a:moveTo>
                  <a:lnTo>
                    <a:pt x="445" y="537"/>
                  </a:lnTo>
                  <a:lnTo>
                    <a:pt x="445" y="503"/>
                  </a:lnTo>
                  <a:lnTo>
                    <a:pt x="411" y="457"/>
                  </a:lnTo>
                  <a:lnTo>
                    <a:pt x="377" y="469"/>
                  </a:lnTo>
                  <a:lnTo>
                    <a:pt x="354" y="514"/>
                  </a:lnTo>
                  <a:lnTo>
                    <a:pt x="354" y="560"/>
                  </a:lnTo>
                  <a:lnTo>
                    <a:pt x="365" y="571"/>
                  </a:lnTo>
                  <a:close/>
                  <a:moveTo>
                    <a:pt x="137" y="457"/>
                  </a:moveTo>
                  <a:lnTo>
                    <a:pt x="171" y="423"/>
                  </a:lnTo>
                  <a:lnTo>
                    <a:pt x="171" y="252"/>
                  </a:lnTo>
                  <a:lnTo>
                    <a:pt x="183" y="218"/>
                  </a:lnTo>
                  <a:lnTo>
                    <a:pt x="160" y="195"/>
                  </a:lnTo>
                  <a:lnTo>
                    <a:pt x="126" y="172"/>
                  </a:lnTo>
                  <a:lnTo>
                    <a:pt x="34" y="138"/>
                  </a:lnTo>
                  <a:lnTo>
                    <a:pt x="23" y="160"/>
                  </a:lnTo>
                  <a:lnTo>
                    <a:pt x="0" y="195"/>
                  </a:lnTo>
                  <a:lnTo>
                    <a:pt x="12" y="412"/>
                  </a:lnTo>
                  <a:lnTo>
                    <a:pt x="34" y="480"/>
                  </a:lnTo>
                  <a:lnTo>
                    <a:pt x="69" y="503"/>
                  </a:lnTo>
                  <a:close/>
                  <a:moveTo>
                    <a:pt x="365" y="252"/>
                  </a:moveTo>
                  <a:lnTo>
                    <a:pt x="480" y="229"/>
                  </a:lnTo>
                  <a:lnTo>
                    <a:pt x="354" y="138"/>
                  </a:lnTo>
                  <a:lnTo>
                    <a:pt x="320" y="81"/>
                  </a:lnTo>
                  <a:lnTo>
                    <a:pt x="320" y="46"/>
                  </a:lnTo>
                  <a:lnTo>
                    <a:pt x="274" y="1"/>
                  </a:lnTo>
                  <a:lnTo>
                    <a:pt x="240" y="24"/>
                  </a:lnTo>
                  <a:lnTo>
                    <a:pt x="228" y="69"/>
                  </a:lnTo>
                  <a:lnTo>
                    <a:pt x="240" y="138"/>
                  </a:lnTo>
                  <a:lnTo>
                    <a:pt x="194" y="195"/>
                  </a:lnTo>
                  <a:lnTo>
                    <a:pt x="217" y="252"/>
                  </a:lnTo>
                  <a:lnTo>
                    <a:pt x="274" y="275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9110;p37">
              <a:extLst>
                <a:ext uri="{FF2B5EF4-FFF2-40B4-BE49-F238E27FC236}">
                  <a16:creationId xmlns:a16="http://schemas.microsoft.com/office/drawing/2014/main" xmlns="" id="{5A7F81D0-9F7C-4ACC-BF5F-95CA90EC1875}"/>
                </a:ext>
              </a:extLst>
            </p:cNvPr>
            <p:cNvSpPr/>
            <p:nvPr/>
          </p:nvSpPr>
          <p:spPr>
            <a:xfrm>
              <a:off x="2360200" y="2833075"/>
              <a:ext cx="3175" cy="6025"/>
            </a:xfrm>
            <a:custGeom>
              <a:avLst/>
              <a:gdLst/>
              <a:ahLst/>
              <a:cxnLst/>
              <a:rect l="l" t="t" r="r" b="b"/>
              <a:pathLst>
                <a:path w="127" h="241" extrusionOk="0">
                  <a:moveTo>
                    <a:pt x="126" y="138"/>
                  </a:moveTo>
                  <a:lnTo>
                    <a:pt x="126" y="58"/>
                  </a:lnTo>
                  <a:lnTo>
                    <a:pt x="1" y="1"/>
                  </a:lnTo>
                  <a:lnTo>
                    <a:pt x="1" y="46"/>
                  </a:lnTo>
                  <a:lnTo>
                    <a:pt x="12" y="69"/>
                  </a:lnTo>
                  <a:lnTo>
                    <a:pt x="58" y="81"/>
                  </a:lnTo>
                  <a:lnTo>
                    <a:pt x="69" y="115"/>
                  </a:lnTo>
                  <a:lnTo>
                    <a:pt x="58" y="195"/>
                  </a:lnTo>
                  <a:lnTo>
                    <a:pt x="81" y="24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9111;p37">
              <a:extLst>
                <a:ext uri="{FF2B5EF4-FFF2-40B4-BE49-F238E27FC236}">
                  <a16:creationId xmlns:a16="http://schemas.microsoft.com/office/drawing/2014/main" xmlns="" id="{C4D16B49-1900-44FA-A160-1811EDE51133}"/>
                </a:ext>
              </a:extLst>
            </p:cNvPr>
            <p:cNvSpPr/>
            <p:nvPr/>
          </p:nvSpPr>
          <p:spPr>
            <a:xfrm>
              <a:off x="3369625" y="2448500"/>
              <a:ext cx="92750" cy="36525"/>
            </a:xfrm>
            <a:custGeom>
              <a:avLst/>
              <a:gdLst/>
              <a:ahLst/>
              <a:cxnLst/>
              <a:rect l="l" t="t" r="r" b="b"/>
              <a:pathLst>
                <a:path w="3710" h="1461" extrusionOk="0">
                  <a:moveTo>
                    <a:pt x="217" y="1301"/>
                  </a:moveTo>
                  <a:lnTo>
                    <a:pt x="194" y="1278"/>
                  </a:lnTo>
                  <a:lnTo>
                    <a:pt x="92" y="1347"/>
                  </a:lnTo>
                  <a:lnTo>
                    <a:pt x="0" y="1347"/>
                  </a:lnTo>
                  <a:lnTo>
                    <a:pt x="23" y="1370"/>
                  </a:lnTo>
                  <a:lnTo>
                    <a:pt x="35" y="1404"/>
                  </a:lnTo>
                  <a:lnTo>
                    <a:pt x="137" y="1461"/>
                  </a:lnTo>
                  <a:close/>
                  <a:moveTo>
                    <a:pt x="2146" y="1004"/>
                  </a:moveTo>
                  <a:lnTo>
                    <a:pt x="2146" y="982"/>
                  </a:lnTo>
                  <a:lnTo>
                    <a:pt x="2134" y="982"/>
                  </a:lnTo>
                  <a:lnTo>
                    <a:pt x="2112" y="1004"/>
                  </a:lnTo>
                  <a:lnTo>
                    <a:pt x="1929" y="982"/>
                  </a:lnTo>
                  <a:lnTo>
                    <a:pt x="1906" y="1073"/>
                  </a:lnTo>
                  <a:lnTo>
                    <a:pt x="1826" y="1130"/>
                  </a:lnTo>
                  <a:lnTo>
                    <a:pt x="1826" y="1233"/>
                  </a:lnTo>
                  <a:lnTo>
                    <a:pt x="1906" y="1324"/>
                  </a:lnTo>
                  <a:lnTo>
                    <a:pt x="1940" y="1347"/>
                  </a:lnTo>
                  <a:lnTo>
                    <a:pt x="2020" y="1358"/>
                  </a:lnTo>
                  <a:lnTo>
                    <a:pt x="2112" y="1301"/>
                  </a:lnTo>
                  <a:lnTo>
                    <a:pt x="2146" y="1244"/>
                  </a:lnTo>
                  <a:lnTo>
                    <a:pt x="2157" y="1130"/>
                  </a:lnTo>
                  <a:lnTo>
                    <a:pt x="2146" y="1073"/>
                  </a:lnTo>
                  <a:close/>
                  <a:moveTo>
                    <a:pt x="765" y="1119"/>
                  </a:moveTo>
                  <a:lnTo>
                    <a:pt x="833" y="1061"/>
                  </a:lnTo>
                  <a:lnTo>
                    <a:pt x="833" y="1027"/>
                  </a:lnTo>
                  <a:lnTo>
                    <a:pt x="822" y="993"/>
                  </a:lnTo>
                  <a:lnTo>
                    <a:pt x="742" y="947"/>
                  </a:lnTo>
                  <a:lnTo>
                    <a:pt x="719" y="947"/>
                  </a:lnTo>
                  <a:lnTo>
                    <a:pt x="685" y="970"/>
                  </a:lnTo>
                  <a:lnTo>
                    <a:pt x="662" y="1027"/>
                  </a:lnTo>
                  <a:lnTo>
                    <a:pt x="696" y="1096"/>
                  </a:lnTo>
                  <a:lnTo>
                    <a:pt x="731" y="1119"/>
                  </a:lnTo>
                  <a:close/>
                  <a:moveTo>
                    <a:pt x="1427" y="788"/>
                  </a:moveTo>
                  <a:lnTo>
                    <a:pt x="1598" y="651"/>
                  </a:lnTo>
                  <a:lnTo>
                    <a:pt x="1598" y="605"/>
                  </a:lnTo>
                  <a:lnTo>
                    <a:pt x="1461" y="616"/>
                  </a:lnTo>
                  <a:lnTo>
                    <a:pt x="1301" y="765"/>
                  </a:lnTo>
                  <a:lnTo>
                    <a:pt x="1256" y="776"/>
                  </a:lnTo>
                  <a:lnTo>
                    <a:pt x="1119" y="788"/>
                  </a:lnTo>
                  <a:lnTo>
                    <a:pt x="1050" y="788"/>
                  </a:lnTo>
                  <a:lnTo>
                    <a:pt x="993" y="822"/>
                  </a:lnTo>
                  <a:lnTo>
                    <a:pt x="1016" y="856"/>
                  </a:lnTo>
                  <a:lnTo>
                    <a:pt x="1073" y="1004"/>
                  </a:lnTo>
                  <a:lnTo>
                    <a:pt x="1176" y="1130"/>
                  </a:lnTo>
                  <a:lnTo>
                    <a:pt x="1256" y="1107"/>
                  </a:lnTo>
                  <a:lnTo>
                    <a:pt x="1301" y="1073"/>
                  </a:lnTo>
                  <a:lnTo>
                    <a:pt x="1358" y="993"/>
                  </a:lnTo>
                  <a:close/>
                  <a:moveTo>
                    <a:pt x="3082" y="970"/>
                  </a:moveTo>
                  <a:lnTo>
                    <a:pt x="3298" y="902"/>
                  </a:lnTo>
                  <a:lnTo>
                    <a:pt x="3344" y="765"/>
                  </a:lnTo>
                  <a:lnTo>
                    <a:pt x="3390" y="605"/>
                  </a:lnTo>
                  <a:lnTo>
                    <a:pt x="3390" y="502"/>
                  </a:lnTo>
                  <a:lnTo>
                    <a:pt x="3355" y="457"/>
                  </a:lnTo>
                  <a:lnTo>
                    <a:pt x="3344" y="457"/>
                  </a:lnTo>
                  <a:lnTo>
                    <a:pt x="3287" y="457"/>
                  </a:lnTo>
                  <a:lnTo>
                    <a:pt x="3241" y="491"/>
                  </a:lnTo>
                  <a:lnTo>
                    <a:pt x="3230" y="571"/>
                  </a:lnTo>
                  <a:lnTo>
                    <a:pt x="3127" y="765"/>
                  </a:lnTo>
                  <a:lnTo>
                    <a:pt x="3059" y="936"/>
                  </a:lnTo>
                  <a:lnTo>
                    <a:pt x="2956" y="1016"/>
                  </a:lnTo>
                  <a:lnTo>
                    <a:pt x="2853" y="1050"/>
                  </a:lnTo>
                  <a:lnTo>
                    <a:pt x="2865" y="1061"/>
                  </a:lnTo>
                  <a:lnTo>
                    <a:pt x="2967" y="1073"/>
                  </a:lnTo>
                  <a:close/>
                  <a:moveTo>
                    <a:pt x="274" y="685"/>
                  </a:moveTo>
                  <a:lnTo>
                    <a:pt x="343" y="616"/>
                  </a:lnTo>
                  <a:lnTo>
                    <a:pt x="365" y="571"/>
                  </a:lnTo>
                  <a:lnTo>
                    <a:pt x="343" y="502"/>
                  </a:lnTo>
                  <a:lnTo>
                    <a:pt x="377" y="479"/>
                  </a:lnTo>
                  <a:lnTo>
                    <a:pt x="365" y="422"/>
                  </a:lnTo>
                  <a:lnTo>
                    <a:pt x="320" y="365"/>
                  </a:lnTo>
                  <a:lnTo>
                    <a:pt x="217" y="365"/>
                  </a:lnTo>
                  <a:lnTo>
                    <a:pt x="160" y="445"/>
                  </a:lnTo>
                  <a:lnTo>
                    <a:pt x="251" y="616"/>
                  </a:lnTo>
                  <a:lnTo>
                    <a:pt x="263" y="685"/>
                  </a:lnTo>
                  <a:close/>
                  <a:moveTo>
                    <a:pt x="3470" y="308"/>
                  </a:moveTo>
                  <a:lnTo>
                    <a:pt x="3595" y="263"/>
                  </a:lnTo>
                  <a:lnTo>
                    <a:pt x="3675" y="217"/>
                  </a:lnTo>
                  <a:lnTo>
                    <a:pt x="3686" y="91"/>
                  </a:lnTo>
                  <a:lnTo>
                    <a:pt x="3709" y="46"/>
                  </a:lnTo>
                  <a:lnTo>
                    <a:pt x="3686" y="0"/>
                  </a:lnTo>
                  <a:lnTo>
                    <a:pt x="3652" y="34"/>
                  </a:lnTo>
                  <a:lnTo>
                    <a:pt x="3629" y="91"/>
                  </a:lnTo>
                  <a:lnTo>
                    <a:pt x="3538" y="114"/>
                  </a:lnTo>
                  <a:lnTo>
                    <a:pt x="3424" y="171"/>
                  </a:lnTo>
                  <a:lnTo>
                    <a:pt x="3401" y="217"/>
                  </a:lnTo>
                  <a:lnTo>
                    <a:pt x="3367" y="343"/>
                  </a:lnTo>
                  <a:lnTo>
                    <a:pt x="3424" y="354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8898;p37">
            <a:extLst>
              <a:ext uri="{FF2B5EF4-FFF2-40B4-BE49-F238E27FC236}">
                <a16:creationId xmlns:a16="http://schemas.microsoft.com/office/drawing/2014/main" xmlns="" id="{39F533B2-AE07-46C2-BA15-12DC3D5AF070}"/>
              </a:ext>
            </a:extLst>
          </p:cNvPr>
          <p:cNvSpPr txBox="1">
            <a:spLocks noGrp="1"/>
          </p:cNvSpPr>
          <p:nvPr/>
        </p:nvSpPr>
        <p:spPr>
          <a:xfrm>
            <a:off x="360999" y="3431054"/>
            <a:ext cx="33978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Showcase places</a:t>
            </a:r>
            <a:endParaRPr b="1"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5" name="Google Shape;9112;p37">
            <a:extLst>
              <a:ext uri="{FF2B5EF4-FFF2-40B4-BE49-F238E27FC236}">
                <a16:creationId xmlns:a16="http://schemas.microsoft.com/office/drawing/2014/main" xmlns="" id="{C63DA9B3-6B3B-4D9A-B035-2F3F00EC38F6}"/>
              </a:ext>
            </a:extLst>
          </p:cNvPr>
          <p:cNvSpPr txBox="1">
            <a:spLocks noGrp="1"/>
          </p:cNvSpPr>
          <p:nvPr/>
        </p:nvSpPr>
        <p:spPr>
          <a:xfrm>
            <a:off x="360998" y="3867054"/>
            <a:ext cx="3732887" cy="15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 can use maps to show 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your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offices or markets. Or as charts, highlighting the countries and adding your data.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Google Shape;9113;p37">
            <a:extLst>
              <a:ext uri="{FF2B5EF4-FFF2-40B4-BE49-F238E27FC236}">
                <a16:creationId xmlns:a16="http://schemas.microsoft.com/office/drawing/2014/main" xmlns="" id="{09B728AD-B5D6-49DB-BF09-CE9EBD8C51A4}"/>
              </a:ext>
            </a:extLst>
          </p:cNvPr>
          <p:cNvSpPr txBox="1">
            <a:spLocks noGrp="1"/>
          </p:cNvSpPr>
          <p:nvPr/>
        </p:nvSpPr>
        <p:spPr>
          <a:xfrm>
            <a:off x="367868" y="5566176"/>
            <a:ext cx="3737122" cy="10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You can double click on the desired country and change fill color.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7" name="Google Shape;8899;p37">
            <a:extLst>
              <a:ext uri="{FF2B5EF4-FFF2-40B4-BE49-F238E27FC236}">
                <a16:creationId xmlns:a16="http://schemas.microsoft.com/office/drawing/2014/main" xmlns="" id="{C49259A9-C05E-4C3E-857D-D0401390C1DA}"/>
              </a:ext>
            </a:extLst>
          </p:cNvPr>
          <p:cNvSpPr txBox="1">
            <a:spLocks noGrp="1"/>
          </p:cNvSpPr>
          <p:nvPr/>
        </p:nvSpPr>
        <p:spPr>
          <a:xfrm>
            <a:off x="348858" y="5135690"/>
            <a:ext cx="33978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b="1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100% Editable</a:t>
            </a:r>
            <a:endParaRPr b="1"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171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FC2BC55-65E1-4329-B8A2-CBC84BCC1396}"/>
              </a:ext>
            </a:extLst>
          </p:cNvPr>
          <p:cNvSpPr txBox="1"/>
          <p:nvPr/>
        </p:nvSpPr>
        <p:spPr>
          <a:xfrm>
            <a:off x="-13697" y="73233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latin typeface="Fredoka one" panose="02000000000000000000" pitchFamily="2" charset="0"/>
                <a:cs typeface="Secular one" panose="00000500000000000000" pitchFamily="2" charset="-79"/>
              </a:rPr>
              <a:t>One SWOT</a:t>
            </a:r>
          </a:p>
        </p:txBody>
      </p:sp>
      <p:pic>
        <p:nvPicPr>
          <p:cNvPr id="3" name="Graphic 30">
            <a:extLst>
              <a:ext uri="{FF2B5EF4-FFF2-40B4-BE49-F238E27FC236}">
                <a16:creationId xmlns:a16="http://schemas.microsoft.com/office/drawing/2014/main" xmlns="" id="{0F25088E-BAC1-4BA2-9443-6082A4B6C0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47681" y="3635215"/>
            <a:ext cx="1340535" cy="134053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0796FB59-795E-4A62-AA4D-A59E7B16FA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67027" y="2473004"/>
            <a:ext cx="1660296" cy="1660296"/>
          </a:xfrm>
          <a:prstGeom prst="rect">
            <a:avLst/>
          </a:prstGeom>
        </p:spPr>
      </p:pic>
      <p:pic>
        <p:nvPicPr>
          <p:cNvPr id="5" name="Graphic 17">
            <a:extLst>
              <a:ext uri="{FF2B5EF4-FFF2-40B4-BE49-F238E27FC236}">
                <a16:creationId xmlns:a16="http://schemas.microsoft.com/office/drawing/2014/main" xmlns="" id="{0477A9C3-E156-43DE-8B3D-F5A10638FD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267027" y="4416168"/>
            <a:ext cx="1660296" cy="1672594"/>
          </a:xfrm>
          <a:prstGeom prst="rect">
            <a:avLst/>
          </a:prstGeom>
        </p:spPr>
      </p:pic>
      <p:pic>
        <p:nvPicPr>
          <p:cNvPr id="6" name="Graphic 21">
            <a:extLst>
              <a:ext uri="{FF2B5EF4-FFF2-40B4-BE49-F238E27FC236}">
                <a16:creationId xmlns:a16="http://schemas.microsoft.com/office/drawing/2014/main" xmlns="" id="{4A32FB53-6BA6-4245-9A5E-334FEF3A446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83978" y="4416168"/>
            <a:ext cx="1660296" cy="1672594"/>
          </a:xfrm>
          <a:prstGeom prst="rect">
            <a:avLst/>
          </a:prstGeom>
        </p:spPr>
      </p:pic>
      <p:pic>
        <p:nvPicPr>
          <p:cNvPr id="7" name="Graphic 25">
            <a:extLst>
              <a:ext uri="{FF2B5EF4-FFF2-40B4-BE49-F238E27FC236}">
                <a16:creationId xmlns:a16="http://schemas.microsoft.com/office/drawing/2014/main" xmlns="" id="{89A02469-466E-4376-AF9A-38EB0BDB4E0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308575" y="2473004"/>
            <a:ext cx="1660296" cy="1660296"/>
          </a:xfrm>
          <a:prstGeom prst="rect">
            <a:avLst/>
          </a:prstGeom>
        </p:spPr>
      </p:pic>
      <p:pic>
        <p:nvPicPr>
          <p:cNvPr id="8" name="Graphic 27">
            <a:extLst>
              <a:ext uri="{FF2B5EF4-FFF2-40B4-BE49-F238E27FC236}">
                <a16:creationId xmlns:a16="http://schemas.microsoft.com/office/drawing/2014/main" xmlns="" id="{7BF8575D-8EC4-4979-A415-1D3B6C58D9A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5644457" y="3739750"/>
            <a:ext cx="946983" cy="1069968"/>
          </a:xfrm>
          <a:prstGeom prst="rect">
            <a:avLst/>
          </a:prstGeom>
        </p:spPr>
      </p:pic>
      <p:pic>
        <p:nvPicPr>
          <p:cNvPr id="9" name="Graphic 33">
            <a:extLst>
              <a:ext uri="{FF2B5EF4-FFF2-40B4-BE49-F238E27FC236}">
                <a16:creationId xmlns:a16="http://schemas.microsoft.com/office/drawing/2014/main" xmlns="" id="{AC19C44C-4F68-4C1A-BFE6-3A3618D0FE3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948097" y="4416168"/>
            <a:ext cx="4525843" cy="1684893"/>
          </a:xfrm>
          <a:prstGeom prst="rect">
            <a:avLst/>
          </a:prstGeom>
        </p:spPr>
      </p:pic>
      <p:pic>
        <p:nvPicPr>
          <p:cNvPr id="10" name="Graphic 35">
            <a:extLst>
              <a:ext uri="{FF2B5EF4-FFF2-40B4-BE49-F238E27FC236}">
                <a16:creationId xmlns:a16="http://schemas.microsoft.com/office/drawing/2014/main" xmlns="" id="{E87BF036-3842-4AAA-BDA2-DE48D559231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6948097" y="2479156"/>
            <a:ext cx="4501246" cy="1660296"/>
          </a:xfrm>
          <a:prstGeom prst="rect">
            <a:avLst/>
          </a:prstGeom>
        </p:spPr>
      </p:pic>
      <p:pic>
        <p:nvPicPr>
          <p:cNvPr id="11" name="Graphic 43">
            <a:extLst>
              <a:ext uri="{FF2B5EF4-FFF2-40B4-BE49-F238E27FC236}">
                <a16:creationId xmlns:a16="http://schemas.microsoft.com/office/drawing/2014/main" xmlns="" id="{739D13E8-58A8-4DE2-B246-CA865740E57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725063" y="4416168"/>
            <a:ext cx="4525843" cy="1684893"/>
          </a:xfrm>
          <a:prstGeom prst="rect">
            <a:avLst/>
          </a:prstGeom>
        </p:spPr>
      </p:pic>
      <p:pic>
        <p:nvPicPr>
          <p:cNvPr id="12" name="Graphic 45">
            <a:extLst>
              <a:ext uri="{FF2B5EF4-FFF2-40B4-BE49-F238E27FC236}">
                <a16:creationId xmlns:a16="http://schemas.microsoft.com/office/drawing/2014/main" xmlns="" id="{19E763F8-315C-47DC-B4B2-E10D5ACA700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725063" y="2479156"/>
            <a:ext cx="4513544" cy="1660296"/>
          </a:xfrm>
          <a:prstGeom prst="rect">
            <a:avLst/>
          </a:prstGeom>
        </p:spPr>
      </p:pic>
      <p:pic>
        <p:nvPicPr>
          <p:cNvPr id="13" name="Graphic 47">
            <a:extLst>
              <a:ext uri="{FF2B5EF4-FFF2-40B4-BE49-F238E27FC236}">
                <a16:creationId xmlns:a16="http://schemas.microsoft.com/office/drawing/2014/main" xmlns="" id="{418682D1-137C-40F1-8C10-A85A538973D1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4789712" y="3124825"/>
            <a:ext cx="430447" cy="614924"/>
          </a:xfrm>
          <a:prstGeom prst="rect">
            <a:avLst/>
          </a:prstGeom>
        </p:spPr>
      </p:pic>
      <p:pic>
        <p:nvPicPr>
          <p:cNvPr id="14" name="Graphic 49">
            <a:extLst>
              <a:ext uri="{FF2B5EF4-FFF2-40B4-BE49-F238E27FC236}">
                <a16:creationId xmlns:a16="http://schemas.microsoft.com/office/drawing/2014/main" xmlns="" id="{8C278D3F-5C45-4B30-B0FD-AA29A0BA84B6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6788216" y="3109454"/>
            <a:ext cx="762506" cy="602626"/>
          </a:xfrm>
          <a:prstGeom prst="rect">
            <a:avLst/>
          </a:prstGeom>
        </p:spPr>
      </p:pic>
      <p:pic>
        <p:nvPicPr>
          <p:cNvPr id="15" name="Graphic 59">
            <a:extLst>
              <a:ext uri="{FF2B5EF4-FFF2-40B4-BE49-F238E27FC236}">
                <a16:creationId xmlns:a16="http://schemas.microsoft.com/office/drawing/2014/main" xmlns="" id="{D8AE4788-6B42-4C72-9F08-4789F57DC84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6886603" y="4975750"/>
            <a:ext cx="504238" cy="614924"/>
          </a:xfrm>
          <a:prstGeom prst="rect">
            <a:avLst/>
          </a:prstGeom>
        </p:spPr>
      </p:pic>
      <p:pic>
        <p:nvPicPr>
          <p:cNvPr id="16" name="Graphic 61">
            <a:extLst>
              <a:ext uri="{FF2B5EF4-FFF2-40B4-BE49-F238E27FC236}">
                <a16:creationId xmlns:a16="http://schemas.microsoft.com/office/drawing/2014/main" xmlns="" id="{2BA313F6-5BEB-4E1C-87E9-B55B2FD39954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>
            <a:off x="4808160" y="4988051"/>
            <a:ext cx="430447" cy="602626"/>
          </a:xfrm>
          <a:prstGeom prst="rect">
            <a:avLst/>
          </a:prstGeom>
        </p:spPr>
      </p:pic>
      <p:pic>
        <p:nvPicPr>
          <p:cNvPr id="17" name="Graphic 65">
            <a:extLst>
              <a:ext uri="{FF2B5EF4-FFF2-40B4-BE49-F238E27FC236}">
                <a16:creationId xmlns:a16="http://schemas.microsoft.com/office/drawing/2014/main" xmlns="" id="{285768B6-2AEC-4E21-B232-D1C794A6254E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11535433" y="4379275"/>
            <a:ext cx="135283" cy="1746385"/>
          </a:xfrm>
          <a:prstGeom prst="rect">
            <a:avLst/>
          </a:prstGeom>
        </p:spPr>
      </p:pic>
      <p:pic>
        <p:nvPicPr>
          <p:cNvPr id="18" name="Graphic 73">
            <a:extLst>
              <a:ext uri="{FF2B5EF4-FFF2-40B4-BE49-F238E27FC236}">
                <a16:creationId xmlns:a16="http://schemas.microsoft.com/office/drawing/2014/main" xmlns="" id="{94541D87-BC84-47B8-89E1-0D007945170D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96DAC541-7B7A-43D3-8B79-37D633B846F1}">
                <asvg:svgBlip xmlns:asvg="http://schemas.microsoft.com/office/drawing/2016/SVG/main" xmlns="" r:embed="rId33"/>
              </a:ext>
            </a:extLst>
          </a:blip>
          <a:stretch>
            <a:fillRect/>
          </a:stretch>
        </p:blipFill>
        <p:spPr>
          <a:xfrm>
            <a:off x="11535432" y="2429959"/>
            <a:ext cx="135283" cy="1746385"/>
          </a:xfrm>
          <a:prstGeom prst="rect">
            <a:avLst/>
          </a:prstGeom>
        </p:spPr>
      </p:pic>
      <p:pic>
        <p:nvPicPr>
          <p:cNvPr id="19" name="Graphic 75">
            <a:extLst>
              <a:ext uri="{FF2B5EF4-FFF2-40B4-BE49-F238E27FC236}">
                <a16:creationId xmlns:a16="http://schemas.microsoft.com/office/drawing/2014/main" xmlns="" id="{7790ACA2-220A-45D0-8F90-11C26B7978EC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96DAC541-7B7A-43D3-8B79-37D633B846F1}">
                <asvg:svgBlip xmlns:asvg="http://schemas.microsoft.com/office/drawing/2016/SVG/main" xmlns="" r:embed="rId35"/>
              </a:ext>
            </a:extLst>
          </a:blip>
          <a:stretch>
            <a:fillRect/>
          </a:stretch>
        </p:blipFill>
        <p:spPr>
          <a:xfrm>
            <a:off x="509839" y="4379275"/>
            <a:ext cx="135283" cy="1746385"/>
          </a:xfrm>
          <a:prstGeom prst="rect">
            <a:avLst/>
          </a:prstGeom>
        </p:spPr>
      </p:pic>
      <p:pic>
        <p:nvPicPr>
          <p:cNvPr id="20" name="Graphic 77">
            <a:extLst>
              <a:ext uri="{FF2B5EF4-FFF2-40B4-BE49-F238E27FC236}">
                <a16:creationId xmlns:a16="http://schemas.microsoft.com/office/drawing/2014/main" xmlns="" id="{7FD02E1D-06D7-4413-9B29-27B85103EF37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96DAC541-7B7A-43D3-8B79-37D633B846F1}">
                <asvg:svgBlip xmlns:asvg="http://schemas.microsoft.com/office/drawing/2016/SVG/main" xmlns="" r:embed="rId37"/>
              </a:ext>
            </a:extLst>
          </a:blip>
          <a:stretch>
            <a:fillRect/>
          </a:stretch>
        </p:blipFill>
        <p:spPr>
          <a:xfrm>
            <a:off x="503690" y="2429959"/>
            <a:ext cx="135283" cy="1746385"/>
          </a:xfrm>
          <a:prstGeom prst="rect">
            <a:avLst/>
          </a:prstGeom>
        </p:spPr>
      </p:pic>
      <p:sp>
        <p:nvSpPr>
          <p:cNvPr id="21" name="TextBox 80">
            <a:extLst>
              <a:ext uri="{FF2B5EF4-FFF2-40B4-BE49-F238E27FC236}">
                <a16:creationId xmlns:a16="http://schemas.microsoft.com/office/drawing/2014/main" xmlns="" id="{0AA8CD28-2778-495B-9870-0A7618C7684A}"/>
              </a:ext>
            </a:extLst>
          </p:cNvPr>
          <p:cNvSpPr txBox="1"/>
          <p:nvPr/>
        </p:nvSpPr>
        <p:spPr>
          <a:xfrm>
            <a:off x="1121184" y="4685823"/>
            <a:ext cx="326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600" dirty="0">
                <a:solidFill>
                  <a:schemeClr val="bg2">
                    <a:lumMod val="25000"/>
                  </a:schemeClr>
                </a:solidFill>
              </a:rPr>
              <a:t>THREATS</a:t>
            </a:r>
          </a:p>
        </p:txBody>
      </p:sp>
      <p:sp>
        <p:nvSpPr>
          <p:cNvPr id="22" name="TextBox 81">
            <a:extLst>
              <a:ext uri="{FF2B5EF4-FFF2-40B4-BE49-F238E27FC236}">
                <a16:creationId xmlns:a16="http://schemas.microsoft.com/office/drawing/2014/main" xmlns="" id="{891BD492-CF57-44DF-99C7-25F8489FBECF}"/>
              </a:ext>
            </a:extLst>
          </p:cNvPr>
          <p:cNvSpPr txBox="1"/>
          <p:nvPr/>
        </p:nvSpPr>
        <p:spPr>
          <a:xfrm>
            <a:off x="1089430" y="2609639"/>
            <a:ext cx="326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STRENGTHS</a:t>
            </a:r>
          </a:p>
        </p:txBody>
      </p:sp>
      <p:sp>
        <p:nvSpPr>
          <p:cNvPr id="23" name="TextBox 82">
            <a:extLst>
              <a:ext uri="{FF2B5EF4-FFF2-40B4-BE49-F238E27FC236}">
                <a16:creationId xmlns:a16="http://schemas.microsoft.com/office/drawing/2014/main" xmlns="" id="{C43A6D82-9C63-42F3-ABF4-5E01BF5CD909}"/>
              </a:ext>
            </a:extLst>
          </p:cNvPr>
          <p:cNvSpPr txBox="1"/>
          <p:nvPr/>
        </p:nvSpPr>
        <p:spPr>
          <a:xfrm>
            <a:off x="1087867" y="3047694"/>
            <a:ext cx="3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sample text.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Insert your desired text here.</a:t>
            </a:r>
          </a:p>
        </p:txBody>
      </p:sp>
      <p:sp>
        <p:nvSpPr>
          <p:cNvPr id="24" name="TextBox 83">
            <a:extLst>
              <a:ext uri="{FF2B5EF4-FFF2-40B4-BE49-F238E27FC236}">
                <a16:creationId xmlns:a16="http://schemas.microsoft.com/office/drawing/2014/main" xmlns="" id="{91387648-B0E7-4B32-A193-1A5CEC143EB0}"/>
              </a:ext>
            </a:extLst>
          </p:cNvPr>
          <p:cNvSpPr txBox="1"/>
          <p:nvPr/>
        </p:nvSpPr>
        <p:spPr>
          <a:xfrm>
            <a:off x="1087867" y="5067454"/>
            <a:ext cx="3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This is sample text.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Insert your desired text here.</a:t>
            </a:r>
          </a:p>
        </p:txBody>
      </p:sp>
      <p:sp>
        <p:nvSpPr>
          <p:cNvPr id="25" name="TextBox 84">
            <a:extLst>
              <a:ext uri="{FF2B5EF4-FFF2-40B4-BE49-F238E27FC236}">
                <a16:creationId xmlns:a16="http://schemas.microsoft.com/office/drawing/2014/main" xmlns="" id="{54E6D601-EF99-4810-98FA-D50B075FFC1A}"/>
              </a:ext>
            </a:extLst>
          </p:cNvPr>
          <p:cNvSpPr txBox="1"/>
          <p:nvPr/>
        </p:nvSpPr>
        <p:spPr>
          <a:xfrm>
            <a:off x="8617112" y="3040727"/>
            <a:ext cx="3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sample text.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Insert your desired text here.</a:t>
            </a:r>
          </a:p>
        </p:txBody>
      </p:sp>
      <p:sp>
        <p:nvSpPr>
          <p:cNvPr id="26" name="TextBox 85">
            <a:extLst>
              <a:ext uri="{FF2B5EF4-FFF2-40B4-BE49-F238E27FC236}">
                <a16:creationId xmlns:a16="http://schemas.microsoft.com/office/drawing/2014/main" xmlns="" id="{13B51390-63B9-4D6C-B76E-E404B5D5082A}"/>
              </a:ext>
            </a:extLst>
          </p:cNvPr>
          <p:cNvSpPr txBox="1"/>
          <p:nvPr/>
        </p:nvSpPr>
        <p:spPr>
          <a:xfrm>
            <a:off x="8617112" y="5067454"/>
            <a:ext cx="3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sample text.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Insert your desired text here.</a:t>
            </a:r>
          </a:p>
        </p:txBody>
      </p:sp>
      <p:sp>
        <p:nvSpPr>
          <p:cNvPr id="27" name="TextBox 79">
            <a:extLst>
              <a:ext uri="{FF2B5EF4-FFF2-40B4-BE49-F238E27FC236}">
                <a16:creationId xmlns:a16="http://schemas.microsoft.com/office/drawing/2014/main" xmlns="" id="{8DC09E7F-93F7-4CCA-B8D2-A72B5CAA005B}"/>
              </a:ext>
            </a:extLst>
          </p:cNvPr>
          <p:cNvSpPr txBox="1"/>
          <p:nvPr/>
        </p:nvSpPr>
        <p:spPr>
          <a:xfrm>
            <a:off x="8617112" y="2603981"/>
            <a:ext cx="326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WEAKNESSES</a:t>
            </a:r>
          </a:p>
        </p:txBody>
      </p:sp>
      <p:sp>
        <p:nvSpPr>
          <p:cNvPr id="28" name="TextBox 78">
            <a:extLst>
              <a:ext uri="{FF2B5EF4-FFF2-40B4-BE49-F238E27FC236}">
                <a16:creationId xmlns:a16="http://schemas.microsoft.com/office/drawing/2014/main" xmlns="" id="{4DD752B8-67FA-4745-9E36-46768B50B69C}"/>
              </a:ext>
            </a:extLst>
          </p:cNvPr>
          <p:cNvSpPr txBox="1"/>
          <p:nvPr/>
        </p:nvSpPr>
        <p:spPr>
          <a:xfrm>
            <a:off x="8617112" y="4687685"/>
            <a:ext cx="358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OPPORTUNITIES</a:t>
            </a:r>
          </a:p>
        </p:txBody>
      </p:sp>
    </p:spTree>
    <p:extLst>
      <p:ext uri="{BB962C8B-B14F-4D97-AF65-F5344CB8AC3E}">
        <p14:creationId xmlns:p14="http://schemas.microsoft.com/office/powerpoint/2010/main" xmlns="" val="358441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C8404CF-CAEA-40B5-8C9E-B1A1DC74652E}"/>
              </a:ext>
            </a:extLst>
          </p:cNvPr>
          <p:cNvSpPr txBox="1"/>
          <p:nvPr/>
        </p:nvSpPr>
        <p:spPr>
          <a:xfrm>
            <a:off x="0" y="21825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latin typeface="Fredoka one" panose="02000000000000000000" pitchFamily="2" charset="0"/>
                <a:cs typeface="Secular one" panose="00000500000000000000" pitchFamily="2" charset="-79"/>
              </a:rPr>
              <a:t>Another SWOT</a:t>
            </a:r>
          </a:p>
        </p:txBody>
      </p:sp>
      <p:pic>
        <p:nvPicPr>
          <p:cNvPr id="3" name="Graphic 37">
            <a:extLst>
              <a:ext uri="{FF2B5EF4-FFF2-40B4-BE49-F238E27FC236}">
                <a16:creationId xmlns:a16="http://schemas.microsoft.com/office/drawing/2014/main" xmlns="" id="{B39789A9-BE2D-4505-BBCC-D40236B474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784626" y="4771482"/>
            <a:ext cx="3652017" cy="1897294"/>
          </a:xfrm>
          <a:prstGeom prst="rect">
            <a:avLst/>
          </a:prstGeom>
        </p:spPr>
      </p:pic>
      <p:sp>
        <p:nvSpPr>
          <p:cNvPr id="4" name="TextBox 78">
            <a:extLst>
              <a:ext uri="{FF2B5EF4-FFF2-40B4-BE49-F238E27FC236}">
                <a16:creationId xmlns:a16="http://schemas.microsoft.com/office/drawing/2014/main" xmlns="" id="{97F88D14-B193-4F75-9D8A-861714C1EBC3}"/>
              </a:ext>
            </a:extLst>
          </p:cNvPr>
          <p:cNvSpPr txBox="1"/>
          <p:nvPr/>
        </p:nvSpPr>
        <p:spPr>
          <a:xfrm>
            <a:off x="7307135" y="5505686"/>
            <a:ext cx="358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300" dirty="0">
                <a:solidFill>
                  <a:srgbClr val="FFC000"/>
                </a:solidFill>
              </a:rPr>
              <a:t>OPPORTUNITIES</a:t>
            </a:r>
          </a:p>
        </p:txBody>
      </p:sp>
      <p:pic>
        <p:nvPicPr>
          <p:cNvPr id="5" name="Graphic 19">
            <a:extLst>
              <a:ext uri="{FF2B5EF4-FFF2-40B4-BE49-F238E27FC236}">
                <a16:creationId xmlns:a16="http://schemas.microsoft.com/office/drawing/2014/main" xmlns="" id="{54B1F93D-F47C-49EB-AA22-3F14A08119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829663" y="4724863"/>
            <a:ext cx="3652017" cy="1897294"/>
          </a:xfrm>
          <a:prstGeom prst="rect">
            <a:avLst/>
          </a:prstGeom>
        </p:spPr>
      </p:pic>
      <p:pic>
        <p:nvPicPr>
          <p:cNvPr id="6" name="Graphic 24">
            <a:extLst>
              <a:ext uri="{FF2B5EF4-FFF2-40B4-BE49-F238E27FC236}">
                <a16:creationId xmlns:a16="http://schemas.microsoft.com/office/drawing/2014/main" xmlns="" id="{308BA364-9C8F-4B19-9E7F-D7CD64FD0E0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105858" y="1381208"/>
            <a:ext cx="3388809" cy="1897294"/>
          </a:xfrm>
          <a:prstGeom prst="rect">
            <a:avLst/>
          </a:prstGeom>
        </p:spPr>
      </p:pic>
      <p:pic>
        <p:nvPicPr>
          <p:cNvPr id="7" name="Graphic 13">
            <a:extLst>
              <a:ext uri="{FF2B5EF4-FFF2-40B4-BE49-F238E27FC236}">
                <a16:creationId xmlns:a16="http://schemas.microsoft.com/office/drawing/2014/main" xmlns="" id="{94519B69-AAE4-45FC-BA15-DE0B89EDC12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824004" y="1349643"/>
            <a:ext cx="3652017" cy="1897294"/>
          </a:xfrm>
          <a:prstGeom prst="rect">
            <a:avLst/>
          </a:prstGeom>
        </p:spPr>
      </p:pic>
      <p:sp>
        <p:nvSpPr>
          <p:cNvPr id="8" name="TextBox 79">
            <a:extLst>
              <a:ext uri="{FF2B5EF4-FFF2-40B4-BE49-F238E27FC236}">
                <a16:creationId xmlns:a16="http://schemas.microsoft.com/office/drawing/2014/main" xmlns="" id="{B1B264F1-5639-4ADF-9BA1-653B615B1F06}"/>
              </a:ext>
            </a:extLst>
          </p:cNvPr>
          <p:cNvSpPr txBox="1"/>
          <p:nvPr/>
        </p:nvSpPr>
        <p:spPr>
          <a:xfrm>
            <a:off x="7563167" y="2147402"/>
            <a:ext cx="3760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600" dirty="0">
                <a:solidFill>
                  <a:srgbClr val="74D1F6"/>
                </a:solidFill>
              </a:rPr>
              <a:t>WEAKNESSES</a:t>
            </a:r>
          </a:p>
        </p:txBody>
      </p:sp>
      <p:sp>
        <p:nvSpPr>
          <p:cNvPr id="9" name="TextBox 80">
            <a:extLst>
              <a:ext uri="{FF2B5EF4-FFF2-40B4-BE49-F238E27FC236}">
                <a16:creationId xmlns:a16="http://schemas.microsoft.com/office/drawing/2014/main" xmlns="" id="{FC459305-2D18-47C6-A12C-74083E90C4AA}"/>
              </a:ext>
            </a:extLst>
          </p:cNvPr>
          <p:cNvSpPr txBox="1"/>
          <p:nvPr/>
        </p:nvSpPr>
        <p:spPr>
          <a:xfrm>
            <a:off x="2362397" y="5442756"/>
            <a:ext cx="3760744" cy="425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600" dirty="0">
                <a:solidFill>
                  <a:srgbClr val="92D050"/>
                </a:solidFill>
              </a:rPr>
              <a:t>THREATS</a:t>
            </a:r>
          </a:p>
        </p:txBody>
      </p:sp>
      <p:sp>
        <p:nvSpPr>
          <p:cNvPr id="10" name="TextBox 81">
            <a:extLst>
              <a:ext uri="{FF2B5EF4-FFF2-40B4-BE49-F238E27FC236}">
                <a16:creationId xmlns:a16="http://schemas.microsoft.com/office/drawing/2014/main" xmlns="" id="{0C3192F2-969D-461A-B236-B41B6ACCB963}"/>
              </a:ext>
            </a:extLst>
          </p:cNvPr>
          <p:cNvSpPr txBox="1"/>
          <p:nvPr/>
        </p:nvSpPr>
        <p:spPr>
          <a:xfrm>
            <a:off x="2400824" y="2097509"/>
            <a:ext cx="3760744" cy="425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pc="600" dirty="0">
                <a:solidFill>
                  <a:srgbClr val="FF0000"/>
                </a:solidFill>
              </a:rPr>
              <a:t>STRENGTHS</a:t>
            </a:r>
          </a:p>
        </p:txBody>
      </p:sp>
      <p:sp>
        <p:nvSpPr>
          <p:cNvPr id="11" name="TextBox 82">
            <a:extLst>
              <a:ext uri="{FF2B5EF4-FFF2-40B4-BE49-F238E27FC236}">
                <a16:creationId xmlns:a16="http://schemas.microsoft.com/office/drawing/2014/main" xmlns="" id="{BC7E74C2-8C77-4217-BA38-E77D530BEFC8}"/>
              </a:ext>
            </a:extLst>
          </p:cNvPr>
          <p:cNvSpPr txBox="1"/>
          <p:nvPr/>
        </p:nvSpPr>
        <p:spPr>
          <a:xfrm>
            <a:off x="2400824" y="2482653"/>
            <a:ext cx="3535811" cy="60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is sample text.</a:t>
            </a:r>
            <a:br>
              <a:rPr lang="en-US" sz="1400" dirty="0"/>
            </a:br>
            <a:r>
              <a:rPr lang="en-US" sz="1400" dirty="0"/>
              <a:t>Insert your desired text here.</a:t>
            </a:r>
          </a:p>
        </p:txBody>
      </p:sp>
      <p:sp>
        <p:nvSpPr>
          <p:cNvPr id="12" name="TextBox 83">
            <a:extLst>
              <a:ext uri="{FF2B5EF4-FFF2-40B4-BE49-F238E27FC236}">
                <a16:creationId xmlns:a16="http://schemas.microsoft.com/office/drawing/2014/main" xmlns="" id="{DC830621-9892-48D8-87E2-240E71110689}"/>
              </a:ext>
            </a:extLst>
          </p:cNvPr>
          <p:cNvSpPr txBox="1"/>
          <p:nvPr/>
        </p:nvSpPr>
        <p:spPr>
          <a:xfrm>
            <a:off x="2362397" y="5776610"/>
            <a:ext cx="3535811" cy="60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is sample text.</a:t>
            </a:r>
            <a:br>
              <a:rPr lang="en-US" sz="1400" dirty="0"/>
            </a:br>
            <a:r>
              <a:rPr lang="en-US" sz="1400" dirty="0"/>
              <a:t>Insert your desired text here.</a:t>
            </a:r>
          </a:p>
        </p:txBody>
      </p:sp>
      <p:sp>
        <p:nvSpPr>
          <p:cNvPr id="13" name="TextBox 84">
            <a:extLst>
              <a:ext uri="{FF2B5EF4-FFF2-40B4-BE49-F238E27FC236}">
                <a16:creationId xmlns:a16="http://schemas.microsoft.com/office/drawing/2014/main" xmlns="" id="{4ED0B085-958C-4B81-8C9F-B3AB5B4DF842}"/>
              </a:ext>
            </a:extLst>
          </p:cNvPr>
          <p:cNvSpPr txBox="1"/>
          <p:nvPr/>
        </p:nvSpPr>
        <p:spPr>
          <a:xfrm>
            <a:off x="7565422" y="2522374"/>
            <a:ext cx="3535811" cy="60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is sample text.</a:t>
            </a:r>
            <a:br>
              <a:rPr lang="en-US" sz="1400" dirty="0"/>
            </a:br>
            <a:r>
              <a:rPr lang="en-US" sz="1400" dirty="0"/>
              <a:t>Insert your desired text here.</a:t>
            </a:r>
          </a:p>
        </p:txBody>
      </p:sp>
      <p:sp>
        <p:nvSpPr>
          <p:cNvPr id="14" name="TextBox 85">
            <a:extLst>
              <a:ext uri="{FF2B5EF4-FFF2-40B4-BE49-F238E27FC236}">
                <a16:creationId xmlns:a16="http://schemas.microsoft.com/office/drawing/2014/main" xmlns="" id="{B6305A7D-7012-4604-80BC-56983FD21F01}"/>
              </a:ext>
            </a:extLst>
          </p:cNvPr>
          <p:cNvSpPr txBox="1"/>
          <p:nvPr/>
        </p:nvSpPr>
        <p:spPr>
          <a:xfrm>
            <a:off x="7307135" y="5915904"/>
            <a:ext cx="3535811" cy="60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is sample text.</a:t>
            </a:r>
            <a:br>
              <a:rPr lang="en-US" sz="1400" dirty="0"/>
            </a:br>
            <a:r>
              <a:rPr lang="en-US" sz="1400" dirty="0"/>
              <a:t>Insert your desired text here.</a:t>
            </a:r>
          </a:p>
        </p:txBody>
      </p:sp>
      <p:pic>
        <p:nvPicPr>
          <p:cNvPr id="15" name="Graphic 11">
            <a:extLst>
              <a:ext uri="{FF2B5EF4-FFF2-40B4-BE49-F238E27FC236}">
                <a16:creationId xmlns:a16="http://schemas.microsoft.com/office/drawing/2014/main" xmlns="" id="{EB7C17B1-8FD6-411A-BE61-1E79E21F0D1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63389" y="1344499"/>
            <a:ext cx="921230" cy="189729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xmlns="" id="{17AC0E82-3840-452E-ABD7-94873B4433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363389" y="4741705"/>
            <a:ext cx="899295" cy="1897294"/>
          </a:xfrm>
          <a:prstGeom prst="rect">
            <a:avLst/>
          </a:prstGeom>
        </p:spPr>
      </p:pic>
      <p:pic>
        <p:nvPicPr>
          <p:cNvPr id="17" name="Graphic 22">
            <a:extLst>
              <a:ext uri="{FF2B5EF4-FFF2-40B4-BE49-F238E27FC236}">
                <a16:creationId xmlns:a16="http://schemas.microsoft.com/office/drawing/2014/main" xmlns="" id="{19D5D6E9-201F-47B5-AE8F-BD9510E57F6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340888" y="1368159"/>
            <a:ext cx="1217339" cy="1897294"/>
          </a:xfrm>
          <a:prstGeom prst="rect">
            <a:avLst/>
          </a:prstGeom>
        </p:spPr>
      </p:pic>
      <p:pic>
        <p:nvPicPr>
          <p:cNvPr id="18" name="Graphic 34">
            <a:extLst>
              <a:ext uri="{FF2B5EF4-FFF2-40B4-BE49-F238E27FC236}">
                <a16:creationId xmlns:a16="http://schemas.microsoft.com/office/drawing/2014/main" xmlns="" id="{FFCF63DC-1792-45D8-9627-70B2CC32D2A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6368097" y="4771482"/>
            <a:ext cx="899295" cy="1897294"/>
          </a:xfrm>
          <a:prstGeom prst="rect">
            <a:avLst/>
          </a:prstGeom>
        </p:spPr>
      </p:pic>
      <p:pic>
        <p:nvPicPr>
          <p:cNvPr id="19" name="Graphic 39">
            <a:extLst>
              <a:ext uri="{FF2B5EF4-FFF2-40B4-BE49-F238E27FC236}">
                <a16:creationId xmlns:a16="http://schemas.microsoft.com/office/drawing/2014/main" xmlns="" id="{6C89717C-73A3-4E2E-A732-6D373F61CFB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502365" y="1576373"/>
            <a:ext cx="648005" cy="429304"/>
          </a:xfrm>
          <a:prstGeom prst="rect">
            <a:avLst/>
          </a:prstGeom>
        </p:spPr>
      </p:pic>
      <p:pic>
        <p:nvPicPr>
          <p:cNvPr id="20" name="Graphic 41">
            <a:extLst>
              <a:ext uri="{FF2B5EF4-FFF2-40B4-BE49-F238E27FC236}">
                <a16:creationId xmlns:a16="http://schemas.microsoft.com/office/drawing/2014/main" xmlns="" id="{A127ED0F-1A2E-405F-985E-9BF16B88804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7896611" y="1596696"/>
            <a:ext cx="581252" cy="537658"/>
          </a:xfrm>
          <a:prstGeom prst="rect">
            <a:avLst/>
          </a:prstGeom>
        </p:spPr>
      </p:pic>
      <p:pic>
        <p:nvPicPr>
          <p:cNvPr id="21" name="Graphic 44">
            <a:extLst>
              <a:ext uri="{FF2B5EF4-FFF2-40B4-BE49-F238E27FC236}">
                <a16:creationId xmlns:a16="http://schemas.microsoft.com/office/drawing/2014/main" xmlns="" id="{5F082AC7-5825-4C5B-81F8-A499F3A19D5B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7463105" y="4864409"/>
            <a:ext cx="548351" cy="548351"/>
          </a:xfrm>
          <a:prstGeom prst="rect">
            <a:avLst/>
          </a:prstGeom>
        </p:spPr>
      </p:pic>
      <p:pic>
        <p:nvPicPr>
          <p:cNvPr id="22" name="Graphic 48">
            <a:extLst>
              <a:ext uri="{FF2B5EF4-FFF2-40B4-BE49-F238E27FC236}">
                <a16:creationId xmlns:a16="http://schemas.microsoft.com/office/drawing/2014/main" xmlns="" id="{11C8BD09-8902-4383-A0B7-5D646A065E40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2519766" y="4762441"/>
            <a:ext cx="630604" cy="58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24516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B4D7DCD-E4B6-47C9-8367-E72EE67EB8F7}"/>
              </a:ext>
            </a:extLst>
          </p:cNvPr>
          <p:cNvSpPr txBox="1"/>
          <p:nvPr/>
        </p:nvSpPr>
        <p:spPr>
          <a:xfrm>
            <a:off x="0" y="1736765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>
                <a:latin typeface="Fredoka one" panose="02000000000000000000" pitchFamily="2" charset="0"/>
                <a:cs typeface="Secular one" panose="00000500000000000000" pitchFamily="2" charset="-79"/>
              </a:rPr>
              <a:t>Thank You!</a:t>
            </a:r>
          </a:p>
        </p:txBody>
      </p:sp>
      <p:sp>
        <p:nvSpPr>
          <p:cNvPr id="3" name="Google Shape;2335;p54">
            <a:extLst>
              <a:ext uri="{FF2B5EF4-FFF2-40B4-BE49-F238E27FC236}">
                <a16:creationId xmlns:a16="http://schemas.microsoft.com/office/drawing/2014/main" xmlns="" id="{12A0FB69-B827-4587-A6F9-2E026A2BF448}"/>
              </a:ext>
            </a:extLst>
          </p:cNvPr>
          <p:cNvSpPr txBox="1">
            <a:spLocks noGrp="1"/>
          </p:cNvSpPr>
          <p:nvPr/>
        </p:nvSpPr>
        <p:spPr>
          <a:xfrm flipH="1">
            <a:off x="4121100" y="3091900"/>
            <a:ext cx="39498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Do you have any questions?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support@azslides.com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erlin Sans FB" panose="020E0602020502020306" pitchFamily="34" charset="0"/>
              </a:rPr>
              <a:t>azslides.com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088757-F256-42C4-B791-645214389FAF}"/>
              </a:ext>
            </a:extLst>
          </p:cNvPr>
          <p:cNvSpPr txBox="1"/>
          <p:nvPr/>
        </p:nvSpPr>
        <p:spPr>
          <a:xfrm>
            <a:off x="1645853" y="4474903"/>
            <a:ext cx="8920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Berlin Sans FB" panose="020E0602020502020306" pitchFamily="34" charset="0"/>
              </a:rPr>
              <a:t>Credits: This presentation template was created by </a:t>
            </a:r>
            <a:r>
              <a:rPr lang="en-US" dirty="0" smtClean="0">
                <a:latin typeface="Berlin Sans FB" panose="020E0602020502020306" pitchFamily="34" charset="0"/>
              </a:rPr>
              <a:t>azslides.com, </a:t>
            </a:r>
            <a:r>
              <a:rPr lang="en-US" dirty="0">
                <a:latin typeface="Berlin Sans FB" panose="020E0602020502020306" pitchFamily="34" charset="0"/>
              </a:rPr>
              <a:t>including icon by </a:t>
            </a:r>
            <a:r>
              <a:rPr lang="en-US" dirty="0" err="1">
                <a:latin typeface="Berlin Sans FB" panose="020E0602020502020306" pitchFamily="34" charset="0"/>
              </a:rPr>
              <a:t>iconarchive</a:t>
            </a:r>
            <a:r>
              <a:rPr lang="en-US" dirty="0">
                <a:latin typeface="Berlin Sans FB" panose="020E0602020502020306" pitchFamily="34" charset="0"/>
              </a:rPr>
              <a:t> and image by </a:t>
            </a:r>
            <a:r>
              <a:rPr lang="en-US" dirty="0" err="1">
                <a:latin typeface="Berlin Sans FB" panose="020E0602020502020306" pitchFamily="34" charset="0"/>
              </a:rPr>
              <a:t>pexels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shutterstock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pdimage</a:t>
            </a:r>
            <a:r>
              <a:rPr lang="en-US" dirty="0">
                <a:latin typeface="Berlin Sans FB" panose="020E0602020502020306" pitchFamily="34" charset="0"/>
              </a:rPr>
              <a:t>, </a:t>
            </a:r>
            <a:r>
              <a:rPr lang="en-US" dirty="0" err="1">
                <a:latin typeface="Berlin Sans FB" panose="020E0602020502020306" pitchFamily="34" charset="0"/>
              </a:rPr>
              <a:t>pixabay</a:t>
            </a:r>
            <a:r>
              <a:rPr lang="en-US" dirty="0">
                <a:latin typeface="Berlin Sans FB" panose="020E0602020502020306" pitchFamily="34" charset="0"/>
              </a:rPr>
              <a:t>,  etc</a:t>
            </a:r>
          </a:p>
        </p:txBody>
      </p:sp>
    </p:spTree>
    <p:extLst>
      <p:ext uri="{BB962C8B-B14F-4D97-AF65-F5344CB8AC3E}">
        <p14:creationId xmlns:p14="http://schemas.microsoft.com/office/powerpoint/2010/main" xmlns="" val="1770327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7FF1BF-3301-44E6-8DD2-3E6AC9D649A7}"/>
              </a:ext>
            </a:extLst>
          </p:cNvPr>
          <p:cNvSpPr txBox="1"/>
          <p:nvPr/>
        </p:nvSpPr>
        <p:spPr>
          <a:xfrm>
            <a:off x="0" y="166672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dirty="0">
                <a:latin typeface="Fredoka one" panose="02000000000000000000" pitchFamily="2" charset="0"/>
                <a:cs typeface="Secular one" panose="00000500000000000000" pitchFamily="2" charset="-79"/>
              </a:rPr>
              <a:t>Fonts &amp; Colors used</a:t>
            </a:r>
          </a:p>
        </p:txBody>
      </p:sp>
      <p:sp>
        <p:nvSpPr>
          <p:cNvPr id="3" name="Google Shape;3325;p60">
            <a:extLst>
              <a:ext uri="{FF2B5EF4-FFF2-40B4-BE49-F238E27FC236}">
                <a16:creationId xmlns:a16="http://schemas.microsoft.com/office/drawing/2014/main" xmlns="" id="{BD751633-767C-4980-B180-4C86165A1397}"/>
              </a:ext>
            </a:extLst>
          </p:cNvPr>
          <p:cNvSpPr txBox="1">
            <a:spLocks noGrp="1"/>
          </p:cNvSpPr>
          <p:nvPr/>
        </p:nvSpPr>
        <p:spPr>
          <a:xfrm>
            <a:off x="2572350" y="2469094"/>
            <a:ext cx="70473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Fredoka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one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(https://fonts.google.com/specimen/Fredoka+One)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Be Vietnam Pro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(https://fonts.google.com/specimen/Be+Vietnam+Pro?query=be)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A29F24D-C014-4D12-98F2-293EB9F3B260}"/>
              </a:ext>
            </a:extLst>
          </p:cNvPr>
          <p:cNvGrpSpPr/>
          <p:nvPr/>
        </p:nvGrpSpPr>
        <p:grpSpPr>
          <a:xfrm>
            <a:off x="3094729" y="4436300"/>
            <a:ext cx="813246" cy="687300"/>
            <a:chOff x="1847881" y="5372792"/>
            <a:chExt cx="813246" cy="6873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xmlns="" id="{672B0A49-2CE8-402D-B6F0-BA1A6D70EF93}"/>
                </a:ext>
              </a:extLst>
            </p:cNvPr>
            <p:cNvSpPr/>
            <p:nvPr/>
          </p:nvSpPr>
          <p:spPr>
            <a:xfrm>
              <a:off x="1893754" y="5372792"/>
              <a:ext cx="721500" cy="687300"/>
            </a:xfrm>
            <a:prstGeom prst="round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sp>
          <p:nvSpPr>
            <p:cNvPr id="19" name="Google Shape;3333;p60">
              <a:extLst>
                <a:ext uri="{FF2B5EF4-FFF2-40B4-BE49-F238E27FC236}">
                  <a16:creationId xmlns:a16="http://schemas.microsoft.com/office/drawing/2014/main" xmlns="" id="{8D3C676A-4247-4312-AAC4-B0B38AC77B77}"/>
                </a:ext>
              </a:extLst>
            </p:cNvPr>
            <p:cNvSpPr txBox="1"/>
            <p:nvPr/>
          </p:nvSpPr>
          <p:spPr>
            <a:xfrm>
              <a:off x="1847881" y="5515892"/>
              <a:ext cx="813246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#4472C4</a:t>
              </a:r>
              <a:endParaRPr sz="12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A39C46E3-1296-473E-A9BE-7A01CB7B2551}"/>
              </a:ext>
            </a:extLst>
          </p:cNvPr>
          <p:cNvGrpSpPr/>
          <p:nvPr/>
        </p:nvGrpSpPr>
        <p:grpSpPr>
          <a:xfrm>
            <a:off x="4088131" y="4449836"/>
            <a:ext cx="813246" cy="687300"/>
            <a:chOff x="1847881" y="5372792"/>
            <a:chExt cx="813246" cy="687300"/>
          </a:xfrm>
          <a:solidFill>
            <a:srgbClr val="767171"/>
          </a:solidFill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xmlns="" id="{F1663D22-C60F-48C4-912C-9C95F5B57FEB}"/>
                </a:ext>
              </a:extLst>
            </p:cNvPr>
            <p:cNvSpPr/>
            <p:nvPr/>
          </p:nvSpPr>
          <p:spPr>
            <a:xfrm>
              <a:off x="1893754" y="5372792"/>
              <a:ext cx="721500" cy="6873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sp>
          <p:nvSpPr>
            <p:cNvPr id="17" name="Google Shape;3333;p60">
              <a:extLst>
                <a:ext uri="{FF2B5EF4-FFF2-40B4-BE49-F238E27FC236}">
                  <a16:creationId xmlns:a16="http://schemas.microsoft.com/office/drawing/2014/main" xmlns="" id="{55FCD320-F8D5-4B01-8178-4CD9617F4321}"/>
                </a:ext>
              </a:extLst>
            </p:cNvPr>
            <p:cNvSpPr txBox="1"/>
            <p:nvPr/>
          </p:nvSpPr>
          <p:spPr>
            <a:xfrm>
              <a:off x="1847881" y="5515892"/>
              <a:ext cx="813246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#767171</a:t>
              </a:r>
              <a:endParaRPr sz="12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9C6E963-F59B-4B37-A9F9-816D763E8E7E}"/>
              </a:ext>
            </a:extLst>
          </p:cNvPr>
          <p:cNvGrpSpPr/>
          <p:nvPr/>
        </p:nvGrpSpPr>
        <p:grpSpPr>
          <a:xfrm>
            <a:off x="5081533" y="4463372"/>
            <a:ext cx="813246" cy="687300"/>
            <a:chOff x="4916433" y="4924950"/>
            <a:chExt cx="813246" cy="6873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xmlns="" id="{3521F248-0C4D-46C8-ABA7-798D689DD217}"/>
                </a:ext>
              </a:extLst>
            </p:cNvPr>
            <p:cNvSpPr/>
            <p:nvPr/>
          </p:nvSpPr>
          <p:spPr>
            <a:xfrm>
              <a:off x="4962306" y="4924950"/>
              <a:ext cx="721500" cy="6873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sp>
          <p:nvSpPr>
            <p:cNvPr id="15" name="Google Shape;3333;p60">
              <a:extLst>
                <a:ext uri="{FF2B5EF4-FFF2-40B4-BE49-F238E27FC236}">
                  <a16:creationId xmlns:a16="http://schemas.microsoft.com/office/drawing/2014/main" xmlns="" id="{C2348E58-0BC4-46F4-B416-FDCF08555892}"/>
                </a:ext>
              </a:extLst>
            </p:cNvPr>
            <p:cNvSpPr txBox="1"/>
            <p:nvPr/>
          </p:nvSpPr>
          <p:spPr>
            <a:xfrm>
              <a:off x="4916433" y="5068050"/>
              <a:ext cx="813246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#FF0000</a:t>
              </a:r>
              <a:endParaRPr sz="12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9DA9878C-2F4E-4AF6-8E8E-AD9BFF1B7797}"/>
              </a:ext>
            </a:extLst>
          </p:cNvPr>
          <p:cNvSpPr/>
          <p:nvPr/>
        </p:nvSpPr>
        <p:spPr>
          <a:xfrm>
            <a:off x="6120808" y="4476908"/>
            <a:ext cx="721500" cy="6873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/>
          </a:p>
        </p:txBody>
      </p:sp>
      <p:sp>
        <p:nvSpPr>
          <p:cNvPr id="8" name="Google Shape;3333;p60">
            <a:extLst>
              <a:ext uri="{FF2B5EF4-FFF2-40B4-BE49-F238E27FC236}">
                <a16:creationId xmlns:a16="http://schemas.microsoft.com/office/drawing/2014/main" xmlns="" id="{AACD8ED8-13A3-4B1D-A1CF-956CDA4D4914}"/>
              </a:ext>
            </a:extLst>
          </p:cNvPr>
          <p:cNvSpPr txBox="1"/>
          <p:nvPr/>
        </p:nvSpPr>
        <p:spPr>
          <a:xfrm>
            <a:off x="6074935" y="4620008"/>
            <a:ext cx="813246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#ED7D31</a:t>
            </a:r>
            <a:endParaRPr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1A6705CD-50D5-405C-9AD1-E6E469ACFF83}"/>
              </a:ext>
            </a:extLst>
          </p:cNvPr>
          <p:cNvSpPr/>
          <p:nvPr/>
        </p:nvSpPr>
        <p:spPr>
          <a:xfrm>
            <a:off x="7114210" y="4490444"/>
            <a:ext cx="721500" cy="6873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 dirty="0"/>
          </a:p>
        </p:txBody>
      </p:sp>
      <p:sp>
        <p:nvSpPr>
          <p:cNvPr id="10" name="Google Shape;3333;p60">
            <a:extLst>
              <a:ext uri="{FF2B5EF4-FFF2-40B4-BE49-F238E27FC236}">
                <a16:creationId xmlns:a16="http://schemas.microsoft.com/office/drawing/2014/main" xmlns="" id="{A7E6E0C6-E58F-4B27-BA47-9CD289880E78}"/>
              </a:ext>
            </a:extLst>
          </p:cNvPr>
          <p:cNvSpPr txBox="1"/>
          <p:nvPr/>
        </p:nvSpPr>
        <p:spPr>
          <a:xfrm>
            <a:off x="7068337" y="4633544"/>
            <a:ext cx="813246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#4472C4</a:t>
            </a:r>
            <a:endParaRPr sz="12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32364161-513E-448D-9DFA-9FBC2598AC03}"/>
              </a:ext>
            </a:extLst>
          </p:cNvPr>
          <p:cNvGrpSpPr/>
          <p:nvPr/>
        </p:nvGrpSpPr>
        <p:grpSpPr>
          <a:xfrm>
            <a:off x="8061739" y="4503980"/>
            <a:ext cx="813246" cy="687300"/>
            <a:chOff x="7896639" y="4965558"/>
            <a:chExt cx="813246" cy="6873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xmlns="" id="{20C20C16-34DD-4F9C-8736-54CCA8CD2860}"/>
                </a:ext>
              </a:extLst>
            </p:cNvPr>
            <p:cNvSpPr/>
            <p:nvPr/>
          </p:nvSpPr>
          <p:spPr>
            <a:xfrm>
              <a:off x="7942512" y="4965558"/>
              <a:ext cx="721500" cy="687300"/>
            </a:xfrm>
            <a:prstGeom prst="roundRect">
              <a:avLst/>
            </a:prstGeom>
            <a:solidFill>
              <a:srgbClr val="FFD3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dirty="0"/>
            </a:p>
          </p:txBody>
        </p:sp>
        <p:sp>
          <p:nvSpPr>
            <p:cNvPr id="13" name="Google Shape;3333;p60">
              <a:extLst>
                <a:ext uri="{FF2B5EF4-FFF2-40B4-BE49-F238E27FC236}">
                  <a16:creationId xmlns:a16="http://schemas.microsoft.com/office/drawing/2014/main" xmlns="" id="{0B1771B9-9CB5-4D10-990A-A4CA9373653A}"/>
                </a:ext>
              </a:extLst>
            </p:cNvPr>
            <p:cNvSpPr txBox="1"/>
            <p:nvPr/>
          </p:nvSpPr>
          <p:spPr>
            <a:xfrm>
              <a:off x="7896639" y="5108658"/>
              <a:ext cx="813246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bg1"/>
                  </a:solidFill>
                  <a:latin typeface="+mn-lt"/>
                </a:rPr>
                <a:t>#FFD319</a:t>
              </a:r>
              <a:endParaRPr sz="1200" dirty="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955649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B7C550E-F153-450F-994B-70C341DB9BFF}"/>
              </a:ext>
            </a:extLst>
          </p:cNvPr>
          <p:cNvSpPr/>
          <p:nvPr/>
        </p:nvSpPr>
        <p:spPr>
          <a:xfrm>
            <a:off x="0" y="0"/>
            <a:ext cx="905069" cy="1380931"/>
          </a:xfrm>
          <a:prstGeom prst="rect">
            <a:avLst/>
          </a:prstGeom>
          <a:solidFill>
            <a:srgbClr val="1C9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D48C094-C421-4BAF-833B-C6F5BB71E139}"/>
              </a:ext>
            </a:extLst>
          </p:cNvPr>
          <p:cNvSpPr/>
          <p:nvPr/>
        </p:nvSpPr>
        <p:spPr>
          <a:xfrm>
            <a:off x="905069" y="0"/>
            <a:ext cx="1128693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E41F731-1B58-4270-8561-F7218652EA02}"/>
              </a:ext>
            </a:extLst>
          </p:cNvPr>
          <p:cNvSpPr txBox="1"/>
          <p:nvPr/>
        </p:nvSpPr>
        <p:spPr>
          <a:xfrm>
            <a:off x="2973405" y="2732920"/>
            <a:ext cx="7290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bg1"/>
                </a:solidFill>
              </a:rPr>
              <a:t>Free</a:t>
            </a:r>
            <a:r>
              <a:rPr lang="en-US" sz="3600" dirty="0">
                <a:solidFill>
                  <a:schemeClr val="bg1"/>
                </a:solidFill>
              </a:rPr>
              <a:t> themes and templates for 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Google Slides </a:t>
            </a:r>
            <a:r>
              <a:rPr lang="en-US" sz="3600" dirty="0">
                <a:solidFill>
                  <a:schemeClr val="bg1"/>
                </a:solidFill>
              </a:rPr>
              <a:t>or </a:t>
            </a:r>
            <a:r>
              <a:rPr lang="en-US" sz="3600" b="1" dirty="0">
                <a:solidFill>
                  <a:schemeClr val="bg1"/>
                </a:solidFill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xmlns="" val="2256704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865</Words>
  <Application>Microsoft Office PowerPoint</Application>
  <PresentationFormat>Custom</PresentationFormat>
  <Paragraphs>167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2022-03-23T08:35:58Z</dcterms:created>
  <dcterms:modified xsi:type="dcterms:W3CDTF">2022-07-19T09:21:32Z</dcterms:modified>
</cp:coreProperties>
</file>