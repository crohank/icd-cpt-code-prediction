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8"/>
  </p:sldIdLst>
  <p:sldSz cy="5143500" cx="9144000"/>
  <p:notesSz cx="6858000" cy="9144000"/>
  <p:embeddedFontLst>
    <p:embeddedFont>
      <p:font typeface="Anton"/>
      <p:regular r:id="rId23"/>
    </p:embeddedFont>
    <p:embeddedFont>
      <p:font typeface="Alata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3" Type="http://schemas.openxmlformats.org/officeDocument/2006/relationships/font" Target="fonts/Anton-regular.fntdata"/><Relationship Id="rId24" Type="http://schemas.openxmlformats.org/officeDocument/2006/relationships/font" Target="fonts/Alata-regular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8693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958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 sz="28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>
            <p:ph idx="2" type="pic"/>
          </p:nvPr>
        </p:nvSpPr>
        <p:spPr>
          <a:xfrm>
            <a:off x="656688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/>
          <p:nvPr>
            <p:ph idx="3" type="pic"/>
          </p:nvPr>
        </p:nvSpPr>
        <p:spPr>
          <a:xfrm>
            <a:off x="6796213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/>
          <p:nvPr>
            <p:ph idx="4" type="pic"/>
          </p:nvPr>
        </p:nvSpPr>
        <p:spPr>
          <a:xfrm>
            <a:off x="2703196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6"/>
          <p:cNvSpPr/>
          <p:nvPr>
            <p:ph idx="5" type="pic"/>
          </p:nvPr>
        </p:nvSpPr>
        <p:spPr>
          <a:xfrm>
            <a:off x="4749704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90250" y="450150"/>
            <a:ext cx="4106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/>
          <p:nvPr>
            <p:ph idx="2" type="pic"/>
          </p:nvPr>
        </p:nvSpPr>
        <p:spPr>
          <a:xfrm>
            <a:off x="3814650" y="1349025"/>
            <a:ext cx="4657800" cy="28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ton"/>
              <a:buChar char="●"/>
              <a:defRPr sz="1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Char char="○"/>
              <a:defRPr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ree_model_comparis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EAE8F3"/>
      </a:lt1>
      <a:dk2>
        <a:srgbClr val="191515"/>
      </a:dk2>
      <a:lt2>
        <a:srgbClr val="EAE8F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